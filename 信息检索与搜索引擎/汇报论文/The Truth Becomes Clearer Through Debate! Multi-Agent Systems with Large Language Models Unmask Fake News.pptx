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omments/comment1.xml" ContentType="application/vnd.openxmlformats-officedocument.presentationml.comments+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79" r:id="rId2"/>
  </p:sldMasterIdLst>
  <p:notesMasterIdLst>
    <p:notesMasterId r:id="rId24"/>
  </p:notesMasterIdLst>
  <p:sldIdLst>
    <p:sldId id="256" r:id="rId3"/>
    <p:sldId id="258" r:id="rId4"/>
    <p:sldId id="262" r:id="rId5"/>
    <p:sldId id="272" r:id="rId6"/>
    <p:sldId id="263" r:id="rId7"/>
    <p:sldId id="273" r:id="rId8"/>
    <p:sldId id="274" r:id="rId9"/>
    <p:sldId id="265" r:id="rId10"/>
    <p:sldId id="275" r:id="rId11"/>
    <p:sldId id="264" r:id="rId12"/>
    <p:sldId id="276" r:id="rId13"/>
    <p:sldId id="277" r:id="rId14"/>
    <p:sldId id="278" r:id="rId15"/>
    <p:sldId id="266" r:id="rId16"/>
    <p:sldId id="279" r:id="rId17"/>
    <p:sldId id="282" r:id="rId18"/>
    <p:sldId id="283" r:id="rId19"/>
    <p:sldId id="284" r:id="rId20"/>
    <p:sldId id="267" r:id="rId21"/>
    <p:sldId id="280" r:id="rId22"/>
    <p:sldId id="269" r:id="rId23"/>
  </p:sldIdLst>
  <p:sldSz cx="12192000" cy="6858000"/>
  <p:notesSz cx="6858000" cy="9144000"/>
  <p:custDataLst>
    <p:tags r:id="rId2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416" userDrawn="1">
          <p15:clr>
            <a:srgbClr val="A4A3A4"/>
          </p15:clr>
        </p15:guide>
        <p15:guide id="2" pos="7256" userDrawn="1">
          <p15:clr>
            <a:srgbClr val="A4A3A4"/>
          </p15:clr>
        </p15:guide>
        <p15:guide id="3" orient="horz" pos="648" userDrawn="1">
          <p15:clr>
            <a:srgbClr val="A4A3A4"/>
          </p15:clr>
        </p15:guide>
        <p15:guide id="4" orient="horz" pos="712" userDrawn="1">
          <p15:clr>
            <a:srgbClr val="A4A3A4"/>
          </p15:clr>
        </p15:guide>
        <p15:guide id="5" orient="horz" pos="3928" userDrawn="1">
          <p15:clr>
            <a:srgbClr val="A4A3A4"/>
          </p15:clr>
        </p15:guide>
        <p15:guide id="6" orient="horz" pos="3864"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春阳 李" initials="春李" lastIdx="4" clrIdx="0">
    <p:extLst>
      <p:ext uri="{19B8F6BF-5375-455C-9EA6-DF929625EA0E}">
        <p15:presenceInfo xmlns:p15="http://schemas.microsoft.com/office/powerpoint/2012/main" userId="a0236aa7a752ca82"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2E2E3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971" autoAdjust="0"/>
    <p:restoredTop sz="60237" autoAdjust="0"/>
  </p:normalViewPr>
  <p:slideViewPr>
    <p:cSldViewPr snapToGrid="0" showGuides="1">
      <p:cViewPr>
        <p:scale>
          <a:sx n="100" d="100"/>
          <a:sy n="100" d="100"/>
        </p:scale>
        <p:origin x="72" y="-1008"/>
      </p:cViewPr>
      <p:guideLst>
        <p:guide pos="416"/>
        <p:guide pos="7256"/>
        <p:guide orient="horz" pos="648"/>
        <p:guide orient="horz" pos="712"/>
        <p:guide orient="horz" pos="3928"/>
        <p:guide orient="horz" pos="3864"/>
      </p:guideLst>
    </p:cSldViewPr>
  </p:slideViewPr>
  <p:notesTextViewPr>
    <p:cViewPr>
      <p:scale>
        <a:sx n="1" d="1"/>
        <a:sy n="1" d="1"/>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commentAuthors" Target="commentAuthor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ags" Target="tags/tag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presProps" Target="presProps.xml"/><Relationship Id="rId30" Type="http://schemas.openxmlformats.org/officeDocument/2006/relationships/tableStyles" Target="tableStyles.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6-03-30T12:37:14.188" idx="2">
    <p:pos x="10" y="10"/>
    <p:text>1. 进行了一项消融研究,以评估TED框架中每个组件的影响。
2. 消融结果证实TED框架的每个组件对于在假新闻检测中实现高性 能都是不可或缺的</p:text>
    <p:extLst>
      <p:ext uri="{C676402C-5697-4E1C-873F-D02D1690AC5C}">
        <p15:threadingInfo xmlns:p15="http://schemas.microsoft.com/office/powerpoint/2012/main" timeZoneBias="-48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9AF11F1-710C-448B-8635-091B4733F3C1}" type="datetimeFigureOut">
              <a:rPr lang="zh-CN" altLang="en-US" smtClean="0"/>
              <a:t>2026/3/30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C69E6E2-0E6B-47CB-B7EB-1E721F806612}" type="slidenum">
              <a:rPr lang="zh-CN" altLang="en-US" smtClean="0"/>
              <a:t>‹#›</a:t>
            </a:fld>
            <a:endParaRPr lang="zh-CN" altLang="en-US"/>
          </a:p>
        </p:txBody>
      </p:sp>
    </p:spTree>
    <p:extLst>
      <p:ext uri="{BB962C8B-B14F-4D97-AF65-F5344CB8AC3E}">
        <p14:creationId xmlns:p14="http://schemas.microsoft.com/office/powerpoint/2010/main" val="13464900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zh-CN" altLang="en-US" dirty="0"/>
              <a:t>这篇文章的研究背景是虚假新闻的严峻社会危害。</a:t>
            </a:r>
            <a:endParaRPr lang="en-US" altLang="zh-CN" dirty="0"/>
          </a:p>
          <a:p>
            <a:endParaRPr lang="zh-CN" alt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随着互联网的不断普及，虚假新闻通过社交网络实现了极速扩散，带来了非常严峻的社会挑战。</a:t>
            </a:r>
            <a:br>
              <a:rPr lang="en-US" altLang="zh-CN" dirty="0"/>
            </a:b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虚假新闻会引发公众恐慌，直接威胁生命与财产安全。比如说</a:t>
            </a:r>
            <a:r>
              <a:rPr lang="en-US" altLang="zh-CN" dirty="0"/>
              <a:t>2026</a:t>
            </a:r>
            <a:r>
              <a:rPr lang="zh-CN" altLang="en-US" dirty="0"/>
              <a:t>年平武山洪谣言，误导公众，引起恐慌。</a:t>
            </a:r>
            <a:br>
              <a:rPr lang="en-US" altLang="zh-CN" dirty="0"/>
            </a:b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虚假新闻会瓦解公众对官方和科学的信任，比如说</a:t>
            </a:r>
            <a:r>
              <a:rPr lang="en-US" altLang="zh-CN" dirty="0"/>
              <a:t>2026</a:t>
            </a:r>
            <a:r>
              <a:rPr lang="zh-CN" altLang="en-US" dirty="0"/>
              <a:t>年国内多省市开征“里程税”谣言，干扰用户购车决策。</a:t>
            </a:r>
            <a:br>
              <a:rPr lang="en-US" altLang="zh-CN" dirty="0"/>
            </a:b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虚假新闻会撕裂社会共识，加剧群体对立，比如说</a:t>
            </a:r>
            <a:r>
              <a:rPr lang="zh-CN" altLang="en-US" sz="1200" kern="1200" dirty="0">
                <a:solidFill>
                  <a:schemeClr val="tx1"/>
                </a:solidFill>
                <a:latin typeface="+mj-ea"/>
                <a:ea typeface="+mn-ea"/>
                <a:cs typeface="+mn-cs"/>
              </a:rPr>
              <a:t>重庆“女子挺</a:t>
            </a:r>
            <a:r>
              <a:rPr lang="en-US" altLang="zh-CN" sz="1200" kern="1200" dirty="0">
                <a:solidFill>
                  <a:schemeClr val="tx1"/>
                </a:solidFill>
                <a:latin typeface="+mj-ea"/>
                <a:ea typeface="+mn-ea"/>
                <a:cs typeface="+mn-cs"/>
              </a:rPr>
              <a:t>5</a:t>
            </a:r>
            <a:r>
              <a:rPr lang="zh-CN" altLang="en-US" sz="1200" kern="1200" dirty="0">
                <a:solidFill>
                  <a:schemeClr val="tx1"/>
                </a:solidFill>
                <a:latin typeface="+mj-ea"/>
                <a:ea typeface="+mn-ea"/>
                <a:cs typeface="+mn-cs"/>
              </a:rPr>
              <a:t>个月孕肚征婚”虚假短视频事件，通过炒作，引发对立，博取网络流量。</a:t>
            </a:r>
            <a:br>
              <a:rPr lang="en-US" altLang="zh-CN" sz="1200" kern="1200" dirty="0">
                <a:solidFill>
                  <a:schemeClr val="tx1"/>
                </a:solidFill>
                <a:latin typeface="+mj-ea"/>
                <a:ea typeface="+mn-ea"/>
                <a:cs typeface="+mn-cs"/>
              </a:rPr>
            </a:br>
            <a:endParaRPr lang="en-US" altLang="zh-CN" sz="1200" kern="1200" dirty="0">
              <a:solidFill>
                <a:schemeClr val="tx1"/>
              </a:solidFill>
              <a:latin typeface="+mj-e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latin typeface="+mj-ea"/>
                <a:ea typeface="+mn-ea"/>
                <a:cs typeface="+mn-cs"/>
              </a:rPr>
              <a:t>最后是</a:t>
            </a:r>
            <a:r>
              <a:rPr lang="zh-CN" altLang="en-US" dirty="0"/>
              <a:t>虚假新闻会导致</a:t>
            </a:r>
            <a:r>
              <a:rPr lang="zh-CN" altLang="en-US" sz="1000" kern="1200" dirty="0">
                <a:solidFill>
                  <a:schemeClr val="tx1"/>
                </a:solidFill>
                <a:latin typeface="+mj-ea"/>
                <a:ea typeface="+mn-ea"/>
                <a:cs typeface="+mn-cs"/>
              </a:rPr>
              <a:t>劣币驱逐良币，摧毁健康的信息生态</a:t>
            </a:r>
            <a:r>
              <a:rPr lang="zh-CN" altLang="en-US" sz="1200" kern="1200" dirty="0">
                <a:solidFill>
                  <a:schemeClr val="tx1"/>
                </a:solidFill>
                <a:latin typeface="+mj-ea"/>
                <a:ea typeface="+mn-ea"/>
                <a:cs typeface="+mn-cs"/>
              </a:rPr>
              <a:t>，著名的事件就是</a:t>
            </a:r>
            <a:r>
              <a:rPr lang="en-US" altLang="zh-CN" sz="1200" kern="1200" dirty="0">
                <a:solidFill>
                  <a:schemeClr val="tx1"/>
                </a:solidFill>
                <a:latin typeface="+mj-ea"/>
                <a:ea typeface="+mn-ea"/>
                <a:cs typeface="+mn-cs"/>
              </a:rPr>
              <a:t>2024</a:t>
            </a:r>
            <a:r>
              <a:rPr lang="zh-CN" altLang="en-US" sz="1200" kern="1200" dirty="0">
                <a:solidFill>
                  <a:schemeClr val="tx1"/>
                </a:solidFill>
                <a:latin typeface="+mj-ea"/>
                <a:ea typeface="+mn-ea"/>
                <a:cs typeface="+mn-cs"/>
              </a:rPr>
              <a:t>年</a:t>
            </a:r>
            <a:r>
              <a:rPr lang="zh-CN" altLang="en-US" sz="1000" kern="1200" dirty="0">
                <a:solidFill>
                  <a:schemeClr val="tx1"/>
                </a:solidFill>
                <a:latin typeface="+mj-ea"/>
                <a:ea typeface="+mn-ea"/>
                <a:cs typeface="+mn-cs"/>
              </a:rPr>
              <a:t>“猫一杯”炮制“巴黎捡寒假作业”事件，为流量不择手段。</a:t>
            </a:r>
            <a:br>
              <a:rPr lang="en-US" altLang="zh-CN" sz="1000" kern="1200" dirty="0">
                <a:solidFill>
                  <a:schemeClr val="tx1"/>
                </a:solidFill>
                <a:latin typeface="+mj-ea"/>
                <a:ea typeface="+mn-ea"/>
                <a:cs typeface="+mn-cs"/>
              </a:rPr>
            </a:br>
            <a:endParaRPr lang="en-US" altLang="zh-CN" sz="1000" kern="1200" dirty="0">
              <a:solidFill>
                <a:schemeClr val="tx1"/>
              </a:solidFill>
              <a:latin typeface="+mj-e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000" kern="1200" dirty="0">
                <a:solidFill>
                  <a:schemeClr val="tx1"/>
                </a:solidFill>
                <a:latin typeface="+mj-ea"/>
                <a:ea typeface="+mn-ea"/>
                <a:cs typeface="+mn-cs"/>
              </a:rPr>
              <a:t>所以加强虚假新闻的识别是非常有必要的。</a:t>
            </a:r>
          </a:p>
        </p:txBody>
      </p:sp>
      <p:sp>
        <p:nvSpPr>
          <p:cNvPr id="4" name="灯片编号占位符 3"/>
          <p:cNvSpPr>
            <a:spLocks noGrp="1"/>
          </p:cNvSpPr>
          <p:nvPr>
            <p:ph type="sldNum" sz="quarter" idx="5"/>
          </p:nvPr>
        </p:nvSpPr>
        <p:spPr/>
        <p:txBody>
          <a:bodyPr/>
          <a:lstStyle/>
          <a:p>
            <a:fld id="{9C69E6E2-0E6B-47CB-B7EB-1E721F806612}" type="slidenum">
              <a:rPr lang="zh-CN" altLang="en-US" smtClean="0"/>
              <a:t>4</a:t>
            </a:fld>
            <a:endParaRPr lang="zh-CN" altLang="en-US"/>
          </a:p>
        </p:txBody>
      </p:sp>
    </p:spTree>
    <p:extLst>
      <p:ext uri="{BB962C8B-B14F-4D97-AF65-F5344CB8AC3E}">
        <p14:creationId xmlns:p14="http://schemas.microsoft.com/office/powerpoint/2010/main" val="21370181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C69E6E2-0E6B-47CB-B7EB-1E721F806612}" type="slidenum">
              <a:rPr lang="zh-CN" altLang="en-US" smtClean="0"/>
              <a:t>5</a:t>
            </a:fld>
            <a:endParaRPr lang="zh-CN" altLang="en-US"/>
          </a:p>
        </p:txBody>
      </p:sp>
    </p:spTree>
    <p:extLst>
      <p:ext uri="{BB962C8B-B14F-4D97-AF65-F5344CB8AC3E}">
        <p14:creationId xmlns:p14="http://schemas.microsoft.com/office/powerpoint/2010/main" val="2294558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zh-CN" altLang="en-US" dirty="0"/>
              <a:t>首先我们明确一下虚假新闻检测的三大刚性需求。</a:t>
            </a:r>
            <a:endParaRPr lang="en-US" altLang="zh-CN" dirty="0"/>
          </a:p>
          <a:p>
            <a:br>
              <a:rPr lang="en-US" altLang="zh-CN" dirty="0"/>
            </a:br>
            <a:r>
              <a:rPr lang="zh-CN" altLang="en-US" dirty="0"/>
              <a:t>首先是需要检测方法有较高的检测精度，能够准确区分真实</a:t>
            </a:r>
            <a:r>
              <a:rPr lang="en-US" altLang="zh-CN" dirty="0"/>
              <a:t>/</a:t>
            </a:r>
            <a:r>
              <a:rPr lang="zh-CN" altLang="en-US" dirty="0"/>
              <a:t>虚假新闻</a:t>
            </a:r>
            <a:endParaRPr lang="en-US" altLang="zh-CN" dirty="0"/>
          </a:p>
          <a:p>
            <a:endParaRPr lang="en-US" altLang="zh-CN" dirty="0"/>
          </a:p>
          <a:p>
            <a:r>
              <a:rPr lang="zh-CN" altLang="en-US" dirty="0"/>
              <a:t>其次是需要检测方法有较强的可解释性，能够清晰的给出判断依据，而非黑箱分类结果</a:t>
            </a:r>
            <a:br>
              <a:rPr lang="en-US" altLang="zh-CN" dirty="0"/>
            </a:br>
            <a:endParaRPr lang="en-US" altLang="zh-CN" dirty="0"/>
          </a:p>
          <a:p>
            <a:r>
              <a:rPr lang="zh-CN" altLang="en-US" dirty="0"/>
              <a:t>最后是需要检测方法有较优的泛化能力，能够适配多领域、时效性强的新闻内容</a:t>
            </a:r>
          </a:p>
        </p:txBody>
      </p:sp>
      <p:sp>
        <p:nvSpPr>
          <p:cNvPr id="4" name="灯片编号占位符 3"/>
          <p:cNvSpPr>
            <a:spLocks noGrp="1"/>
          </p:cNvSpPr>
          <p:nvPr>
            <p:ph type="sldNum" sz="quarter" idx="5"/>
          </p:nvPr>
        </p:nvSpPr>
        <p:spPr/>
        <p:txBody>
          <a:bodyPr/>
          <a:lstStyle/>
          <a:p>
            <a:fld id="{9C69E6E2-0E6B-47CB-B7EB-1E721F806612}" type="slidenum">
              <a:rPr lang="zh-CN" altLang="en-US" smtClean="0"/>
              <a:t>6</a:t>
            </a:fld>
            <a:endParaRPr lang="zh-CN" altLang="en-US"/>
          </a:p>
        </p:txBody>
      </p:sp>
    </p:spTree>
    <p:extLst>
      <p:ext uri="{BB962C8B-B14F-4D97-AF65-F5344CB8AC3E}">
        <p14:creationId xmlns:p14="http://schemas.microsoft.com/office/powerpoint/2010/main" val="35631295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下面我们看一下现在主流的检测方法</a:t>
            </a:r>
            <a:br>
              <a:rPr lang="en-US" altLang="zh-CN" dirty="0"/>
            </a:br>
            <a:br>
              <a:rPr lang="en-US" altLang="zh-CN" dirty="0"/>
            </a:br>
            <a:r>
              <a:rPr lang="zh-CN" altLang="en-US" dirty="0"/>
              <a:t>首先是基于传统小模型的监督分类方法，一般是基于</a:t>
            </a:r>
            <a:r>
              <a:rPr lang="zh-CN" altLang="en-US" sz="1200" kern="1200" dirty="0">
                <a:solidFill>
                  <a:schemeClr val="tx1"/>
                </a:solidFill>
                <a:latin typeface="+mj-ea"/>
                <a:ea typeface="+mn-ea"/>
                <a:cs typeface="+mn-cs"/>
              </a:rPr>
              <a:t> </a:t>
            </a:r>
            <a:r>
              <a:rPr lang="en-US" altLang="zh-CN" sz="1200" kern="1200" dirty="0">
                <a:solidFill>
                  <a:schemeClr val="tx1"/>
                </a:solidFill>
                <a:latin typeface="Times New Roman" panose="02020603050405020304" pitchFamily="18" charset="0"/>
                <a:ea typeface="+mn-ea"/>
                <a:cs typeface="Times New Roman" panose="02020603050405020304" pitchFamily="18" charset="0"/>
              </a:rPr>
              <a:t>CNN</a:t>
            </a:r>
            <a:r>
              <a:rPr lang="zh-CN" altLang="en-US" sz="1200" kern="1200" dirty="0">
                <a:solidFill>
                  <a:schemeClr val="tx1"/>
                </a:solidFill>
                <a:latin typeface="+mj-ea"/>
                <a:ea typeface="+mn-ea"/>
                <a:cs typeface="+mn-cs"/>
              </a:rPr>
              <a:t>、</a:t>
            </a:r>
            <a:r>
              <a:rPr lang="en-US" altLang="zh-CN" sz="1200" kern="1200" dirty="0">
                <a:solidFill>
                  <a:schemeClr val="tx1"/>
                </a:solidFill>
                <a:latin typeface="Times New Roman" panose="02020603050405020304" pitchFamily="18" charset="0"/>
                <a:ea typeface="+mn-ea"/>
                <a:cs typeface="Times New Roman" panose="02020603050405020304" pitchFamily="18" charset="0"/>
              </a:rPr>
              <a:t>BERT</a:t>
            </a:r>
            <a:r>
              <a:rPr lang="en-US" altLang="zh-CN" sz="1200" kern="1200" dirty="0">
                <a:solidFill>
                  <a:schemeClr val="tx1"/>
                </a:solidFill>
                <a:latin typeface="+mj-ea"/>
                <a:ea typeface="+mn-ea"/>
                <a:cs typeface="+mn-cs"/>
              </a:rPr>
              <a:t> </a:t>
            </a:r>
            <a:r>
              <a:rPr lang="zh-CN" altLang="en-US" sz="1200" kern="1200" dirty="0">
                <a:solidFill>
                  <a:schemeClr val="tx1"/>
                </a:solidFill>
                <a:latin typeface="+mj-ea"/>
                <a:ea typeface="+mn-ea"/>
                <a:cs typeface="+mn-cs"/>
              </a:rPr>
              <a:t>等结构的分类模型，这类模型的局限是黑箱输出，</a:t>
            </a:r>
            <a:r>
              <a:rPr lang="zh-CN" altLang="en-US" sz="1200" kern="1200" dirty="0">
                <a:solidFill>
                  <a:srgbClr val="FF0000"/>
                </a:solidFill>
                <a:latin typeface="+mj-ea"/>
                <a:ea typeface="+mn-ea"/>
                <a:cs typeface="+mn-cs"/>
              </a:rPr>
              <a:t>可解释性极差</a:t>
            </a:r>
            <a:r>
              <a:rPr lang="zh-CN" altLang="en-US" sz="1200" kern="1200" dirty="0">
                <a:solidFill>
                  <a:schemeClr val="tx1"/>
                </a:solidFill>
                <a:latin typeface="+mj-ea"/>
                <a:ea typeface="+mn-ea"/>
                <a:cs typeface="+mn-cs"/>
              </a:rPr>
              <a:t>，泛化能力弱，极度依赖领域标注数据</a:t>
            </a:r>
            <a:br>
              <a:rPr lang="en-US" altLang="zh-CN" sz="1200" kern="1200" dirty="0">
                <a:solidFill>
                  <a:schemeClr val="tx1"/>
                </a:solidFill>
                <a:latin typeface="+mj-ea"/>
                <a:ea typeface="+mn-ea"/>
                <a:cs typeface="+mn-cs"/>
              </a:rPr>
            </a:br>
            <a:endParaRPr lang="zh-CN" altLang="en-US" sz="1200" kern="1200" dirty="0">
              <a:solidFill>
                <a:schemeClr val="tx1"/>
              </a:solidFill>
              <a:latin typeface="+mj-e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latin typeface="+mj-ea"/>
                <a:ea typeface="+mn-ea"/>
                <a:cs typeface="+mn-cs"/>
              </a:rPr>
              <a:t>其次是基于单一大语言模型的检测方法，一般是基于提示词工程，让 </a:t>
            </a:r>
            <a:r>
              <a:rPr lang="zh-CN" altLang="en-US" sz="1200" kern="1200" dirty="0">
                <a:solidFill>
                  <a:schemeClr val="tx1"/>
                </a:solidFill>
                <a:latin typeface="Times New Roman" panose="02020603050405020304" pitchFamily="18" charset="0"/>
                <a:ea typeface="+mn-ea"/>
                <a:cs typeface="Times New Roman" panose="02020603050405020304" pitchFamily="18" charset="0"/>
              </a:rPr>
              <a:t>大语言模型</a:t>
            </a:r>
            <a:r>
              <a:rPr lang="en-US" altLang="zh-CN" sz="1200" kern="1200" dirty="0">
                <a:solidFill>
                  <a:schemeClr val="tx1"/>
                </a:solidFill>
                <a:latin typeface="+mj-ea"/>
                <a:ea typeface="+mn-ea"/>
                <a:cs typeface="+mn-cs"/>
              </a:rPr>
              <a:t> </a:t>
            </a:r>
            <a:r>
              <a:rPr lang="zh-CN" altLang="en-US" sz="1200" kern="1200" dirty="0">
                <a:solidFill>
                  <a:schemeClr val="tx1"/>
                </a:solidFill>
                <a:latin typeface="+mj-ea"/>
                <a:ea typeface="+mn-ea"/>
                <a:cs typeface="+mn-cs"/>
              </a:rPr>
              <a:t>直接输出检测结果，局限是</a:t>
            </a:r>
            <a:r>
              <a:rPr lang="zh-CN" altLang="en-US" sz="1200" kern="1200" dirty="0">
                <a:solidFill>
                  <a:srgbClr val="FF0000"/>
                </a:solidFill>
                <a:latin typeface="+mj-ea"/>
                <a:ea typeface="+mn-ea"/>
                <a:cs typeface="+mn-cs"/>
              </a:rPr>
              <a:t>推理深度不足</a:t>
            </a:r>
            <a:r>
              <a:rPr lang="zh-CN" altLang="en-US" sz="1200" kern="1200" dirty="0">
                <a:solidFill>
                  <a:schemeClr val="tx1"/>
                </a:solidFill>
                <a:latin typeface="+mj-ea"/>
                <a:ea typeface="+mn-ea"/>
                <a:cs typeface="+mn-cs"/>
              </a:rPr>
              <a:t>，易产生幻觉，逻辑一致性差，无法充分挖掘新闻矛盾点</a:t>
            </a:r>
            <a:br>
              <a:rPr lang="en-US" altLang="zh-CN" sz="1200" kern="1200" dirty="0">
                <a:solidFill>
                  <a:schemeClr val="tx1"/>
                </a:solidFill>
                <a:latin typeface="+mj-ea"/>
                <a:ea typeface="+mn-ea"/>
                <a:cs typeface="+mn-cs"/>
              </a:rPr>
            </a:br>
            <a:endParaRPr lang="zh-CN" altLang="en-US" sz="1200" kern="1200" dirty="0">
              <a:solidFill>
                <a:schemeClr val="tx1"/>
              </a:solidFill>
              <a:latin typeface="+mj-e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latin typeface="+mj-ea"/>
                <a:ea typeface="+mn-ea"/>
                <a:cs typeface="+mn-cs"/>
              </a:rPr>
              <a:t>最后是简单的多智能体方法，局限是仅仅依靠基础的多智能体交互，无标准化的辩论流程，对抗性不足，分析流于表面</a:t>
            </a:r>
          </a:p>
          <a:p>
            <a:endParaRPr lang="zh-CN" altLang="en-US" dirty="0"/>
          </a:p>
        </p:txBody>
      </p:sp>
      <p:sp>
        <p:nvSpPr>
          <p:cNvPr id="4" name="灯片编号占位符 3"/>
          <p:cNvSpPr>
            <a:spLocks noGrp="1"/>
          </p:cNvSpPr>
          <p:nvPr>
            <p:ph type="sldNum" sz="quarter" idx="5"/>
          </p:nvPr>
        </p:nvSpPr>
        <p:spPr/>
        <p:txBody>
          <a:bodyPr/>
          <a:lstStyle/>
          <a:p>
            <a:fld id="{9C69E6E2-0E6B-47CB-B7EB-1E721F806612}" type="slidenum">
              <a:rPr lang="zh-CN" altLang="en-US" smtClean="0"/>
              <a:t>7</a:t>
            </a:fld>
            <a:endParaRPr lang="zh-CN" altLang="en-US"/>
          </a:p>
        </p:txBody>
      </p:sp>
    </p:spTree>
    <p:extLst>
      <p:ext uri="{BB962C8B-B14F-4D97-AF65-F5344CB8AC3E}">
        <p14:creationId xmlns:p14="http://schemas.microsoft.com/office/powerpoint/2010/main" val="22508541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zh-CN" altLang="en-US" dirty="0"/>
              <a:t>第三部分介绍本文的核心思路与创新点。</a:t>
            </a:r>
          </a:p>
        </p:txBody>
      </p:sp>
      <p:sp>
        <p:nvSpPr>
          <p:cNvPr id="4" name="灯片编号占位符 3"/>
          <p:cNvSpPr>
            <a:spLocks noGrp="1"/>
          </p:cNvSpPr>
          <p:nvPr>
            <p:ph type="sldNum" sz="quarter" idx="5"/>
          </p:nvPr>
        </p:nvSpPr>
        <p:spPr/>
        <p:txBody>
          <a:bodyPr/>
          <a:lstStyle/>
          <a:p>
            <a:fld id="{9C69E6E2-0E6B-47CB-B7EB-1E721F806612}" type="slidenum">
              <a:rPr lang="zh-CN" altLang="en-US" smtClean="0"/>
              <a:t>8</a:t>
            </a:fld>
            <a:endParaRPr lang="zh-CN" altLang="en-US"/>
          </a:p>
        </p:txBody>
      </p:sp>
    </p:spTree>
    <p:extLst>
      <p:ext uri="{BB962C8B-B14F-4D97-AF65-F5344CB8AC3E}">
        <p14:creationId xmlns:p14="http://schemas.microsoft.com/office/powerpoint/2010/main" val="28724210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zh-CN" altLang="en-US" dirty="0"/>
              <a:t>本文受到“真理越辩越明”这句谚语以及林肯</a:t>
            </a:r>
            <a:r>
              <a:rPr lang="en-US" altLang="zh-CN" dirty="0"/>
              <a:t>‐</a:t>
            </a:r>
            <a:r>
              <a:rPr lang="zh-CN" altLang="en-US" dirty="0"/>
              <a:t>道格拉斯辩论理论的启发，模拟人类正式辩论的标准化流程，构建了基于大语言模型的多智能体辩论系统</a:t>
            </a:r>
            <a:r>
              <a:rPr lang="en-US" altLang="zh-CN" sz="1000" kern="1200" dirty="0">
                <a:solidFill>
                  <a:schemeClr val="tx1"/>
                </a:solidFill>
                <a:latin typeface="Times New Roman" panose="02020603050405020304" pitchFamily="18" charset="0"/>
                <a:ea typeface="+mn-ea"/>
                <a:cs typeface="Times New Roman" panose="02020603050405020304" pitchFamily="18" charset="0"/>
              </a:rPr>
              <a:t>TruEDebate</a:t>
            </a:r>
            <a:r>
              <a:rPr lang="en-US" altLang="zh-CN" sz="1000" kern="1200" dirty="0">
                <a:solidFill>
                  <a:schemeClr val="tx1"/>
                </a:solidFill>
                <a:latin typeface="+mj-ea"/>
                <a:ea typeface="+mn-ea"/>
                <a:cs typeface="+mn-cs"/>
              </a:rPr>
              <a:t> (</a:t>
            </a:r>
            <a:r>
              <a:rPr lang="zh-CN" altLang="en-US" sz="1000" kern="1200" dirty="0">
                <a:solidFill>
                  <a:schemeClr val="tx1"/>
                </a:solidFill>
                <a:latin typeface="+mj-ea"/>
                <a:ea typeface="+mn-ea"/>
                <a:cs typeface="+mn-cs"/>
              </a:rPr>
              <a:t>简称 </a:t>
            </a:r>
            <a:r>
              <a:rPr lang="en-US" altLang="zh-CN" sz="1000" kern="1200" dirty="0">
                <a:solidFill>
                  <a:schemeClr val="tx1"/>
                </a:solidFill>
                <a:latin typeface="Times New Roman" panose="02020603050405020304" pitchFamily="18" charset="0"/>
                <a:ea typeface="+mn-ea"/>
                <a:cs typeface="Times New Roman" panose="02020603050405020304" pitchFamily="18" charset="0"/>
              </a:rPr>
              <a:t>TED</a:t>
            </a:r>
            <a:r>
              <a:rPr lang="en-US" altLang="zh-CN" sz="1000" kern="1200" dirty="0">
                <a:solidFill>
                  <a:schemeClr val="tx1"/>
                </a:solidFill>
                <a:latin typeface="+mj-ea"/>
                <a:ea typeface="+mn-ea"/>
                <a:cs typeface="+mn-cs"/>
              </a:rPr>
              <a:t>)</a:t>
            </a:r>
          </a:p>
          <a:p>
            <a:endParaRPr lang="en-US" altLang="zh-CN" sz="1000" kern="1200" dirty="0">
              <a:solidFill>
                <a:schemeClr val="tx1"/>
              </a:solidFill>
              <a:latin typeface="+mj-ea"/>
              <a:ea typeface="+mn-ea"/>
              <a:cs typeface="+mn-cs"/>
            </a:endParaRPr>
          </a:p>
          <a:p>
            <a:r>
              <a:rPr lang="zh-CN" altLang="en-US" sz="1000" kern="1200" dirty="0">
                <a:solidFill>
                  <a:schemeClr val="tx1"/>
                </a:solidFill>
                <a:latin typeface="+mj-ea"/>
                <a:ea typeface="+mn-ea"/>
                <a:cs typeface="+mn-cs"/>
              </a:rPr>
              <a:t>这篇文章的创新点有以下三条。</a:t>
            </a:r>
            <a:br>
              <a:rPr lang="en-US" altLang="zh-CN" sz="1000" kern="1200" dirty="0">
                <a:solidFill>
                  <a:schemeClr val="tx1"/>
                </a:solidFill>
                <a:latin typeface="+mj-ea"/>
                <a:ea typeface="+mn-ea"/>
                <a:cs typeface="+mn-cs"/>
              </a:rPr>
            </a:br>
            <a:endParaRPr lang="en-US" altLang="zh-CN" sz="1000" kern="1200" dirty="0">
              <a:solidFill>
                <a:schemeClr val="tx1"/>
              </a:solidFill>
              <a:latin typeface="+mj-ea"/>
              <a:ea typeface="+mn-ea"/>
              <a:cs typeface="+mn-cs"/>
            </a:endParaRPr>
          </a:p>
          <a:p>
            <a:r>
              <a:rPr lang="zh-CN" altLang="en-US" sz="1000" kern="1200" dirty="0">
                <a:solidFill>
                  <a:schemeClr val="tx1"/>
                </a:solidFill>
                <a:latin typeface="+mj-ea"/>
                <a:ea typeface="+mn-ea"/>
                <a:cs typeface="+mn-cs"/>
              </a:rPr>
              <a:t>首先是引入了结构化的辩论范式，首次将正式辩论的全流程引入虚假新闻检测，构建了标准化多智能体对抗交互框架。</a:t>
            </a:r>
            <a:br>
              <a:rPr lang="en-US" altLang="zh-CN" sz="1000" kern="1200" dirty="0">
                <a:solidFill>
                  <a:schemeClr val="tx1"/>
                </a:solidFill>
                <a:latin typeface="+mj-ea"/>
                <a:ea typeface="+mn-ea"/>
                <a:cs typeface="+mn-cs"/>
              </a:rPr>
            </a:br>
            <a:endParaRPr lang="en-US" altLang="zh-CN" sz="1000" kern="1200" dirty="0">
              <a:solidFill>
                <a:schemeClr val="tx1"/>
              </a:solidFill>
              <a:latin typeface="+mj-ea"/>
              <a:ea typeface="+mn-ea"/>
              <a:cs typeface="+mn-cs"/>
            </a:endParaRPr>
          </a:p>
          <a:p>
            <a:r>
              <a:rPr lang="zh-CN" altLang="en-US" sz="1000" kern="1200" dirty="0">
                <a:solidFill>
                  <a:schemeClr val="tx1"/>
                </a:solidFill>
                <a:latin typeface="+mj-ea"/>
                <a:ea typeface="+mn-ea"/>
                <a:cs typeface="+mn-cs"/>
              </a:rPr>
              <a:t>其次是提出了 </a:t>
            </a:r>
            <a:r>
              <a:rPr lang="en-US" altLang="zh-CN" sz="1000" kern="1200" dirty="0">
                <a:solidFill>
                  <a:srgbClr val="FF0000"/>
                </a:solidFill>
                <a:latin typeface="Times New Roman" panose="02020603050405020304" pitchFamily="18" charset="0"/>
                <a:ea typeface="+mn-ea"/>
                <a:cs typeface="Times New Roman" panose="02020603050405020304" pitchFamily="18" charset="0"/>
              </a:rPr>
              <a:t>DebateFlow Agents</a:t>
            </a:r>
            <a:r>
              <a:rPr lang="en-US" altLang="zh-CN" sz="1000" kern="1200" dirty="0">
                <a:solidFill>
                  <a:schemeClr val="tx1"/>
                </a:solidFill>
                <a:latin typeface="+mj-ea"/>
                <a:ea typeface="+mn-ea"/>
                <a:cs typeface="+mn-cs"/>
              </a:rPr>
              <a:t> </a:t>
            </a:r>
            <a:r>
              <a:rPr lang="zh-CN" altLang="en-US" sz="1000" kern="1200" dirty="0">
                <a:solidFill>
                  <a:schemeClr val="tx1"/>
                </a:solidFill>
                <a:latin typeface="+mj-ea"/>
                <a:ea typeface="+mn-ea"/>
                <a:cs typeface="+mn-cs"/>
              </a:rPr>
              <a:t>与 </a:t>
            </a:r>
            <a:r>
              <a:rPr lang="en-US" altLang="zh-CN" sz="1000" kern="1200" dirty="0">
                <a:solidFill>
                  <a:srgbClr val="FF0000"/>
                </a:solidFill>
                <a:latin typeface="Times New Roman" panose="02020603050405020304" pitchFamily="18" charset="0"/>
                <a:ea typeface="+mn-ea"/>
                <a:cs typeface="Times New Roman" panose="02020603050405020304" pitchFamily="18" charset="0"/>
              </a:rPr>
              <a:t>InsightFlow Agents</a:t>
            </a:r>
            <a:r>
              <a:rPr lang="zh-CN" altLang="en-US" sz="1000" kern="1200" dirty="0">
                <a:solidFill>
                  <a:schemeClr val="tx1"/>
                </a:solidFill>
                <a:latin typeface="+mj-ea"/>
                <a:ea typeface="+mn-ea"/>
                <a:cs typeface="+mn-cs"/>
              </a:rPr>
              <a:t>两大组件，实现 “深度对抗辩论 </a:t>
            </a:r>
            <a:r>
              <a:rPr lang="en-US" altLang="zh-CN" sz="1000" kern="1200" dirty="0">
                <a:solidFill>
                  <a:schemeClr val="tx1"/>
                </a:solidFill>
                <a:latin typeface="+mj-ea"/>
                <a:ea typeface="+mn-ea"/>
                <a:cs typeface="+mn-cs"/>
              </a:rPr>
              <a:t>- </a:t>
            </a:r>
            <a:r>
              <a:rPr lang="zh-CN" altLang="en-US" sz="1000" kern="1200" dirty="0">
                <a:solidFill>
                  <a:schemeClr val="tx1"/>
                </a:solidFill>
                <a:latin typeface="+mj-ea"/>
                <a:ea typeface="+mn-ea"/>
                <a:cs typeface="+mn-cs"/>
              </a:rPr>
              <a:t>全局综合分析” 的完整闭环。</a:t>
            </a:r>
            <a:br>
              <a:rPr lang="en-US" altLang="zh-CN" sz="1000" kern="1200" dirty="0">
                <a:solidFill>
                  <a:schemeClr val="tx1"/>
                </a:solidFill>
                <a:latin typeface="+mj-ea"/>
                <a:ea typeface="+mn-ea"/>
                <a:cs typeface="+mn-cs"/>
              </a:rPr>
            </a:br>
            <a:endParaRPr lang="en-US" altLang="zh-CN" sz="1000" kern="1200" dirty="0">
              <a:solidFill>
                <a:schemeClr val="tx1"/>
              </a:solidFill>
              <a:latin typeface="+mj-ea"/>
              <a:ea typeface="+mn-ea"/>
              <a:cs typeface="+mn-cs"/>
            </a:endParaRPr>
          </a:p>
          <a:p>
            <a:r>
              <a:rPr lang="zh-CN" altLang="en-US" sz="1000" kern="1200" dirty="0">
                <a:solidFill>
                  <a:schemeClr val="tx1"/>
                </a:solidFill>
                <a:latin typeface="+mj-ea"/>
                <a:ea typeface="+mn-ea"/>
                <a:cs typeface="+mn-cs"/>
              </a:rPr>
              <a:t>最后是中英文数据集全面超越 </a:t>
            </a:r>
            <a:r>
              <a:rPr lang="en-US" altLang="zh-CN" sz="1000" kern="1200" dirty="0">
                <a:solidFill>
                  <a:schemeClr val="tx1"/>
                </a:solidFill>
                <a:latin typeface="+mj-ea"/>
                <a:ea typeface="+mn-ea"/>
                <a:cs typeface="+mn-cs"/>
              </a:rPr>
              <a:t>SOTA </a:t>
            </a:r>
            <a:r>
              <a:rPr lang="zh-CN" altLang="en-US" sz="1000" kern="1200" dirty="0">
                <a:solidFill>
                  <a:schemeClr val="tx1"/>
                </a:solidFill>
                <a:latin typeface="+mj-ea"/>
                <a:ea typeface="+mn-ea"/>
                <a:cs typeface="+mn-cs"/>
              </a:rPr>
              <a:t>基线，同时输出完整辩论过程与判断依据，具备极强可解释性。</a:t>
            </a:r>
            <a:endParaRPr lang="zh-CN" altLang="en-US" dirty="0"/>
          </a:p>
        </p:txBody>
      </p:sp>
      <p:sp>
        <p:nvSpPr>
          <p:cNvPr id="4" name="灯片编号占位符 3"/>
          <p:cNvSpPr>
            <a:spLocks noGrp="1"/>
          </p:cNvSpPr>
          <p:nvPr>
            <p:ph type="sldNum" sz="quarter" idx="5"/>
          </p:nvPr>
        </p:nvSpPr>
        <p:spPr/>
        <p:txBody>
          <a:bodyPr/>
          <a:lstStyle/>
          <a:p>
            <a:fld id="{9C69E6E2-0E6B-47CB-B7EB-1E721F806612}" type="slidenum">
              <a:rPr lang="zh-CN" altLang="en-US" smtClean="0"/>
              <a:t>9</a:t>
            </a:fld>
            <a:endParaRPr lang="zh-CN" altLang="en-US"/>
          </a:p>
        </p:txBody>
      </p:sp>
    </p:spTree>
    <p:extLst>
      <p:ext uri="{BB962C8B-B14F-4D97-AF65-F5344CB8AC3E}">
        <p14:creationId xmlns:p14="http://schemas.microsoft.com/office/powerpoint/2010/main" val="19592541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第四部分介绍</a:t>
            </a:r>
            <a:r>
              <a:rPr lang="en-US" altLang="zh-CN" dirty="0"/>
              <a:t>TED </a:t>
            </a:r>
            <a:r>
              <a:rPr lang="zh-CN" altLang="en-US" dirty="0"/>
              <a:t>框架核心设计。</a:t>
            </a:r>
          </a:p>
        </p:txBody>
      </p:sp>
      <p:sp>
        <p:nvSpPr>
          <p:cNvPr id="4" name="灯片编号占位符 3"/>
          <p:cNvSpPr>
            <a:spLocks noGrp="1"/>
          </p:cNvSpPr>
          <p:nvPr>
            <p:ph type="sldNum" sz="quarter" idx="5"/>
          </p:nvPr>
        </p:nvSpPr>
        <p:spPr/>
        <p:txBody>
          <a:bodyPr/>
          <a:lstStyle/>
          <a:p>
            <a:fld id="{9C69E6E2-0E6B-47CB-B7EB-1E721F806612}" type="slidenum">
              <a:rPr lang="zh-CN" altLang="en-US" smtClean="0"/>
              <a:t>10</a:t>
            </a:fld>
            <a:endParaRPr lang="zh-CN" altLang="en-US"/>
          </a:p>
        </p:txBody>
      </p:sp>
    </p:spTree>
    <p:extLst>
      <p:ext uri="{BB962C8B-B14F-4D97-AF65-F5344CB8AC3E}">
        <p14:creationId xmlns:p14="http://schemas.microsoft.com/office/powerpoint/2010/main" val="4366806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algn="l" defTabSz="914400" rtl="0" eaLnBrk="1" latinLnBrk="0" hangingPunct="1"/>
            <a:r>
              <a:rPr lang="zh-CN" altLang="en-US" sz="1200" kern="1200" dirty="0">
                <a:solidFill>
                  <a:schemeClr val="tx1"/>
                </a:solidFill>
                <a:latin typeface="+mn-lt"/>
                <a:ea typeface="+mn-ea"/>
                <a:cs typeface="+mn-cs"/>
              </a:rPr>
              <a:t>接下来我们看 </a:t>
            </a:r>
            <a:r>
              <a:rPr lang="en-US" altLang="zh-CN" sz="1200" kern="1200" dirty="0">
                <a:solidFill>
                  <a:schemeClr val="tx1"/>
                </a:solidFill>
                <a:latin typeface="+mn-lt"/>
                <a:ea typeface="+mn-ea"/>
                <a:cs typeface="+mn-cs"/>
              </a:rPr>
              <a:t>TED </a:t>
            </a:r>
            <a:r>
              <a:rPr lang="zh-CN" altLang="en-US" sz="1200" kern="1200" dirty="0">
                <a:solidFill>
                  <a:schemeClr val="tx1"/>
                </a:solidFill>
                <a:latin typeface="+mn-lt"/>
                <a:ea typeface="+mn-ea"/>
                <a:cs typeface="+mn-cs"/>
              </a:rPr>
              <a:t>框架的整体架构，整个框架分为两大核心模块，分别是 </a:t>
            </a:r>
            <a:r>
              <a:rPr lang="en-US" altLang="zh-CN" sz="1200" kern="1200" dirty="0">
                <a:solidFill>
                  <a:schemeClr val="tx1"/>
                </a:solidFill>
                <a:latin typeface="+mn-lt"/>
                <a:ea typeface="+mn-ea"/>
                <a:cs typeface="+mn-cs"/>
              </a:rPr>
              <a:t>DebateFlow Agents </a:t>
            </a:r>
            <a:r>
              <a:rPr lang="zh-CN" altLang="en-US" sz="1200" kern="1200" dirty="0">
                <a:solidFill>
                  <a:schemeClr val="tx1"/>
                </a:solidFill>
                <a:latin typeface="+mn-lt"/>
                <a:ea typeface="+mn-ea"/>
                <a:cs typeface="+mn-cs"/>
              </a:rPr>
              <a:t>和 </a:t>
            </a:r>
            <a:r>
              <a:rPr lang="en-US" altLang="zh-CN" sz="1200" kern="1200" dirty="0">
                <a:solidFill>
                  <a:schemeClr val="tx1"/>
                </a:solidFill>
                <a:latin typeface="+mn-lt"/>
                <a:ea typeface="+mn-ea"/>
                <a:cs typeface="+mn-cs"/>
              </a:rPr>
              <a:t>InsightFlow Agents</a:t>
            </a:r>
            <a:endParaRPr lang="zh-CN" altLang="en-US" sz="1200" kern="1200" dirty="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000" kern="1200" dirty="0">
                <a:solidFill>
                  <a:schemeClr val="tx1"/>
                </a:solidFill>
                <a:latin typeface="Times New Roman" panose="02020603050405020304" pitchFamily="18" charset="0"/>
                <a:ea typeface="+mn-ea"/>
                <a:cs typeface="Times New Roman" panose="02020603050405020304" pitchFamily="18" charset="0"/>
              </a:rPr>
              <a:t> </a:t>
            </a:r>
            <a:br>
              <a:rPr lang="en-US" altLang="zh-CN" dirty="0"/>
            </a:br>
            <a:r>
              <a:rPr lang="zh-CN" altLang="en-US" dirty="0"/>
              <a:t>待检测的新闻文本首先会进入 </a:t>
            </a:r>
            <a:r>
              <a:rPr lang="en-US" altLang="zh-CN" dirty="0"/>
              <a:t>DebateFlow Agents</a:t>
            </a:r>
            <a:r>
              <a:rPr lang="zh-CN" altLang="en-US" dirty="0"/>
              <a:t>。这里我们把这个模块中的所有子智能体分为正反两个对立团队：正方主张新闻为真，反方主张新闻为假。两个团队会按照标准化的四阶段正式辩论流程，完成完整的对抗交互，最终生成一份全流程的辩论日志。</a:t>
            </a:r>
            <a:br>
              <a:rPr lang="en-US" altLang="zh-CN" dirty="0"/>
            </a:br>
            <a:br>
              <a:rPr lang="en-US" altLang="zh-CN" dirty="0"/>
            </a:br>
            <a:r>
              <a:rPr lang="zh-CN" altLang="en-US" dirty="0"/>
              <a:t>之后，这份辩论日志会进入 </a:t>
            </a:r>
            <a:r>
              <a:rPr lang="en-US" altLang="zh-CN" dirty="0"/>
              <a:t>InsightFlow Agents</a:t>
            </a:r>
            <a:r>
              <a:rPr lang="zh-CN" altLang="en-US" dirty="0"/>
              <a:t>。这里有两个协同工作的子智能体：第一个是综合智能体，负责提炼辩论的核心观点，梳理正反双方的核心论据和矛盾点；第二个是分析智能体，它会基于结构化的辩论信息，深度分析双方论据的有效性，最终输出检测结果和完整的可解释性分析报告。</a:t>
            </a:r>
            <a:endParaRPr lang="en-US" altLang="zh-CN" dirty="0"/>
          </a:p>
          <a:p>
            <a:br>
              <a:rPr lang="en-US" altLang="zh-CN" dirty="0"/>
            </a:br>
            <a:r>
              <a:rPr lang="zh-CN" altLang="en-US" dirty="0"/>
              <a:t>整个流程完全模拟了人类辩论的完整过程，既保证了对抗性，又保证了分析的专业性和全面性。</a:t>
            </a:r>
          </a:p>
        </p:txBody>
      </p:sp>
      <p:sp>
        <p:nvSpPr>
          <p:cNvPr id="4" name="灯片编号占位符 3"/>
          <p:cNvSpPr>
            <a:spLocks noGrp="1"/>
          </p:cNvSpPr>
          <p:nvPr>
            <p:ph type="sldNum" sz="quarter" idx="5"/>
          </p:nvPr>
        </p:nvSpPr>
        <p:spPr/>
        <p:txBody>
          <a:bodyPr/>
          <a:lstStyle/>
          <a:p>
            <a:fld id="{9C69E6E2-0E6B-47CB-B7EB-1E721F806612}" type="slidenum">
              <a:rPr lang="zh-CN" altLang="en-US" smtClean="0"/>
              <a:t>11</a:t>
            </a:fld>
            <a:endParaRPr lang="zh-CN" altLang="en-US"/>
          </a:p>
        </p:txBody>
      </p:sp>
    </p:spTree>
    <p:extLst>
      <p:ext uri="{BB962C8B-B14F-4D97-AF65-F5344CB8AC3E}">
        <p14:creationId xmlns:p14="http://schemas.microsoft.com/office/powerpoint/2010/main" val="12723939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接下来我们详细讲解第一个核心模块，也就是 </a:t>
            </a:r>
            <a:r>
              <a:rPr lang="en-US" altLang="zh-CN" dirty="0"/>
              <a:t>DebateFlow Agents</a:t>
            </a:r>
            <a:r>
              <a:rPr lang="zh-CN" altLang="en-US" dirty="0"/>
              <a:t>，这是整个框架的核心基础。</a:t>
            </a:r>
            <a:endParaRPr lang="en-US" altLang="zh-CN" dirty="0"/>
          </a:p>
          <a:p>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首先是角色分工，文章设置了两支完全对立的智能体团队，所有智能体都严格遵循正式辩论规则，确保辩论的专业性和对抗性。正方的核心目标，是尽全力证明新闻是真实的，找到所有能支撑新闻真实性的论据；反方的核心目标，是尽全力证明新闻是虚假的，挖掘新闻里所有的事实错误、逻辑漏洞和证据矛盾。</a:t>
            </a:r>
            <a:br>
              <a:rPr lang="en-US" altLang="zh-CN" dirty="0"/>
            </a:br>
            <a:br>
              <a:rPr lang="en-US" altLang="zh-CN" dirty="0"/>
            </a:br>
            <a:r>
              <a:rPr lang="zh-CN" altLang="en-US" dirty="0"/>
              <a:t>其次是模拟辩论场景中的推理过程，包括</a:t>
            </a:r>
            <a:r>
              <a:rPr lang="zh-CN" altLang="en-US" sz="1200" kern="1200" dirty="0">
                <a:solidFill>
                  <a:srgbClr val="FF0000"/>
                </a:solidFill>
                <a:latin typeface="Times New Roman" panose="02020603050405020304" pitchFamily="18" charset="0"/>
                <a:ea typeface="+mn-ea"/>
                <a:cs typeface="Times New Roman" panose="02020603050405020304" pitchFamily="18" charset="0"/>
              </a:rPr>
              <a:t>开场询问</a:t>
            </a:r>
            <a:r>
              <a:rPr lang="zh-CN" altLang="en-US" sz="1200" kern="1200" dirty="0">
                <a:solidFill>
                  <a:schemeClr val="tx1"/>
                </a:solidFill>
                <a:latin typeface="Times New Roman" panose="02020603050405020304" pitchFamily="18" charset="0"/>
                <a:ea typeface="+mn-ea"/>
                <a:cs typeface="Times New Roman" panose="02020603050405020304" pitchFamily="18" charset="0"/>
              </a:rPr>
              <a:t>、</a:t>
            </a:r>
            <a:r>
              <a:rPr lang="zh-CN" altLang="en-US" sz="1200" kern="1200" dirty="0">
                <a:solidFill>
                  <a:srgbClr val="FF0000"/>
                </a:solidFill>
                <a:latin typeface="Times New Roman" panose="02020603050405020304" pitchFamily="18" charset="0"/>
                <a:ea typeface="+mn-ea"/>
                <a:cs typeface="Times New Roman" panose="02020603050405020304" pitchFamily="18" charset="0"/>
              </a:rPr>
              <a:t>交叉询问</a:t>
            </a:r>
            <a:r>
              <a:rPr lang="zh-CN" altLang="en-US" sz="1200" kern="1200" dirty="0">
                <a:solidFill>
                  <a:schemeClr val="tx1"/>
                </a:solidFill>
                <a:latin typeface="Times New Roman" panose="02020603050405020304" pitchFamily="18" charset="0"/>
                <a:ea typeface="+mn-ea"/>
                <a:cs typeface="Times New Roman" panose="02020603050405020304" pitchFamily="18" charset="0"/>
              </a:rPr>
              <a:t>、</a:t>
            </a:r>
            <a:r>
              <a:rPr lang="zh-CN" altLang="en-US" sz="1200" kern="1200" dirty="0">
                <a:solidFill>
                  <a:srgbClr val="FF0000"/>
                </a:solidFill>
                <a:latin typeface="Times New Roman" panose="02020603050405020304" pitchFamily="18" charset="0"/>
                <a:ea typeface="+mn-ea"/>
                <a:cs typeface="Times New Roman" panose="02020603050405020304" pitchFamily="18" charset="0"/>
              </a:rPr>
              <a:t>反驳和总结陈词</a:t>
            </a:r>
            <a:r>
              <a:rPr lang="zh-CN" altLang="en-US" sz="1200" kern="1200" dirty="0">
                <a:solidFill>
                  <a:schemeClr val="tx1"/>
                </a:solidFill>
                <a:latin typeface="Times New Roman" panose="02020603050405020304" pitchFamily="18" charset="0"/>
                <a:ea typeface="+mn-ea"/>
                <a:cs typeface="Times New Roman" panose="02020603050405020304" pitchFamily="18" charset="0"/>
              </a:rPr>
              <a:t>四个阶段</a:t>
            </a:r>
            <a:br>
              <a:rPr lang="en-US" altLang="zh-CN" sz="1200" kern="1200" dirty="0">
                <a:solidFill>
                  <a:schemeClr val="tx1"/>
                </a:solidFill>
                <a:latin typeface="Times New Roman" panose="02020603050405020304" pitchFamily="18" charset="0"/>
                <a:ea typeface="+mn-ea"/>
                <a:cs typeface="Times New Roman" panose="02020603050405020304" pitchFamily="18" charset="0"/>
              </a:rPr>
            </a:br>
            <a:br>
              <a:rPr lang="en-US" altLang="zh-CN" sz="1200" kern="1200" dirty="0">
                <a:solidFill>
                  <a:schemeClr val="tx1"/>
                </a:solidFill>
                <a:latin typeface="Times New Roman" panose="02020603050405020304" pitchFamily="18" charset="0"/>
                <a:ea typeface="+mn-ea"/>
                <a:cs typeface="Times New Roman" panose="02020603050405020304" pitchFamily="18" charset="0"/>
              </a:rPr>
            </a:br>
            <a:r>
              <a:rPr lang="zh-CN" altLang="en-US" dirty="0"/>
              <a:t>第一个阶段，开篇询问阶段。正反双方分别陈述核心立场，给出支撑自身主张的核心论据和初步证据。比如正方会说明新闻的来源可靠、事件逻辑通顺；反方会指出新闻事实存在矛盾、来源不明，初步给出虚假的核心依据。</a:t>
            </a:r>
            <a:br>
              <a:rPr lang="en-US" altLang="zh-CN" dirty="0"/>
            </a:br>
            <a:br>
              <a:rPr lang="en-US" altLang="zh-CN" dirty="0"/>
            </a:br>
            <a:r>
              <a:rPr lang="zh-CN" altLang="en-US" dirty="0"/>
              <a:t>第二个阶段，交叉询问阶段，这是整个辩论的核心对抗环节。反方会针对正方开篇陈词里的论据、逻辑漏洞，提出针对性的尖锐质询，正方必须逐一辩护和回应。这个环节会进行多轮交互，目的就是通过一问一答的对抗，把新闻里的核心矛盾点、模糊点、可疑点全部充分暴露，不会放过任何一个细节。</a:t>
            </a:r>
            <a:br>
              <a:rPr lang="en-US" altLang="zh-CN" dirty="0"/>
            </a:br>
            <a:br>
              <a:rPr lang="en-US" altLang="zh-CN" dirty="0"/>
            </a:br>
            <a:r>
              <a:rPr lang="zh-CN" altLang="en-US" dirty="0"/>
              <a:t>第三个阶段，反驳阶段。正反双方会针对对方在前两个阶段提出的所有观点、论据、回应，进行针对性的反驳和证伪，进一步强化对抗，把核心争议点梳理得更清晰。</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kern="1200" dirty="0">
              <a:solidFill>
                <a:schemeClr val="tx1"/>
              </a:solidFill>
              <a:latin typeface="Times New Roman" panose="02020603050405020304" pitchFamily="18" charset="0"/>
              <a:ea typeface="+mn-ea"/>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第四个阶段，总结陈词阶段。正反双方分别梳理整个辩论的核心内容，重申自身的核心主张和关键论据，为整个辩论过程收尾。</a:t>
            </a:r>
            <a:br>
              <a:rPr lang="en-US" altLang="zh-CN" dirty="0"/>
            </a:br>
            <a:br>
              <a:rPr lang="en-US" altLang="zh-CN" dirty="0"/>
            </a:br>
            <a:r>
              <a:rPr lang="zh-CN" altLang="en-US" dirty="0"/>
              <a:t>通过这四个标准化的阶段，文章完全模拟了人类专业辩论的完整流程，确保新闻的每一个逻辑点</a:t>
            </a:r>
            <a:r>
              <a:rPr lang="zh-CN" altLang="en-US" sz="1200" b="0" kern="1200" dirty="0">
                <a:solidFill>
                  <a:schemeClr val="tx1"/>
                </a:solidFill>
                <a:effectLst/>
                <a:latin typeface="+mn-lt"/>
                <a:ea typeface="+mn-ea"/>
                <a:cs typeface="+mn-cs"/>
              </a:rPr>
              <a:t>都经过了正反双方的充分对抗和检验，真正实现了 “真理越辩越明”。</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kern="1200" dirty="0">
              <a:solidFill>
                <a:schemeClr val="tx1"/>
              </a:solidFill>
              <a:latin typeface="Times New Roman" panose="02020603050405020304" pitchFamily="18" charset="0"/>
              <a:ea typeface="+mn-ea"/>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9C69E6E2-0E6B-47CB-B7EB-1E721F806612}" type="slidenum">
              <a:rPr lang="zh-CN" altLang="en-US" smtClean="0"/>
              <a:t>12</a:t>
            </a:fld>
            <a:endParaRPr lang="zh-CN" altLang="en-US"/>
          </a:p>
        </p:txBody>
      </p:sp>
    </p:spTree>
    <p:extLst>
      <p:ext uri="{BB962C8B-B14F-4D97-AF65-F5344CB8AC3E}">
        <p14:creationId xmlns:p14="http://schemas.microsoft.com/office/powerpoint/2010/main" val="31308458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下面是第二个核心模块，也就是</a:t>
            </a:r>
            <a:r>
              <a:rPr lang="en-US" altLang="zh-CN" dirty="0">
                <a:latin typeface="Times New Roman" panose="02020603050405020304" pitchFamily="18" charset="0"/>
                <a:cs typeface="Times New Roman" panose="02020603050405020304" pitchFamily="18" charset="0"/>
              </a:rPr>
              <a:t>InsightFlow Agents</a:t>
            </a:r>
            <a:r>
              <a:rPr lang="zh-CN" altLang="en-US" dirty="0">
                <a:latin typeface="Times New Roman" panose="02020603050405020304" pitchFamily="18" charset="0"/>
                <a:cs typeface="Times New Roman" panose="02020603050405020304" pitchFamily="18" charset="0"/>
              </a:rPr>
              <a:t>。</a:t>
            </a:r>
            <a:endParaRPr lang="en-US" altLang="zh-CN" dirty="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这个模块的核心目标，是基于前面生成的完整辩论日志，完成专业的综合、分析和最终判断，输出可解释的检测结果。它包含两个协同工作的子智能体。</a:t>
            </a:r>
            <a:br>
              <a:rPr lang="en-US" altLang="zh-CN" dirty="0"/>
            </a:br>
            <a:br>
              <a:rPr lang="en-US" altLang="zh-CN" dirty="0"/>
            </a:br>
            <a:r>
              <a:rPr lang="zh-CN" altLang="en-US" dirty="0"/>
              <a:t>首先是综合智能体，它的核心职责，是对</a:t>
            </a:r>
            <a:r>
              <a:rPr lang="en-US" altLang="zh-CN" dirty="0">
                <a:solidFill>
                  <a:schemeClr val="bg1"/>
                </a:solidFill>
                <a:latin typeface="Times New Roman" panose="02020603050405020304" pitchFamily="18" charset="0"/>
                <a:cs typeface="Times New Roman" panose="02020603050405020304" pitchFamily="18" charset="0"/>
              </a:rPr>
              <a:t>DebateFlow Agents</a:t>
            </a:r>
            <a:r>
              <a:rPr lang="zh-CN" altLang="en-US" dirty="0">
                <a:solidFill>
                  <a:schemeClr val="bg1"/>
                </a:solidFill>
                <a:latin typeface="Times New Roman" panose="02020603050405020304" pitchFamily="18" charset="0"/>
                <a:cs typeface="Times New Roman" panose="02020603050405020304" pitchFamily="18" charset="0"/>
              </a:rPr>
              <a:t>中双方团队</a:t>
            </a:r>
            <a:r>
              <a:rPr lang="zh-CN" altLang="en-US" dirty="0"/>
              <a:t>长达多轮的辩论记录进行结构化提炼。因为辩论过程内容繁多，有大量交互细节，综合智能体会把这些内容梳理清晰，提炼出正反双方的核心立场、关键论据，为后续的深度分析提供支持。</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latin typeface="Times New Roman" panose="02020603050405020304" pitchFamily="18" charset="0"/>
                <a:cs typeface="Times New Roman" panose="02020603050405020304" pitchFamily="18" charset="0"/>
              </a:rPr>
              <a:t>其次是</a:t>
            </a:r>
            <a:r>
              <a:rPr lang="zh-CN" altLang="en-US" dirty="0"/>
              <a:t>分析智能体，这是最终输出判断结果的核心模块，其中包括两个关键设计。</a:t>
            </a:r>
            <a:br>
              <a:rPr lang="en-US" altLang="zh-CN" dirty="0"/>
            </a:br>
            <a:br>
              <a:rPr lang="en-US" altLang="zh-CN" dirty="0"/>
            </a:br>
            <a:r>
              <a:rPr lang="zh-CN" altLang="en-US" dirty="0"/>
              <a:t>第一个是角色感知编码器，它会融入不同辩论角色的嵌入信息，区分不同立场、不同辩论阶段的观点权重，给（更有说服力、更有证据支撑的观点）更高的权重，而不是把正反双方的观点同等看待。</a:t>
            </a:r>
            <a:br>
              <a:rPr lang="en-US" altLang="zh-CN" dirty="0"/>
            </a:br>
            <a:br>
              <a:rPr lang="en-US" altLang="zh-CN" dirty="0"/>
            </a:br>
            <a:r>
              <a:rPr lang="zh-CN" altLang="en-US" dirty="0"/>
              <a:t>第二个是辩论图构建，我们以辩论的四个阶段为节点，以观点的交互为边，构建结构化的辩论图，建模整个辩论过程中观点的传递和对抗关系，更精准地捕捉核心的逻辑矛盾和证据缺陷。</a:t>
            </a:r>
            <a:br>
              <a:rPr lang="en-US" altLang="zh-CN" dirty="0"/>
            </a:br>
            <a:br>
              <a:rPr lang="en-US" altLang="zh-CN" dirty="0"/>
            </a:br>
            <a:r>
              <a:rPr lang="zh-CN" altLang="en-US" dirty="0"/>
              <a:t>最终，分析智能体会输出新闻真实性的二元判断和一份完整的可解释性分析报告，明确给出判断的核心依据，完全解决了传统方法黑箱输出的问题。</a:t>
            </a:r>
            <a:endParaRPr lang="en-US" altLang="zh-CN" dirty="0"/>
          </a:p>
        </p:txBody>
      </p:sp>
      <p:sp>
        <p:nvSpPr>
          <p:cNvPr id="4" name="灯片编号占位符 3"/>
          <p:cNvSpPr>
            <a:spLocks noGrp="1"/>
          </p:cNvSpPr>
          <p:nvPr>
            <p:ph type="sldNum" sz="quarter" idx="5"/>
          </p:nvPr>
        </p:nvSpPr>
        <p:spPr/>
        <p:txBody>
          <a:bodyPr/>
          <a:lstStyle/>
          <a:p>
            <a:fld id="{9C69E6E2-0E6B-47CB-B7EB-1E721F806612}" type="slidenum">
              <a:rPr lang="zh-CN" altLang="en-US" smtClean="0"/>
              <a:t>13</a:t>
            </a:fld>
            <a:endParaRPr lang="zh-CN" altLang="en-US"/>
          </a:p>
        </p:txBody>
      </p:sp>
    </p:spTree>
    <p:extLst>
      <p:ext uri="{BB962C8B-B14F-4D97-AF65-F5344CB8AC3E}">
        <p14:creationId xmlns:p14="http://schemas.microsoft.com/office/powerpoint/2010/main" val="40795907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第五部分介绍实验验证与结果分析</a:t>
            </a:r>
          </a:p>
          <a:p>
            <a:endParaRPr lang="zh-CN" altLang="en-US" dirty="0"/>
          </a:p>
        </p:txBody>
      </p:sp>
      <p:sp>
        <p:nvSpPr>
          <p:cNvPr id="4" name="灯片编号占位符 3"/>
          <p:cNvSpPr>
            <a:spLocks noGrp="1"/>
          </p:cNvSpPr>
          <p:nvPr>
            <p:ph type="sldNum" sz="quarter" idx="5"/>
          </p:nvPr>
        </p:nvSpPr>
        <p:spPr/>
        <p:txBody>
          <a:bodyPr/>
          <a:lstStyle/>
          <a:p>
            <a:fld id="{9C69E6E2-0E6B-47CB-B7EB-1E721F806612}" type="slidenum">
              <a:rPr lang="zh-CN" altLang="en-US" smtClean="0"/>
              <a:t>14</a:t>
            </a:fld>
            <a:endParaRPr lang="zh-CN" altLang="en-US"/>
          </a:p>
        </p:txBody>
      </p:sp>
    </p:spTree>
    <p:extLst>
      <p:ext uri="{BB962C8B-B14F-4D97-AF65-F5344CB8AC3E}">
        <p14:creationId xmlns:p14="http://schemas.microsoft.com/office/powerpoint/2010/main" val="19190663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首先是数据集，文章采用了中英文两个核心数据集，分别是 </a:t>
            </a:r>
            <a:r>
              <a:rPr lang="en-US" altLang="zh-CN" dirty="0"/>
              <a:t>ARG-EN </a:t>
            </a:r>
            <a:r>
              <a:rPr lang="zh-CN" altLang="en-US" dirty="0"/>
              <a:t>和 </a:t>
            </a:r>
            <a:r>
              <a:rPr lang="en-US" altLang="zh-CN" dirty="0"/>
              <a:t>ARG-CN</a:t>
            </a:r>
            <a:r>
              <a:rPr lang="zh-CN" altLang="en-US" dirty="0"/>
              <a:t>，他们是</a:t>
            </a:r>
            <a:r>
              <a:rPr lang="zh-CN" altLang="en-US" sz="1200" b="0" i="0" kern="1200" dirty="0">
                <a:solidFill>
                  <a:schemeClr val="tx1"/>
                </a:solidFill>
                <a:effectLst/>
                <a:latin typeface="+mn-lt"/>
                <a:ea typeface="+mn-ea"/>
                <a:cs typeface="+mn-cs"/>
              </a:rPr>
              <a:t>虚假新闻检测领域的经典开源数据集</a:t>
            </a:r>
            <a:r>
              <a:rPr lang="zh-CN" altLang="en-US" dirty="0"/>
              <a:t>。</a:t>
            </a:r>
            <a:br>
              <a:rPr lang="en-US" altLang="zh-CN" dirty="0"/>
            </a:br>
            <a:br>
              <a:rPr lang="en-US" altLang="zh-CN" dirty="0"/>
            </a:br>
            <a:r>
              <a:rPr lang="zh-CN" altLang="en-US" dirty="0"/>
              <a:t>其中 </a:t>
            </a:r>
            <a:r>
              <a:rPr lang="en-US" altLang="zh-CN" dirty="0"/>
              <a:t>ARG-EN </a:t>
            </a:r>
            <a:r>
              <a:rPr lang="zh-CN" altLang="en-US" dirty="0"/>
              <a:t>是英文数据集，</a:t>
            </a:r>
            <a:r>
              <a:rPr lang="zh-CN" altLang="en-US" sz="1200" kern="1200" dirty="0">
                <a:solidFill>
                  <a:schemeClr val="tx1"/>
                </a:solidFill>
                <a:latin typeface="+mj-ea"/>
                <a:ea typeface="+mn-ea"/>
                <a:cs typeface="Times New Roman" panose="02020603050405020304" pitchFamily="18" charset="0"/>
              </a:rPr>
              <a:t>主要收集了在英文互联网上广泛传播的新闻内容。</a:t>
            </a:r>
            <a:r>
              <a:rPr lang="zh-CN" altLang="en-US" sz="1200" b="0" i="0" kern="1200" dirty="0">
                <a:solidFill>
                  <a:schemeClr val="tx1"/>
                </a:solidFill>
                <a:effectLst/>
                <a:latin typeface="+mn-lt"/>
                <a:ea typeface="+mn-ea"/>
                <a:cs typeface="+mn-cs"/>
              </a:rPr>
              <a:t>这类新闻往往包含复杂的社会事件、政治以及娱乐八卦，具有极强的煽动性和迷惑性。</a:t>
            </a:r>
            <a:r>
              <a:rPr lang="zh-CN" altLang="en-US" sz="1200" kern="1200" dirty="0">
                <a:solidFill>
                  <a:schemeClr val="tx1"/>
                </a:solidFill>
                <a:latin typeface="+mj-ea"/>
                <a:ea typeface="+mn-ea"/>
                <a:cs typeface="Times New Roman" panose="02020603050405020304" pitchFamily="18" charset="0"/>
              </a:rPr>
              <a:t>总共包含</a:t>
            </a:r>
            <a:r>
              <a:rPr lang="en-US" altLang="zh-CN" sz="1200" kern="1200" dirty="0">
                <a:solidFill>
                  <a:schemeClr val="tx1"/>
                </a:solidFill>
                <a:latin typeface="+mj-ea"/>
                <a:ea typeface="+mn-ea"/>
                <a:cs typeface="Times New Roman" panose="02020603050405020304" pitchFamily="18" charset="0"/>
              </a:rPr>
              <a:t>6416</a:t>
            </a:r>
            <a:r>
              <a:rPr lang="zh-CN" altLang="en-US" sz="1200" kern="1200" dirty="0">
                <a:solidFill>
                  <a:schemeClr val="tx1"/>
                </a:solidFill>
                <a:latin typeface="+mj-ea"/>
                <a:ea typeface="+mn-ea"/>
                <a:cs typeface="Times New Roman" panose="02020603050405020304" pitchFamily="18" charset="0"/>
              </a:rPr>
              <a:t>条数据。</a:t>
            </a:r>
            <a:br>
              <a:rPr lang="en-US" altLang="zh-CN" sz="1200" kern="1200" dirty="0">
                <a:solidFill>
                  <a:schemeClr val="tx1"/>
                </a:solidFill>
                <a:latin typeface="+mj-ea"/>
                <a:ea typeface="+mn-ea"/>
                <a:cs typeface="Times New Roman" panose="02020603050405020304" pitchFamily="18" charset="0"/>
              </a:rPr>
            </a:br>
            <a:endParaRPr lang="zh-CN" altLang="en-US" sz="1200" kern="1200" dirty="0">
              <a:solidFill>
                <a:schemeClr val="tx1"/>
              </a:solidFill>
              <a:latin typeface="+mj-ea"/>
              <a:ea typeface="+mn-ea"/>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ARG-CN</a:t>
            </a:r>
            <a:r>
              <a:rPr lang="zh-CN" altLang="en-US" dirty="0"/>
              <a:t>是中文数据集，</a:t>
            </a:r>
            <a:r>
              <a:rPr lang="zh-CN" altLang="en-US" sz="1200" b="0" i="0" kern="1200" dirty="0">
                <a:solidFill>
                  <a:schemeClr val="tx1"/>
                </a:solidFill>
                <a:effectLst/>
                <a:latin typeface="+mn-lt"/>
                <a:ea typeface="+mn-ea"/>
                <a:cs typeface="+mn-cs"/>
              </a:rPr>
              <a:t>抓取自中国最大的社交媒体平台</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新浪微博。其内容覆盖了社会、健康、灾难、政治、科学等多个极具现实意义的垂直领域。总共包含</a:t>
            </a:r>
            <a:r>
              <a:rPr lang="en-US" altLang="zh-CN" sz="1200" b="0" i="0" kern="1200" dirty="0">
                <a:solidFill>
                  <a:schemeClr val="tx1"/>
                </a:solidFill>
                <a:effectLst/>
                <a:latin typeface="+mn-lt"/>
                <a:ea typeface="+mn-ea"/>
                <a:cs typeface="+mn-cs"/>
              </a:rPr>
              <a:t>9106</a:t>
            </a:r>
            <a:r>
              <a:rPr lang="zh-CN" altLang="en-US" sz="1200" b="0" i="0" kern="1200" dirty="0">
                <a:solidFill>
                  <a:schemeClr val="tx1"/>
                </a:solidFill>
                <a:effectLst/>
                <a:latin typeface="+mn-lt"/>
                <a:ea typeface="+mn-ea"/>
                <a:cs typeface="+mn-cs"/>
              </a:rPr>
              <a:t>条数据。</a:t>
            </a:r>
            <a:endParaRPr lang="zh-CN" altLang="en-US" sz="1200" kern="1200" dirty="0">
              <a:solidFill>
                <a:schemeClr val="tx1"/>
              </a:solidFill>
              <a:latin typeface="+mj-ea"/>
              <a:ea typeface="+mn-ea"/>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9C69E6E2-0E6B-47CB-B7EB-1E721F806612}" type="slidenum">
              <a:rPr lang="zh-CN" altLang="en-US" smtClean="0"/>
              <a:t>15</a:t>
            </a:fld>
            <a:endParaRPr lang="zh-CN" altLang="en-US"/>
          </a:p>
        </p:txBody>
      </p:sp>
    </p:spTree>
    <p:extLst>
      <p:ext uri="{BB962C8B-B14F-4D97-AF65-F5344CB8AC3E}">
        <p14:creationId xmlns:p14="http://schemas.microsoft.com/office/powerpoint/2010/main" val="22179100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然后是对比基线与评价指标。</a:t>
            </a:r>
            <a:br>
              <a:rPr lang="en-US" altLang="zh-CN" dirty="0"/>
            </a:br>
            <a:br>
              <a:rPr lang="en-US" altLang="zh-CN" dirty="0"/>
            </a:br>
            <a:r>
              <a:rPr lang="zh-CN" altLang="en-US" dirty="0"/>
              <a:t>在对比基线部分文章设置了四大类基线，全面覆盖了现有虚假新闻检测的主流方法，包括大语言模型，传统小模型，大小模型结合方法以及现有的多智能体基线方法。</a:t>
            </a:r>
            <a:br>
              <a:rPr lang="en-US" altLang="zh-CN" dirty="0"/>
            </a:br>
            <a:br>
              <a:rPr lang="en-US" altLang="zh-CN" dirty="0"/>
            </a:br>
            <a:r>
              <a:rPr lang="zh-CN" altLang="en-US" dirty="0"/>
              <a:t>评价指标使用了准确率、宏 </a:t>
            </a:r>
            <a:r>
              <a:rPr lang="en-US" altLang="zh-CN" dirty="0"/>
              <a:t>F1 </a:t>
            </a:r>
            <a:r>
              <a:rPr lang="zh-CN" altLang="en-US" dirty="0"/>
              <a:t>值和</a:t>
            </a:r>
            <a:r>
              <a:rPr lang="en-US" altLang="zh-CN" dirty="0"/>
              <a:t>F1</a:t>
            </a:r>
            <a:r>
              <a:rPr lang="zh-CN" altLang="en-US" dirty="0"/>
              <a:t>分数三个指标。</a:t>
            </a:r>
          </a:p>
        </p:txBody>
      </p:sp>
      <p:sp>
        <p:nvSpPr>
          <p:cNvPr id="4" name="灯片编号占位符 3"/>
          <p:cNvSpPr>
            <a:spLocks noGrp="1"/>
          </p:cNvSpPr>
          <p:nvPr>
            <p:ph type="sldNum" sz="quarter" idx="5"/>
          </p:nvPr>
        </p:nvSpPr>
        <p:spPr/>
        <p:txBody>
          <a:bodyPr/>
          <a:lstStyle/>
          <a:p>
            <a:fld id="{9C69E6E2-0E6B-47CB-B7EB-1E721F806612}" type="slidenum">
              <a:rPr lang="zh-CN" altLang="en-US" smtClean="0"/>
              <a:t>16</a:t>
            </a:fld>
            <a:endParaRPr lang="zh-CN" altLang="en-US"/>
          </a:p>
        </p:txBody>
      </p:sp>
    </p:spTree>
    <p:extLst>
      <p:ext uri="{BB962C8B-B14F-4D97-AF65-F5344CB8AC3E}">
        <p14:creationId xmlns:p14="http://schemas.microsoft.com/office/powerpoint/2010/main" val="172238614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下面是实验结果。</a:t>
            </a:r>
            <a:br>
              <a:rPr lang="en-US" altLang="zh-CN" dirty="0"/>
            </a:br>
            <a:br>
              <a:rPr lang="en-US" altLang="zh-CN" dirty="0"/>
            </a:br>
            <a:r>
              <a:rPr lang="zh-CN" altLang="en-US" dirty="0"/>
              <a:t>可以看到 </a:t>
            </a:r>
            <a:r>
              <a:rPr lang="en-US" altLang="zh-CN" dirty="0"/>
              <a:t>TED </a:t>
            </a:r>
            <a:r>
              <a:rPr lang="zh-CN" altLang="en-US" dirty="0"/>
              <a:t>框架</a:t>
            </a:r>
            <a:r>
              <a:rPr lang="en-US" altLang="zh-CN" dirty="0"/>
              <a:t> </a:t>
            </a:r>
            <a:r>
              <a:rPr lang="zh-CN" altLang="en-US" dirty="0"/>
              <a:t>在中英文两个数据集上</a:t>
            </a:r>
            <a:r>
              <a:rPr lang="zh-CN" altLang="en-US" sz="1200" b="1" kern="1200" dirty="0">
                <a:solidFill>
                  <a:schemeClr val="tx1"/>
                </a:solidFill>
                <a:effectLst/>
                <a:latin typeface="+mn-lt"/>
                <a:ea typeface="+mn-ea"/>
                <a:cs typeface="+mn-cs"/>
              </a:rPr>
              <a:t>全面超越所有基线模型</a:t>
            </a:r>
            <a:r>
              <a:rPr lang="zh-CN" altLang="en-US" dirty="0"/>
              <a:t>，取得 </a:t>
            </a:r>
            <a:r>
              <a:rPr lang="en-US" altLang="zh-CN" dirty="0"/>
              <a:t>SOTA </a:t>
            </a:r>
            <a:r>
              <a:rPr lang="zh-CN" altLang="en-US" dirty="0"/>
              <a:t>性能，核心指标均为最优。</a:t>
            </a:r>
          </a:p>
        </p:txBody>
      </p:sp>
      <p:sp>
        <p:nvSpPr>
          <p:cNvPr id="4" name="灯片编号占位符 3"/>
          <p:cNvSpPr>
            <a:spLocks noGrp="1"/>
          </p:cNvSpPr>
          <p:nvPr>
            <p:ph type="sldNum" sz="quarter" idx="5"/>
          </p:nvPr>
        </p:nvSpPr>
        <p:spPr/>
        <p:txBody>
          <a:bodyPr/>
          <a:lstStyle/>
          <a:p>
            <a:fld id="{9C69E6E2-0E6B-47CB-B7EB-1E721F806612}" type="slidenum">
              <a:rPr lang="zh-CN" altLang="en-US" smtClean="0"/>
              <a:t>17</a:t>
            </a:fld>
            <a:endParaRPr lang="zh-CN" altLang="en-US"/>
          </a:p>
        </p:txBody>
      </p:sp>
    </p:spTree>
    <p:extLst>
      <p:ext uri="{BB962C8B-B14F-4D97-AF65-F5344CB8AC3E}">
        <p14:creationId xmlns:p14="http://schemas.microsoft.com/office/powerpoint/2010/main" val="91536321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文章还进行了消融实验，以评估</a:t>
            </a:r>
            <a:r>
              <a:rPr lang="en-US" altLang="zh-CN" dirty="0"/>
              <a:t>TED</a:t>
            </a:r>
            <a:r>
              <a:rPr lang="zh-CN" altLang="en-US" dirty="0"/>
              <a:t>框架中每个组件的影响。</a:t>
            </a:r>
            <a:br>
              <a:rPr lang="en-US" altLang="zh-CN" dirty="0"/>
            </a:b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移除 </a:t>
            </a:r>
            <a:r>
              <a:rPr lang="en-US" altLang="zh-CN" dirty="0">
                <a:latin typeface="Times New Roman" panose="02020603050405020304" pitchFamily="18" charset="0"/>
                <a:cs typeface="Times New Roman" panose="02020603050405020304" pitchFamily="18" charset="0"/>
              </a:rPr>
              <a:t>DebateFlow</a:t>
            </a: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Agents </a:t>
            </a:r>
            <a:r>
              <a:rPr lang="zh-CN" altLang="en-US" dirty="0">
                <a:latin typeface="Times New Roman" panose="02020603050405020304" pitchFamily="18" charset="0"/>
                <a:cs typeface="Times New Roman" panose="02020603050405020304" pitchFamily="18" charset="0"/>
              </a:rPr>
              <a:t>会导致</a:t>
            </a:r>
            <a:r>
              <a:rPr lang="en-US" altLang="zh-CN" dirty="0">
                <a:latin typeface="Times New Roman" panose="02020603050405020304" pitchFamily="18" charset="0"/>
                <a:cs typeface="Times New Roman" panose="02020603050405020304" pitchFamily="18" charset="0"/>
              </a:rPr>
              <a:t> </a:t>
            </a:r>
            <a:r>
              <a:rPr lang="en-US" altLang="zh-CN" sz="1200" kern="1200" dirty="0">
                <a:solidFill>
                  <a:schemeClr val="dk1"/>
                </a:solidFill>
                <a:latin typeface="Times New Roman" panose="02020603050405020304" pitchFamily="18" charset="0"/>
                <a:ea typeface="+mn-ea"/>
                <a:cs typeface="Times New Roman" panose="02020603050405020304" pitchFamily="18" charset="0"/>
              </a:rPr>
              <a:t>ARG-EN</a:t>
            </a:r>
            <a:r>
              <a:rPr lang="zh-CN" altLang="en-US" sz="1200" kern="1200" dirty="0">
                <a:solidFill>
                  <a:schemeClr val="dk1"/>
                </a:solidFill>
                <a:latin typeface="Times New Roman" panose="02020603050405020304" pitchFamily="18" charset="0"/>
                <a:ea typeface="+mn-ea"/>
                <a:cs typeface="Times New Roman" panose="02020603050405020304" pitchFamily="18" charset="0"/>
              </a:rPr>
              <a:t>上的</a:t>
            </a:r>
            <a:r>
              <a:rPr lang="en-US" altLang="zh-CN" sz="1200" kern="1200" dirty="0">
                <a:solidFill>
                  <a:schemeClr val="dk1"/>
                </a:solidFill>
                <a:latin typeface="Times New Roman" panose="02020603050405020304" pitchFamily="18" charset="0"/>
                <a:ea typeface="+mn-ea"/>
                <a:cs typeface="Times New Roman" panose="02020603050405020304" pitchFamily="18" charset="0"/>
              </a:rPr>
              <a:t>macF1</a:t>
            </a:r>
            <a:r>
              <a:rPr lang="zh-CN" altLang="en-US" sz="1200" kern="1200" dirty="0">
                <a:solidFill>
                  <a:schemeClr val="dk1"/>
                </a:solidFill>
                <a:latin typeface="Times New Roman" panose="02020603050405020304" pitchFamily="18" charset="0"/>
                <a:ea typeface="+mn-ea"/>
                <a:cs typeface="Times New Roman" panose="02020603050405020304" pitchFamily="18" charset="0"/>
              </a:rPr>
              <a:t>分数降低约</a:t>
            </a:r>
            <a:r>
              <a:rPr lang="en-US" altLang="zh-CN" sz="1200" kern="1200" dirty="0">
                <a:solidFill>
                  <a:schemeClr val="dk1"/>
                </a:solidFill>
                <a:latin typeface="Times New Roman" panose="02020603050405020304" pitchFamily="18" charset="0"/>
                <a:ea typeface="+mn-ea"/>
                <a:cs typeface="Times New Roman" panose="02020603050405020304" pitchFamily="18" charset="0"/>
              </a:rPr>
              <a:t>2.3%</a:t>
            </a:r>
            <a:r>
              <a:rPr lang="zh-CN" altLang="en-US" sz="1200" kern="1200" dirty="0">
                <a:solidFill>
                  <a:schemeClr val="dk1"/>
                </a:solidFill>
                <a:latin typeface="Times New Roman" panose="02020603050405020304" pitchFamily="18" charset="0"/>
                <a:ea typeface="+mn-ea"/>
                <a:cs typeface="Times New Roman" panose="02020603050405020304" pitchFamily="18" charset="0"/>
              </a:rPr>
              <a:t> ， </a:t>
            </a:r>
            <a:r>
              <a:rPr lang="en-US" altLang="zh-CN" sz="1200" kern="1200" dirty="0">
                <a:solidFill>
                  <a:schemeClr val="dk1"/>
                </a:solidFill>
                <a:latin typeface="Times New Roman" panose="02020603050405020304" pitchFamily="18" charset="0"/>
                <a:ea typeface="+mn-ea"/>
                <a:cs typeface="Times New Roman" panose="02020603050405020304" pitchFamily="18" charset="0"/>
              </a:rPr>
              <a:t>ARG‐CN</a:t>
            </a:r>
            <a:r>
              <a:rPr lang="zh-CN" altLang="en-US" sz="1200" kern="1200" dirty="0">
                <a:solidFill>
                  <a:schemeClr val="dk1"/>
                </a:solidFill>
                <a:latin typeface="Times New Roman" panose="02020603050405020304" pitchFamily="18" charset="0"/>
                <a:ea typeface="+mn-ea"/>
                <a:cs typeface="Times New Roman" panose="02020603050405020304" pitchFamily="18" charset="0"/>
              </a:rPr>
              <a:t>上的</a:t>
            </a:r>
            <a:r>
              <a:rPr lang="en-US" altLang="zh-CN" sz="1200" kern="1200" dirty="0">
                <a:solidFill>
                  <a:schemeClr val="dk1"/>
                </a:solidFill>
                <a:latin typeface="Times New Roman" panose="02020603050405020304" pitchFamily="18" charset="0"/>
                <a:ea typeface="+mn-ea"/>
                <a:cs typeface="Times New Roman" panose="02020603050405020304" pitchFamily="18" charset="0"/>
              </a:rPr>
              <a:t>macF1</a:t>
            </a:r>
            <a:r>
              <a:rPr lang="zh-CN" altLang="en-US" sz="1200" kern="1200" dirty="0">
                <a:solidFill>
                  <a:schemeClr val="dk1"/>
                </a:solidFill>
                <a:latin typeface="Times New Roman" panose="02020603050405020304" pitchFamily="18" charset="0"/>
                <a:ea typeface="+mn-ea"/>
                <a:cs typeface="Times New Roman" panose="02020603050405020304" pitchFamily="18" charset="0"/>
              </a:rPr>
              <a:t>分数降低约</a:t>
            </a:r>
            <a:r>
              <a:rPr lang="en-US" altLang="zh-CN" sz="1200" kern="1200" dirty="0">
                <a:solidFill>
                  <a:schemeClr val="dk1"/>
                </a:solidFill>
                <a:latin typeface="Times New Roman" panose="02020603050405020304" pitchFamily="18" charset="0"/>
                <a:ea typeface="+mn-ea"/>
                <a:cs typeface="Times New Roman" panose="02020603050405020304" pitchFamily="18" charset="0"/>
              </a:rPr>
              <a:t>2.8% </a:t>
            </a:r>
            <a:r>
              <a:rPr lang="zh-CN" altLang="en-US" sz="1200" kern="1200" dirty="0">
                <a:solidFill>
                  <a:schemeClr val="dk1"/>
                </a:solidFill>
                <a:latin typeface="Times New Roman" panose="02020603050405020304" pitchFamily="18" charset="0"/>
                <a:ea typeface="+mn-ea"/>
                <a:cs typeface="Times New Roman" panose="02020603050405020304" pitchFamily="18" charset="0"/>
              </a:rPr>
              <a:t>，这</a:t>
            </a:r>
            <a:r>
              <a:rPr lang="zh-CN" altLang="en-US" sz="1200" kern="1200" dirty="0">
                <a:solidFill>
                  <a:schemeClr val="dk1"/>
                </a:solidFill>
                <a:latin typeface="+mn-lt"/>
                <a:ea typeface="+mn-ea"/>
                <a:cs typeface="+mn-cs"/>
              </a:rPr>
              <a:t>突出了结构化辩论过程在促进多视角分析方面的重要性</a:t>
            </a:r>
            <a:r>
              <a:rPr lang="en-US" altLang="zh-CN" sz="1200" kern="1200" dirty="0">
                <a:solidFill>
                  <a:schemeClr val="dk1"/>
                </a:solidFill>
                <a:latin typeface="+mn-lt"/>
                <a:ea typeface="+mn-ea"/>
                <a:cs typeface="+mn-cs"/>
              </a:rPr>
              <a:t>,</a:t>
            </a:r>
            <a:r>
              <a:rPr lang="zh-CN" altLang="en-US" sz="1200" kern="1200" dirty="0">
                <a:solidFill>
                  <a:schemeClr val="dk1"/>
                </a:solidFill>
                <a:latin typeface="+mn-lt"/>
                <a:ea typeface="+mn-ea"/>
                <a:cs typeface="+mn-cs"/>
              </a:rPr>
              <a:t>这对于准确确定新闻项的真实性至关重要。</a:t>
            </a:r>
            <a:endParaRPr lang="en-US" altLang="zh-CN" sz="1200" kern="1200" dirty="0">
              <a:solidFill>
                <a:schemeClr val="dk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br>
              <a:rPr lang="en-US" altLang="zh-CN" sz="1200" kern="1200" dirty="0">
                <a:solidFill>
                  <a:schemeClr val="dk1"/>
                </a:solidFill>
                <a:latin typeface="+mn-lt"/>
                <a:ea typeface="+mn-ea"/>
                <a:cs typeface="+mn-cs"/>
              </a:rPr>
            </a:br>
            <a:r>
              <a:rPr lang="zh-CN" altLang="en-US" sz="1200" kern="1200" dirty="0">
                <a:solidFill>
                  <a:schemeClr val="dk1"/>
                </a:solidFill>
                <a:latin typeface="+mn-lt"/>
                <a:ea typeface="+mn-ea"/>
                <a:cs typeface="+mn-cs"/>
              </a:rPr>
              <a:t>移除综合智能体会导致 </a:t>
            </a:r>
            <a:r>
              <a:rPr lang="en-US" altLang="zh-CN" sz="1200" kern="1200" dirty="0">
                <a:solidFill>
                  <a:schemeClr val="dk1"/>
                </a:solidFill>
                <a:latin typeface="Times New Roman" panose="02020603050405020304" pitchFamily="18" charset="0"/>
                <a:ea typeface="+mn-ea"/>
                <a:cs typeface="Times New Roman" panose="02020603050405020304" pitchFamily="18" charset="0"/>
              </a:rPr>
              <a:t>ARG-EN</a:t>
            </a:r>
            <a:r>
              <a:rPr lang="zh-CN" altLang="en-US" sz="1200" kern="1200" dirty="0">
                <a:solidFill>
                  <a:schemeClr val="dk1"/>
                </a:solidFill>
                <a:latin typeface="Times New Roman" panose="02020603050405020304" pitchFamily="18" charset="0"/>
                <a:ea typeface="+mn-ea"/>
                <a:cs typeface="Times New Roman" panose="02020603050405020304" pitchFamily="18" charset="0"/>
              </a:rPr>
              <a:t>上的</a:t>
            </a:r>
            <a:r>
              <a:rPr lang="en-US" altLang="zh-CN" sz="1200" kern="1200" dirty="0">
                <a:solidFill>
                  <a:schemeClr val="dk1"/>
                </a:solidFill>
                <a:latin typeface="Times New Roman" panose="02020603050405020304" pitchFamily="18" charset="0"/>
                <a:ea typeface="+mn-ea"/>
                <a:cs typeface="Times New Roman" panose="02020603050405020304" pitchFamily="18" charset="0"/>
              </a:rPr>
              <a:t>macF1</a:t>
            </a:r>
            <a:r>
              <a:rPr lang="zh-CN" altLang="en-US" sz="1200" kern="1200" dirty="0">
                <a:solidFill>
                  <a:schemeClr val="dk1"/>
                </a:solidFill>
                <a:latin typeface="Times New Roman" panose="02020603050405020304" pitchFamily="18" charset="0"/>
                <a:ea typeface="+mn-ea"/>
                <a:cs typeface="Times New Roman" panose="02020603050405020304" pitchFamily="18" charset="0"/>
              </a:rPr>
              <a:t>分数降低约</a:t>
            </a:r>
            <a:r>
              <a:rPr lang="en-US" altLang="zh-CN" sz="1200" kern="1200" dirty="0">
                <a:solidFill>
                  <a:schemeClr val="dk1"/>
                </a:solidFill>
                <a:latin typeface="Times New Roman" panose="02020603050405020304" pitchFamily="18" charset="0"/>
                <a:ea typeface="+mn-ea"/>
                <a:cs typeface="Times New Roman" panose="02020603050405020304" pitchFamily="18" charset="0"/>
              </a:rPr>
              <a:t>1.1%</a:t>
            </a:r>
            <a:r>
              <a:rPr lang="zh-CN" altLang="en-US" sz="1200" kern="1200" dirty="0">
                <a:solidFill>
                  <a:schemeClr val="dk1"/>
                </a:solidFill>
                <a:latin typeface="Times New Roman" panose="02020603050405020304" pitchFamily="18" charset="0"/>
                <a:ea typeface="+mn-ea"/>
                <a:cs typeface="Times New Roman" panose="02020603050405020304" pitchFamily="18" charset="0"/>
              </a:rPr>
              <a:t> ， </a:t>
            </a:r>
            <a:r>
              <a:rPr lang="en-US" altLang="zh-CN" sz="1200" kern="1200" dirty="0">
                <a:solidFill>
                  <a:schemeClr val="dk1"/>
                </a:solidFill>
                <a:latin typeface="Times New Roman" panose="02020603050405020304" pitchFamily="18" charset="0"/>
                <a:ea typeface="+mn-ea"/>
                <a:cs typeface="Times New Roman" panose="02020603050405020304" pitchFamily="18" charset="0"/>
              </a:rPr>
              <a:t>ARG‐CN</a:t>
            </a:r>
            <a:r>
              <a:rPr lang="zh-CN" altLang="en-US" sz="1200" kern="1200" dirty="0">
                <a:solidFill>
                  <a:schemeClr val="dk1"/>
                </a:solidFill>
                <a:latin typeface="Times New Roman" panose="02020603050405020304" pitchFamily="18" charset="0"/>
                <a:ea typeface="+mn-ea"/>
                <a:cs typeface="Times New Roman" panose="02020603050405020304" pitchFamily="18" charset="0"/>
              </a:rPr>
              <a:t>上的</a:t>
            </a:r>
            <a:r>
              <a:rPr lang="en-US" altLang="zh-CN" sz="1200" kern="1200" dirty="0">
                <a:solidFill>
                  <a:schemeClr val="dk1"/>
                </a:solidFill>
                <a:latin typeface="Times New Roman" panose="02020603050405020304" pitchFamily="18" charset="0"/>
                <a:ea typeface="+mn-ea"/>
                <a:cs typeface="Times New Roman" panose="02020603050405020304" pitchFamily="18" charset="0"/>
              </a:rPr>
              <a:t>macF1</a:t>
            </a:r>
            <a:r>
              <a:rPr lang="zh-CN" altLang="en-US" sz="1200" kern="1200" dirty="0">
                <a:solidFill>
                  <a:schemeClr val="dk1"/>
                </a:solidFill>
                <a:latin typeface="Times New Roman" panose="02020603050405020304" pitchFamily="18" charset="0"/>
                <a:ea typeface="+mn-ea"/>
                <a:cs typeface="Times New Roman" panose="02020603050405020304" pitchFamily="18" charset="0"/>
              </a:rPr>
              <a:t>分数降低约</a:t>
            </a:r>
            <a:r>
              <a:rPr lang="en-US" altLang="zh-CN" sz="1200" kern="1200" dirty="0">
                <a:solidFill>
                  <a:schemeClr val="dk1"/>
                </a:solidFill>
                <a:latin typeface="Times New Roman" panose="02020603050405020304" pitchFamily="18" charset="0"/>
                <a:ea typeface="+mn-ea"/>
                <a:cs typeface="Times New Roman" panose="02020603050405020304" pitchFamily="18" charset="0"/>
              </a:rPr>
              <a:t>2.4% </a:t>
            </a:r>
            <a:r>
              <a:rPr lang="zh-CN" altLang="en-US" sz="1200" kern="1200" dirty="0">
                <a:solidFill>
                  <a:schemeClr val="dk1"/>
                </a:solidFill>
                <a:latin typeface="Times New Roman" panose="02020603050405020304" pitchFamily="18" charset="0"/>
                <a:ea typeface="+mn-ea"/>
                <a:cs typeface="Times New Roman" panose="02020603050405020304" pitchFamily="18" charset="0"/>
              </a:rPr>
              <a:t>，这</a:t>
            </a:r>
            <a:r>
              <a:rPr lang="zh-CN" altLang="en-US" sz="1200" kern="1200" dirty="0">
                <a:solidFill>
                  <a:schemeClr val="dk1"/>
                </a:solidFill>
                <a:latin typeface="+mn-lt"/>
                <a:ea typeface="+mn-ea"/>
                <a:cs typeface="+mn-cs"/>
              </a:rPr>
              <a:t>突出了合成智能体在将辩论交互整合为连贯摘要中的关键作用</a:t>
            </a:r>
            <a:r>
              <a:rPr lang="en-US" altLang="zh-CN" sz="1200" kern="1200" dirty="0">
                <a:solidFill>
                  <a:schemeClr val="dk1"/>
                </a:solidFill>
                <a:latin typeface="+mn-lt"/>
                <a:ea typeface="+mn-ea"/>
                <a:cs typeface="+mn-cs"/>
              </a:rPr>
              <a:t>,</a:t>
            </a:r>
            <a:r>
              <a:rPr lang="zh-CN" altLang="en-US" sz="1200" kern="1200" dirty="0">
                <a:solidFill>
                  <a:schemeClr val="dk1"/>
                </a:solidFill>
                <a:latin typeface="+mn-lt"/>
                <a:ea typeface="+mn-ea"/>
                <a:cs typeface="+mn-cs"/>
              </a:rPr>
              <a:t>从而增强了模型整合不同论点进行精确分类的能力</a:t>
            </a: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200" kern="1200" dirty="0">
              <a:solidFill>
                <a:schemeClr val="dk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移除分析智能体会导致 </a:t>
            </a:r>
            <a:r>
              <a:rPr lang="en-US" altLang="zh-CN" sz="1200" kern="1200" dirty="0">
                <a:solidFill>
                  <a:schemeClr val="dk1"/>
                </a:solidFill>
                <a:latin typeface="Times New Roman" panose="02020603050405020304" pitchFamily="18" charset="0"/>
                <a:ea typeface="+mn-ea"/>
                <a:cs typeface="Times New Roman" panose="02020603050405020304" pitchFamily="18" charset="0"/>
              </a:rPr>
              <a:t>ARG-EN</a:t>
            </a:r>
            <a:r>
              <a:rPr lang="zh-CN" altLang="en-US" sz="1200" kern="1200" dirty="0">
                <a:solidFill>
                  <a:schemeClr val="dk1"/>
                </a:solidFill>
                <a:latin typeface="Times New Roman" panose="02020603050405020304" pitchFamily="18" charset="0"/>
                <a:ea typeface="+mn-ea"/>
                <a:cs typeface="Times New Roman" panose="02020603050405020304" pitchFamily="18" charset="0"/>
              </a:rPr>
              <a:t>上的</a:t>
            </a:r>
            <a:r>
              <a:rPr lang="en-US" altLang="zh-CN" sz="1200" kern="1200" dirty="0">
                <a:solidFill>
                  <a:schemeClr val="dk1"/>
                </a:solidFill>
                <a:latin typeface="Times New Roman" panose="02020603050405020304" pitchFamily="18" charset="0"/>
                <a:ea typeface="+mn-ea"/>
                <a:cs typeface="Times New Roman" panose="02020603050405020304" pitchFamily="18" charset="0"/>
              </a:rPr>
              <a:t>macF1</a:t>
            </a:r>
            <a:r>
              <a:rPr lang="zh-CN" altLang="en-US" sz="1200" kern="1200" dirty="0">
                <a:solidFill>
                  <a:schemeClr val="dk1"/>
                </a:solidFill>
                <a:latin typeface="Times New Roman" panose="02020603050405020304" pitchFamily="18" charset="0"/>
                <a:ea typeface="+mn-ea"/>
                <a:cs typeface="Times New Roman" panose="02020603050405020304" pitchFamily="18" charset="0"/>
              </a:rPr>
              <a:t>分数降低约</a:t>
            </a:r>
            <a:r>
              <a:rPr lang="en-US" altLang="zh-CN" sz="1200" kern="1200" dirty="0">
                <a:solidFill>
                  <a:schemeClr val="dk1"/>
                </a:solidFill>
                <a:latin typeface="Times New Roman" panose="02020603050405020304" pitchFamily="18" charset="0"/>
                <a:ea typeface="+mn-ea"/>
                <a:cs typeface="Times New Roman" panose="02020603050405020304" pitchFamily="18" charset="0"/>
              </a:rPr>
              <a:t>8.0%</a:t>
            </a:r>
            <a:r>
              <a:rPr lang="zh-CN" altLang="en-US" sz="1200" kern="1200" dirty="0">
                <a:solidFill>
                  <a:schemeClr val="dk1"/>
                </a:solidFill>
                <a:latin typeface="Times New Roman" panose="02020603050405020304" pitchFamily="18" charset="0"/>
                <a:ea typeface="+mn-ea"/>
                <a:cs typeface="Times New Roman" panose="02020603050405020304" pitchFamily="18" charset="0"/>
              </a:rPr>
              <a:t> ， </a:t>
            </a:r>
            <a:r>
              <a:rPr lang="en-US" altLang="zh-CN" sz="1200" kern="1200" dirty="0">
                <a:solidFill>
                  <a:schemeClr val="dk1"/>
                </a:solidFill>
                <a:latin typeface="Times New Roman" panose="02020603050405020304" pitchFamily="18" charset="0"/>
                <a:ea typeface="+mn-ea"/>
                <a:cs typeface="Times New Roman" panose="02020603050405020304" pitchFamily="18" charset="0"/>
              </a:rPr>
              <a:t>ARG‐CN</a:t>
            </a:r>
            <a:r>
              <a:rPr lang="zh-CN" altLang="en-US" sz="1200" kern="1200" dirty="0">
                <a:solidFill>
                  <a:schemeClr val="dk1"/>
                </a:solidFill>
                <a:latin typeface="Times New Roman" panose="02020603050405020304" pitchFamily="18" charset="0"/>
                <a:ea typeface="+mn-ea"/>
                <a:cs typeface="Times New Roman" panose="02020603050405020304" pitchFamily="18" charset="0"/>
              </a:rPr>
              <a:t>上的</a:t>
            </a:r>
            <a:r>
              <a:rPr lang="en-US" altLang="zh-CN" sz="1200" kern="1200" dirty="0">
                <a:solidFill>
                  <a:schemeClr val="dk1"/>
                </a:solidFill>
                <a:latin typeface="Times New Roman" panose="02020603050405020304" pitchFamily="18" charset="0"/>
                <a:ea typeface="+mn-ea"/>
                <a:cs typeface="Times New Roman" panose="02020603050405020304" pitchFamily="18" charset="0"/>
              </a:rPr>
              <a:t>macF1</a:t>
            </a:r>
            <a:r>
              <a:rPr lang="zh-CN" altLang="en-US" sz="1200" kern="1200" dirty="0">
                <a:solidFill>
                  <a:schemeClr val="dk1"/>
                </a:solidFill>
                <a:latin typeface="Times New Roman" panose="02020603050405020304" pitchFamily="18" charset="0"/>
                <a:ea typeface="+mn-ea"/>
                <a:cs typeface="Times New Roman" panose="02020603050405020304" pitchFamily="18" charset="0"/>
              </a:rPr>
              <a:t>分数降低约</a:t>
            </a:r>
            <a:r>
              <a:rPr lang="en-US" altLang="zh-CN" sz="1200" kern="1200" dirty="0">
                <a:solidFill>
                  <a:schemeClr val="dk1"/>
                </a:solidFill>
                <a:latin typeface="Times New Roman" panose="02020603050405020304" pitchFamily="18" charset="0"/>
                <a:ea typeface="+mn-ea"/>
                <a:cs typeface="Times New Roman" panose="02020603050405020304" pitchFamily="18" charset="0"/>
              </a:rPr>
              <a:t>4.5% </a:t>
            </a:r>
            <a:r>
              <a:rPr lang="zh-CN" altLang="en-US" sz="1200" kern="1200" dirty="0">
                <a:solidFill>
                  <a:schemeClr val="dk1"/>
                </a:solidFill>
                <a:latin typeface="Times New Roman" panose="02020603050405020304" pitchFamily="18" charset="0"/>
                <a:ea typeface="+mn-ea"/>
                <a:cs typeface="Times New Roman" panose="02020603050405020304" pitchFamily="18" charset="0"/>
              </a:rPr>
              <a:t>，这</a:t>
            </a:r>
            <a:r>
              <a:rPr lang="zh-CN" altLang="en-US" sz="1200" kern="1200" dirty="0">
                <a:solidFill>
                  <a:schemeClr val="dk1"/>
                </a:solidFill>
                <a:latin typeface="+mn-lt"/>
                <a:ea typeface="+mn-ea"/>
                <a:cs typeface="+mn-cs"/>
              </a:rPr>
              <a:t>强调了分析智能体在将辩论见解与新闻内容整合中的关键作用</a:t>
            </a:r>
            <a:endParaRPr lang="zh-CN" altLang="en-US" dirty="0"/>
          </a:p>
          <a:p>
            <a:pPr marL="0" marR="0" lvl="0" indent="0" algn="l" defTabSz="914400" rtl="0" eaLnBrk="1" fontAlgn="auto" latinLnBrk="0" hangingPunct="1">
              <a:lnSpc>
                <a:spcPct val="100000"/>
              </a:lnSpc>
              <a:spcBef>
                <a:spcPts val="0"/>
              </a:spcBef>
              <a:spcAft>
                <a:spcPts val="0"/>
              </a:spcAft>
              <a:buClrTx/>
              <a:buSzTx/>
              <a:buFontTx/>
              <a:buNone/>
              <a:tabLst/>
              <a:defRPr/>
            </a:pPr>
            <a:br>
              <a:rPr lang="en-US" altLang="zh-CN" sz="1200" kern="1200" dirty="0">
                <a:solidFill>
                  <a:schemeClr val="dk1"/>
                </a:solidFill>
                <a:latin typeface="Times New Roman" panose="02020603050405020304" pitchFamily="18" charset="0"/>
                <a:ea typeface="+mn-ea"/>
                <a:cs typeface="Times New Roman" panose="02020603050405020304" pitchFamily="18" charset="0"/>
              </a:rPr>
            </a:br>
            <a:r>
              <a:rPr lang="zh-CN" altLang="en-US" sz="1200" kern="1200" dirty="0">
                <a:solidFill>
                  <a:schemeClr val="dk1"/>
                </a:solidFill>
                <a:latin typeface="Times New Roman" panose="02020603050405020304" pitchFamily="18" charset="0"/>
                <a:ea typeface="+mn-ea"/>
                <a:cs typeface="Times New Roman" panose="02020603050405020304" pitchFamily="18" charset="0"/>
              </a:rPr>
              <a:t>总体而言</a:t>
            </a:r>
            <a:r>
              <a:rPr lang="en-US" altLang="zh-CN" sz="1200" kern="1200" dirty="0">
                <a:solidFill>
                  <a:schemeClr val="dk1"/>
                </a:solidFill>
                <a:latin typeface="Times New Roman" panose="02020603050405020304" pitchFamily="18" charset="0"/>
                <a:ea typeface="+mn-ea"/>
                <a:cs typeface="Times New Roman" panose="02020603050405020304" pitchFamily="18" charset="0"/>
              </a:rPr>
              <a:t>,</a:t>
            </a:r>
            <a:r>
              <a:rPr lang="zh-CN" altLang="en-US" sz="1200" kern="1200" dirty="0">
                <a:solidFill>
                  <a:schemeClr val="dk1"/>
                </a:solidFill>
                <a:latin typeface="Times New Roman" panose="02020603050405020304" pitchFamily="18" charset="0"/>
                <a:ea typeface="+mn-ea"/>
                <a:cs typeface="Times New Roman" panose="02020603050405020304" pitchFamily="18" charset="0"/>
              </a:rPr>
              <a:t>消融结果证实</a:t>
            </a:r>
            <a:r>
              <a:rPr lang="en-US" altLang="zh-CN" sz="1200" kern="1200" dirty="0">
                <a:solidFill>
                  <a:schemeClr val="dk1"/>
                </a:solidFill>
                <a:latin typeface="Times New Roman" panose="02020603050405020304" pitchFamily="18" charset="0"/>
                <a:ea typeface="+mn-ea"/>
                <a:cs typeface="Times New Roman" panose="02020603050405020304" pitchFamily="18" charset="0"/>
              </a:rPr>
              <a:t>TED</a:t>
            </a:r>
            <a:r>
              <a:rPr lang="zh-CN" altLang="en-US" sz="1200" kern="1200" dirty="0">
                <a:solidFill>
                  <a:schemeClr val="dk1"/>
                </a:solidFill>
                <a:latin typeface="Times New Roman" panose="02020603050405020304" pitchFamily="18" charset="0"/>
                <a:ea typeface="+mn-ea"/>
                <a:cs typeface="Times New Roman" panose="02020603050405020304" pitchFamily="18" charset="0"/>
              </a:rPr>
              <a:t>框架的每个组件对于在假新闻检测中实现高性能都是不可或缺的。</a:t>
            </a:r>
          </a:p>
        </p:txBody>
      </p:sp>
      <p:sp>
        <p:nvSpPr>
          <p:cNvPr id="4" name="灯片编号占位符 3"/>
          <p:cNvSpPr>
            <a:spLocks noGrp="1"/>
          </p:cNvSpPr>
          <p:nvPr>
            <p:ph type="sldNum" sz="quarter" idx="5"/>
          </p:nvPr>
        </p:nvSpPr>
        <p:spPr/>
        <p:txBody>
          <a:bodyPr/>
          <a:lstStyle/>
          <a:p>
            <a:fld id="{9C69E6E2-0E6B-47CB-B7EB-1E721F806612}" type="slidenum">
              <a:rPr lang="zh-CN" altLang="en-US" smtClean="0"/>
              <a:t>18</a:t>
            </a:fld>
            <a:endParaRPr lang="zh-CN" altLang="en-US"/>
          </a:p>
        </p:txBody>
      </p:sp>
    </p:spTree>
    <p:extLst>
      <p:ext uri="{BB962C8B-B14F-4D97-AF65-F5344CB8AC3E}">
        <p14:creationId xmlns:p14="http://schemas.microsoft.com/office/powerpoint/2010/main" val="21685165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第六部分给出一个典型案例展示</a:t>
            </a:r>
          </a:p>
          <a:p>
            <a:endParaRPr lang="zh-CN" altLang="en-US" dirty="0"/>
          </a:p>
        </p:txBody>
      </p:sp>
      <p:sp>
        <p:nvSpPr>
          <p:cNvPr id="4" name="灯片编号占位符 3"/>
          <p:cNvSpPr>
            <a:spLocks noGrp="1"/>
          </p:cNvSpPr>
          <p:nvPr>
            <p:ph type="sldNum" sz="quarter" idx="5"/>
          </p:nvPr>
        </p:nvSpPr>
        <p:spPr/>
        <p:txBody>
          <a:bodyPr/>
          <a:lstStyle/>
          <a:p>
            <a:fld id="{9C69E6E2-0E6B-47CB-B7EB-1E721F806612}" type="slidenum">
              <a:rPr lang="zh-CN" altLang="en-US" smtClean="0"/>
              <a:t>19</a:t>
            </a:fld>
            <a:endParaRPr lang="zh-CN" altLang="en-US"/>
          </a:p>
        </p:txBody>
      </p:sp>
    </p:spTree>
    <p:extLst>
      <p:ext uri="{BB962C8B-B14F-4D97-AF65-F5344CB8AC3E}">
        <p14:creationId xmlns:p14="http://schemas.microsoft.com/office/powerpoint/2010/main" val="345325844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下面是一个案例分析，文章给出了美国老牌综艺</a:t>
            </a:r>
            <a:r>
              <a:rPr lang="en-US" altLang="zh-CN" dirty="0"/>
              <a:t>《</a:t>
            </a:r>
            <a:r>
              <a:rPr lang="zh-CN" altLang="en-US" dirty="0"/>
              <a:t>周六夜现场</a:t>
            </a:r>
            <a:r>
              <a:rPr lang="en-US" altLang="zh-CN" dirty="0"/>
              <a:t>》</a:t>
            </a:r>
            <a:r>
              <a:rPr lang="zh-CN" altLang="en-US" dirty="0"/>
              <a:t>的八卦新闻作为待检测新闻。</a:t>
            </a:r>
            <a:br>
              <a:rPr lang="en-US" altLang="zh-CN" dirty="0"/>
            </a:br>
            <a:br>
              <a:rPr lang="en-US" altLang="zh-CN" dirty="0"/>
            </a:br>
            <a:r>
              <a:rPr lang="zh-CN" altLang="en-US" dirty="0"/>
              <a:t>首先正方和反方进行了开场询问，提出了自己的论点。</a:t>
            </a:r>
            <a:br>
              <a:rPr lang="en-US" altLang="zh-CN" dirty="0"/>
            </a:br>
            <a:br>
              <a:rPr lang="en-US" altLang="zh-CN" dirty="0"/>
            </a:br>
            <a:r>
              <a:rPr lang="zh-CN" altLang="en-US" dirty="0"/>
              <a:t>其次正方和反方进行了多轮的交叉询问和观点反驳。</a:t>
            </a:r>
            <a:br>
              <a:rPr lang="en-US" altLang="zh-CN" dirty="0"/>
            </a:br>
            <a:br>
              <a:rPr lang="en-US" altLang="zh-CN" dirty="0"/>
            </a:br>
            <a:r>
              <a:rPr lang="zh-CN" altLang="en-US" dirty="0"/>
              <a:t>最后双方团队进行了总结陈词。</a:t>
            </a:r>
            <a:br>
              <a:rPr lang="en-US" altLang="zh-CN" dirty="0"/>
            </a:br>
            <a:br>
              <a:rPr lang="en-US" altLang="zh-CN" dirty="0"/>
            </a:br>
            <a:r>
              <a:rPr lang="zh-CN" altLang="en-US" dirty="0"/>
              <a:t>整个辩论过程形成了一个“辩论流程”</a:t>
            </a:r>
            <a:r>
              <a:rPr lang="en-US" altLang="zh-CN" dirty="0"/>
              <a:t>, </a:t>
            </a:r>
            <a:r>
              <a:rPr lang="zh-CN" altLang="en-US" dirty="0"/>
              <a:t>清晰地展示了推理过程。</a:t>
            </a:r>
            <a:r>
              <a:rPr lang="en-US" altLang="zh-CN" dirty="0"/>
              <a:t>TED</a:t>
            </a:r>
            <a:r>
              <a:rPr lang="zh-CN" altLang="en-US" dirty="0"/>
              <a:t>框架所带来的可解释性是它的的一个显著优势</a:t>
            </a:r>
            <a:r>
              <a:rPr lang="en-US" altLang="zh-CN" dirty="0"/>
              <a:t>,</a:t>
            </a:r>
            <a:r>
              <a:rPr lang="zh-CN" altLang="en-US" dirty="0"/>
              <a:t>这也是其他模型难以实现的一个方面。</a:t>
            </a:r>
          </a:p>
        </p:txBody>
      </p:sp>
      <p:sp>
        <p:nvSpPr>
          <p:cNvPr id="4" name="灯片编号占位符 3"/>
          <p:cNvSpPr>
            <a:spLocks noGrp="1"/>
          </p:cNvSpPr>
          <p:nvPr>
            <p:ph type="sldNum" sz="quarter" idx="5"/>
          </p:nvPr>
        </p:nvSpPr>
        <p:spPr/>
        <p:txBody>
          <a:bodyPr/>
          <a:lstStyle/>
          <a:p>
            <a:fld id="{9C69E6E2-0E6B-47CB-B7EB-1E721F806612}" type="slidenum">
              <a:rPr lang="zh-CN" altLang="en-US" smtClean="0"/>
              <a:t>20</a:t>
            </a:fld>
            <a:endParaRPr lang="zh-CN" altLang="en-US"/>
          </a:p>
        </p:txBody>
      </p:sp>
    </p:spTree>
    <p:extLst>
      <p:ext uri="{BB962C8B-B14F-4D97-AF65-F5344CB8AC3E}">
        <p14:creationId xmlns:p14="http://schemas.microsoft.com/office/powerpoint/2010/main" val="195519734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Master" Target="../slideMasters/slideMaster1.xml"/><Relationship Id="rId4" Type="http://schemas.openxmlformats.org/officeDocument/2006/relationships/image" Target="../media/image5.emf"/></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Master" Target="../slideMasters/slideMaster1.xml"/><Relationship Id="rId4" Type="http://schemas.openxmlformats.org/officeDocument/2006/relationships/image" Target="../media/image5.emf"/></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Master" Target="../slideMasters/slideMaster1.xml"/><Relationship Id="rId4" Type="http://schemas.openxmlformats.org/officeDocument/2006/relationships/image" Target="../media/image5.emf"/></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emf"/><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emf"/><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emf"/><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4.emf"/></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emf"/><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emf"/><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emf"/><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emf"/><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emf"/><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emf"/><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emf"/><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emf"/><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emf"/><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emf"/><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2.xml"/><Relationship Id="rId4" Type="http://schemas.openxmlformats.org/officeDocument/2006/relationships/image" Target="../media/image10.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17" name="任意多边形: 形状 16">
            <a:extLst>
              <a:ext uri="{FF2B5EF4-FFF2-40B4-BE49-F238E27FC236}">
                <a16:creationId xmlns:a16="http://schemas.microsoft.com/office/drawing/2014/main" id="{C0EB142D-9574-4384-A5E6-34C00A42B34F}"/>
              </a:ext>
            </a:extLst>
          </p:cNvPr>
          <p:cNvSpPr/>
          <p:nvPr userDrawn="1"/>
        </p:nvSpPr>
        <p:spPr>
          <a:xfrm>
            <a:off x="0" y="0"/>
            <a:ext cx="12192000" cy="6857999"/>
          </a:xfrm>
          <a:custGeom>
            <a:avLst/>
            <a:gdLst>
              <a:gd name="connsiteX0" fmla="*/ 373694 w 12192000"/>
              <a:gd name="connsiteY0" fmla="*/ 254634 h 6857999"/>
              <a:gd name="connsiteX1" fmla="*/ 289383 w 12192000"/>
              <a:gd name="connsiteY1" fmla="*/ 338945 h 6857999"/>
              <a:gd name="connsiteX2" fmla="*/ 289383 w 12192000"/>
              <a:gd name="connsiteY2" fmla="*/ 6519056 h 6857999"/>
              <a:gd name="connsiteX3" fmla="*/ 373694 w 12192000"/>
              <a:gd name="connsiteY3" fmla="*/ 6603367 h 6857999"/>
              <a:gd name="connsiteX4" fmla="*/ 11818307 w 12192000"/>
              <a:gd name="connsiteY4" fmla="*/ 6603367 h 6857999"/>
              <a:gd name="connsiteX5" fmla="*/ 11902618 w 12192000"/>
              <a:gd name="connsiteY5" fmla="*/ 6519056 h 6857999"/>
              <a:gd name="connsiteX6" fmla="*/ 11902618 w 12192000"/>
              <a:gd name="connsiteY6" fmla="*/ 338945 h 6857999"/>
              <a:gd name="connsiteX7" fmla="*/ 11818307 w 12192000"/>
              <a:gd name="connsiteY7" fmla="*/ 254634 h 6857999"/>
              <a:gd name="connsiteX8" fmla="*/ 0 w 12192000"/>
              <a:gd name="connsiteY8" fmla="*/ 0 h 6857999"/>
              <a:gd name="connsiteX9" fmla="*/ 12192000 w 12192000"/>
              <a:gd name="connsiteY9" fmla="*/ 0 h 6857999"/>
              <a:gd name="connsiteX10" fmla="*/ 12192000 w 12192000"/>
              <a:gd name="connsiteY10" fmla="*/ 6857999 h 6857999"/>
              <a:gd name="connsiteX11" fmla="*/ 0 w 12192000"/>
              <a:gd name="connsiteY11"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57999">
                <a:moveTo>
                  <a:pt x="373694" y="254634"/>
                </a:moveTo>
                <a:cubicBezTo>
                  <a:pt x="327130" y="254634"/>
                  <a:pt x="289383" y="292381"/>
                  <a:pt x="289383" y="338945"/>
                </a:cubicBezTo>
                <a:lnTo>
                  <a:pt x="289383" y="6519056"/>
                </a:lnTo>
                <a:cubicBezTo>
                  <a:pt x="289383" y="6565620"/>
                  <a:pt x="327130" y="6603367"/>
                  <a:pt x="373694" y="6603367"/>
                </a:cubicBezTo>
                <a:lnTo>
                  <a:pt x="11818307" y="6603367"/>
                </a:lnTo>
                <a:cubicBezTo>
                  <a:pt x="11864871" y="6603367"/>
                  <a:pt x="11902618" y="6565620"/>
                  <a:pt x="11902618" y="6519056"/>
                </a:cubicBezTo>
                <a:lnTo>
                  <a:pt x="11902618" y="338945"/>
                </a:lnTo>
                <a:cubicBezTo>
                  <a:pt x="11902618" y="292381"/>
                  <a:pt x="11864871" y="254634"/>
                  <a:pt x="11818307" y="254634"/>
                </a:cubicBezTo>
                <a:close/>
                <a:moveTo>
                  <a:pt x="0" y="0"/>
                </a:moveTo>
                <a:lnTo>
                  <a:pt x="12192000" y="0"/>
                </a:lnTo>
                <a:lnTo>
                  <a:pt x="12192000" y="6857999"/>
                </a:lnTo>
                <a:lnTo>
                  <a:pt x="0" y="6857999"/>
                </a:lnTo>
                <a:close/>
              </a:path>
            </a:pathLst>
          </a:cu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6" name="矩形: 圆角 15">
            <a:extLst>
              <a:ext uri="{FF2B5EF4-FFF2-40B4-BE49-F238E27FC236}">
                <a16:creationId xmlns:a16="http://schemas.microsoft.com/office/drawing/2014/main" id="{A19665FE-503E-4460-BDD1-6DCF431D60E5}"/>
              </a:ext>
            </a:extLst>
          </p:cNvPr>
          <p:cNvSpPr/>
          <p:nvPr userDrawn="1"/>
        </p:nvSpPr>
        <p:spPr>
          <a:xfrm>
            <a:off x="289383" y="254634"/>
            <a:ext cx="11613235" cy="6348733"/>
          </a:xfrm>
          <a:prstGeom prst="roundRect">
            <a:avLst>
              <a:gd name="adj" fmla="val 1328"/>
            </a:avLst>
          </a:prstGeom>
          <a:solidFill>
            <a:schemeClr val="bg1">
              <a:alpha val="90000"/>
            </a:schemeClr>
          </a:solidFill>
          <a:ln>
            <a:noFill/>
          </a:ln>
          <a:effectLst>
            <a:outerShdw blurRad="76200" sx="101000" sy="101000" algn="ctr" rotWithShape="0">
              <a:prstClr val="black">
                <a:alpha val="3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a:extLst>
              <a:ext uri="{FF2B5EF4-FFF2-40B4-BE49-F238E27FC236}">
                <a16:creationId xmlns:a16="http://schemas.microsoft.com/office/drawing/2014/main" id="{ABB4B086-4071-4C4C-9FF8-B987D7306B9B}"/>
              </a:ext>
            </a:extLst>
          </p:cNvPr>
          <p:cNvSpPr>
            <a:spLocks noGrp="1"/>
          </p:cNvSpPr>
          <p:nvPr>
            <p:ph type="ctrTitle"/>
          </p:nvPr>
        </p:nvSpPr>
        <p:spPr>
          <a:xfrm>
            <a:off x="2002549" y="2332940"/>
            <a:ext cx="8186902" cy="833759"/>
          </a:xfrm>
        </p:spPr>
        <p:txBody>
          <a:bodyPr lIns="0" rIns="0" bIns="0" anchor="b" anchorCtr="0">
            <a:normAutofit/>
          </a:bodyPr>
          <a:lstStyle>
            <a:lvl1pPr algn="ctr">
              <a:defRPr lang="zh-CN" altLang="en-US" sz="4400" b="1" kern="1200" dirty="0">
                <a:solidFill>
                  <a:schemeClr val="tx1">
                    <a:lumMod val="95000"/>
                    <a:lumOff val="5000"/>
                  </a:schemeClr>
                </a:solidFill>
                <a:latin typeface="+mj-lt"/>
                <a:ea typeface="+mj-ea"/>
                <a:cs typeface="+mj-cs"/>
              </a:defRPr>
            </a:lvl1pPr>
          </a:lstStyle>
          <a:p>
            <a:r>
              <a:rPr lang="zh-CN" altLang="en-US" dirty="0"/>
              <a:t>单击此处编辑母版标题样式</a:t>
            </a:r>
          </a:p>
        </p:txBody>
      </p:sp>
      <p:sp>
        <p:nvSpPr>
          <p:cNvPr id="3" name="副标题 2">
            <a:extLst>
              <a:ext uri="{FF2B5EF4-FFF2-40B4-BE49-F238E27FC236}">
                <a16:creationId xmlns:a16="http://schemas.microsoft.com/office/drawing/2014/main" id="{14A60CE9-1EA3-4611-84E6-17C89EA4377F}"/>
              </a:ext>
            </a:extLst>
          </p:cNvPr>
          <p:cNvSpPr>
            <a:spLocks noGrp="1"/>
          </p:cNvSpPr>
          <p:nvPr>
            <p:ph type="subTitle" idx="1"/>
          </p:nvPr>
        </p:nvSpPr>
        <p:spPr>
          <a:xfrm>
            <a:off x="2002549" y="3234727"/>
            <a:ext cx="8186902" cy="472251"/>
          </a:xfrm>
        </p:spPr>
        <p:txBody>
          <a:bodyPr wrap="square" lIns="0" rIns="0" anchor="t" anchorCtr="0">
            <a:normAutofit/>
          </a:bodyPr>
          <a:lstStyle>
            <a:lvl1pPr marL="0" indent="0" algn="ctr">
              <a:buNone/>
              <a:defRPr sz="1800">
                <a:solidFill>
                  <a:schemeClr val="bg1">
                    <a:lumMod val="50000"/>
                  </a:schemeClr>
                </a:solidFill>
                <a:latin typeface="+mj-ea"/>
                <a:ea typeface="+mj-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p>
        </p:txBody>
      </p:sp>
      <p:pic>
        <p:nvPicPr>
          <p:cNvPr id="18" name="图片 17">
            <a:extLst>
              <a:ext uri="{FF2B5EF4-FFF2-40B4-BE49-F238E27FC236}">
                <a16:creationId xmlns:a16="http://schemas.microsoft.com/office/drawing/2014/main" id="{94492432-9BB1-4669-BEEE-B68FB0384BC7}"/>
              </a:ext>
            </a:extLst>
          </p:cNvPr>
          <p:cNvPicPr>
            <a:picLocks noChangeAspect="1"/>
          </p:cNvPicPr>
          <p:nvPr userDrawn="1"/>
        </p:nvPicPr>
        <p:blipFill>
          <a:blip r:embed="rId2"/>
          <a:stretch>
            <a:fillRect/>
          </a:stretch>
        </p:blipFill>
        <p:spPr>
          <a:xfrm>
            <a:off x="4559659" y="1128211"/>
            <a:ext cx="3072682" cy="767856"/>
          </a:xfrm>
          <a:prstGeom prst="rect">
            <a:avLst/>
          </a:prstGeom>
        </p:spPr>
      </p:pic>
      <p:cxnSp>
        <p:nvCxnSpPr>
          <p:cNvPr id="20" name="直接连接符 19">
            <a:extLst>
              <a:ext uri="{FF2B5EF4-FFF2-40B4-BE49-F238E27FC236}">
                <a16:creationId xmlns:a16="http://schemas.microsoft.com/office/drawing/2014/main" id="{8977E7C2-2B89-433F-A7EE-303D1B03D9D7}"/>
              </a:ext>
            </a:extLst>
          </p:cNvPr>
          <p:cNvCxnSpPr/>
          <p:nvPr userDrawn="1"/>
        </p:nvCxnSpPr>
        <p:spPr>
          <a:xfrm>
            <a:off x="5186680" y="3897585"/>
            <a:ext cx="1818640"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22" name="文本占位符 21">
            <a:extLst>
              <a:ext uri="{FF2B5EF4-FFF2-40B4-BE49-F238E27FC236}">
                <a16:creationId xmlns:a16="http://schemas.microsoft.com/office/drawing/2014/main" id="{2CC9A4A0-69C9-4E77-A0BB-28CAB1458C4A}"/>
              </a:ext>
            </a:extLst>
          </p:cNvPr>
          <p:cNvSpPr>
            <a:spLocks noGrp="1"/>
          </p:cNvSpPr>
          <p:nvPr>
            <p:ph type="body" sz="quarter" idx="13"/>
          </p:nvPr>
        </p:nvSpPr>
        <p:spPr>
          <a:xfrm>
            <a:off x="3520598" y="4207533"/>
            <a:ext cx="5150803" cy="472252"/>
          </a:xfrm>
        </p:spPr>
        <p:txBody>
          <a:bodyPr anchor="ctr" anchorCtr="0">
            <a:normAutofit/>
          </a:bodyPr>
          <a:lstStyle>
            <a:lvl1pPr marL="0" indent="0" algn="ctr">
              <a:buNone/>
              <a:defRPr sz="2000"/>
            </a:lvl1pPr>
            <a:lvl2pPr marL="457200" indent="0">
              <a:buNone/>
              <a:defRPr/>
            </a:lvl2pPr>
          </a:lstStyle>
          <a:p>
            <a:pPr lvl="0"/>
            <a:r>
              <a:rPr lang="zh-CN" altLang="en-US" dirty="0"/>
              <a:t>编辑母版文本样式</a:t>
            </a:r>
          </a:p>
        </p:txBody>
      </p:sp>
      <p:sp>
        <p:nvSpPr>
          <p:cNvPr id="26" name="文本占位符 25">
            <a:extLst>
              <a:ext uri="{FF2B5EF4-FFF2-40B4-BE49-F238E27FC236}">
                <a16:creationId xmlns:a16="http://schemas.microsoft.com/office/drawing/2014/main" id="{ACDFF073-5D91-4F98-8F4C-D6BEB5D8F787}"/>
              </a:ext>
            </a:extLst>
          </p:cNvPr>
          <p:cNvSpPr>
            <a:spLocks noGrp="1"/>
          </p:cNvSpPr>
          <p:nvPr>
            <p:ph type="body" sz="quarter" idx="15" hasCustomPrompt="1"/>
          </p:nvPr>
        </p:nvSpPr>
        <p:spPr>
          <a:xfrm>
            <a:off x="3971639" y="5893688"/>
            <a:ext cx="4248721" cy="342012"/>
          </a:xfrm>
        </p:spPr>
        <p:txBody>
          <a:bodyPr wrap="square">
            <a:noAutofit/>
          </a:bodyPr>
          <a:lstStyle>
            <a:lvl1pPr marL="0" indent="0" algn="ctr">
              <a:buNone/>
              <a:defRPr lang="zh-CN" altLang="en-US" sz="1600" kern="1200" dirty="0">
                <a:solidFill>
                  <a:schemeClr val="bg1">
                    <a:lumMod val="50000"/>
                  </a:schemeClr>
                </a:solidFill>
                <a:latin typeface="+mn-ea"/>
                <a:ea typeface="+mn-ea"/>
                <a:cs typeface="+mn-cs"/>
              </a:defRPr>
            </a:lvl1pPr>
            <a:lvl2pPr>
              <a:defRPr/>
            </a:lvl2pPr>
            <a:lvl3pPr>
              <a:defRPr/>
            </a:lvl3pPr>
            <a:lvl4pPr>
              <a:defRPr/>
            </a:lvl4pPr>
            <a:lvl5pPr>
              <a:defRPr/>
            </a:lvl5pPr>
          </a:lstStyle>
          <a:p>
            <a:pPr marL="228600" lvl="0" indent="-228600" algn="ctr" defTabSz="914400" rtl="0" eaLnBrk="1" latinLnBrk="0" hangingPunct="1">
              <a:lnSpc>
                <a:spcPct val="90000"/>
              </a:lnSpc>
              <a:spcBef>
                <a:spcPts val="1000"/>
              </a:spcBef>
            </a:pPr>
            <a:r>
              <a:rPr lang="zh-CN" altLang="en-US" dirty="0"/>
              <a:t>这里可以写你的学院或者专业名称</a:t>
            </a:r>
          </a:p>
        </p:txBody>
      </p:sp>
    </p:spTree>
    <p:extLst>
      <p:ext uri="{BB962C8B-B14F-4D97-AF65-F5344CB8AC3E}">
        <p14:creationId xmlns:p14="http://schemas.microsoft.com/office/powerpoint/2010/main" val="40690166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E7C4DB3B-6C84-4775-B214-EEA8CBAA6620}"/>
              </a:ext>
            </a:extLst>
          </p:cNvPr>
          <p:cNvSpPr/>
          <p:nvPr userDrawn="1"/>
        </p:nvSpPr>
        <p:spPr>
          <a:xfrm>
            <a:off x="0" y="1130300"/>
            <a:ext cx="12192000" cy="5365107"/>
          </a:xfrm>
          <a:prstGeom prst="rect">
            <a:avLst/>
          </a:prstGeom>
          <a:solidFill>
            <a:schemeClr val="bg1">
              <a:alpha val="93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latin typeface="Microsoft YaHei UI" panose="020B0503020204020204" pitchFamily="34" charset="-122"/>
              <a:ea typeface="Microsoft YaHei UI" panose="020B0503020204020204" pitchFamily="34" charset="-122"/>
            </a:endParaRPr>
          </a:p>
        </p:txBody>
      </p:sp>
      <p:sp>
        <p:nvSpPr>
          <p:cNvPr id="8" name="矩形 7">
            <a:extLst>
              <a:ext uri="{FF2B5EF4-FFF2-40B4-BE49-F238E27FC236}">
                <a16:creationId xmlns:a16="http://schemas.microsoft.com/office/drawing/2014/main" id="{3EB1EFD8-4239-4934-A32E-58F21ABC0A87}"/>
              </a:ext>
            </a:extLst>
          </p:cNvPr>
          <p:cNvSpPr/>
          <p:nvPr userDrawn="1"/>
        </p:nvSpPr>
        <p:spPr>
          <a:xfrm>
            <a:off x="0" y="0"/>
            <a:ext cx="12192000" cy="1140465"/>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a:extLst>
              <a:ext uri="{FF2B5EF4-FFF2-40B4-BE49-F238E27FC236}">
                <a16:creationId xmlns:a16="http://schemas.microsoft.com/office/drawing/2014/main" id="{E5745006-E3F6-4664-8C8B-93DE4309AFA6}"/>
              </a:ext>
            </a:extLst>
          </p:cNvPr>
          <p:cNvSpPr txBox="1"/>
          <p:nvPr userDrawn="1"/>
        </p:nvSpPr>
        <p:spPr>
          <a:xfrm>
            <a:off x="539511" y="307331"/>
            <a:ext cx="3250169" cy="923330"/>
          </a:xfrm>
          <a:prstGeom prst="rect">
            <a:avLst/>
          </a:prstGeom>
          <a:noFill/>
        </p:spPr>
        <p:txBody>
          <a:bodyPr wrap="square" rtlCol="0">
            <a:spAutoFit/>
          </a:bodyPr>
          <a:lstStyle/>
          <a:p>
            <a:pPr algn="dist"/>
            <a:r>
              <a:rPr lang="en-US" altLang="zh-CN" sz="5400" b="1" dirty="0">
                <a:solidFill>
                  <a:schemeClr val="bg1">
                    <a:alpha val="31000"/>
                  </a:schemeClr>
                </a:solidFill>
                <a:latin typeface="+mj-lt"/>
              </a:rPr>
              <a:t>Contents</a:t>
            </a:r>
            <a:endParaRPr lang="zh-CN" altLang="en-US" sz="5400" b="1" dirty="0">
              <a:solidFill>
                <a:schemeClr val="bg1">
                  <a:alpha val="31000"/>
                </a:schemeClr>
              </a:solidFill>
              <a:latin typeface="+mj-lt"/>
            </a:endParaRPr>
          </a:p>
        </p:txBody>
      </p:sp>
      <p:sp>
        <p:nvSpPr>
          <p:cNvPr id="9" name="文本框 8">
            <a:extLst>
              <a:ext uri="{FF2B5EF4-FFF2-40B4-BE49-F238E27FC236}">
                <a16:creationId xmlns:a16="http://schemas.microsoft.com/office/drawing/2014/main" id="{86E114F3-4350-4C4C-B15F-458EE1DB0EC0}"/>
              </a:ext>
            </a:extLst>
          </p:cNvPr>
          <p:cNvSpPr txBox="1"/>
          <p:nvPr userDrawn="1"/>
        </p:nvSpPr>
        <p:spPr>
          <a:xfrm>
            <a:off x="501023" y="171621"/>
            <a:ext cx="1503036" cy="830997"/>
          </a:xfrm>
          <a:prstGeom prst="rect">
            <a:avLst/>
          </a:prstGeom>
          <a:noFill/>
        </p:spPr>
        <p:txBody>
          <a:bodyPr wrap="square" rtlCol="0">
            <a:spAutoFit/>
          </a:bodyPr>
          <a:lstStyle/>
          <a:p>
            <a:pPr algn="dist"/>
            <a:r>
              <a:rPr lang="zh-CN" altLang="en-US" sz="4800" b="1" dirty="0">
                <a:solidFill>
                  <a:schemeClr val="bg1"/>
                </a:solidFill>
                <a:latin typeface="+mj-ea"/>
                <a:ea typeface="+mj-ea"/>
              </a:rPr>
              <a:t>目录</a:t>
            </a:r>
          </a:p>
        </p:txBody>
      </p:sp>
      <p:sp>
        <p:nvSpPr>
          <p:cNvPr id="12" name="矩形 11">
            <a:extLst>
              <a:ext uri="{FF2B5EF4-FFF2-40B4-BE49-F238E27FC236}">
                <a16:creationId xmlns:a16="http://schemas.microsoft.com/office/drawing/2014/main" id="{81EA85BF-DD8A-4E6A-9E5B-D9E11C8715BF}"/>
              </a:ext>
            </a:extLst>
          </p:cNvPr>
          <p:cNvSpPr/>
          <p:nvPr userDrawn="1"/>
        </p:nvSpPr>
        <p:spPr>
          <a:xfrm>
            <a:off x="0" y="6492875"/>
            <a:ext cx="12192000" cy="365125"/>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 name="图片 12">
            <a:extLst>
              <a:ext uri="{FF2B5EF4-FFF2-40B4-BE49-F238E27FC236}">
                <a16:creationId xmlns:a16="http://schemas.microsoft.com/office/drawing/2014/main" id="{B77E6410-D38F-4219-B483-6A69663EC7FF}"/>
              </a:ext>
            </a:extLst>
          </p:cNvPr>
          <p:cNvPicPr>
            <a:picLocks noChangeAspect="1"/>
          </p:cNvPicPr>
          <p:nvPr userDrawn="1"/>
        </p:nvPicPr>
        <p:blipFill>
          <a:blip r:embed="rId2"/>
          <a:stretch>
            <a:fillRect/>
          </a:stretch>
        </p:blipFill>
        <p:spPr>
          <a:xfrm>
            <a:off x="673100" y="6580054"/>
            <a:ext cx="1330959" cy="203465"/>
          </a:xfrm>
          <a:prstGeom prst="rect">
            <a:avLst/>
          </a:prstGeom>
        </p:spPr>
      </p:pic>
      <p:pic>
        <p:nvPicPr>
          <p:cNvPr id="14" name="图片 13">
            <a:extLst>
              <a:ext uri="{FF2B5EF4-FFF2-40B4-BE49-F238E27FC236}">
                <a16:creationId xmlns:a16="http://schemas.microsoft.com/office/drawing/2014/main" id="{FBF1AC4E-4A54-4824-AA49-FCDA3F0E720A}"/>
              </a:ext>
            </a:extLst>
          </p:cNvPr>
          <p:cNvPicPr>
            <a:picLocks noChangeAspect="1"/>
          </p:cNvPicPr>
          <p:nvPr userDrawn="1"/>
        </p:nvPicPr>
        <p:blipFill>
          <a:blip r:embed="rId3"/>
          <a:stretch>
            <a:fillRect/>
          </a:stretch>
        </p:blipFill>
        <p:spPr>
          <a:xfrm>
            <a:off x="8610600" y="6626002"/>
            <a:ext cx="2908300" cy="111568"/>
          </a:xfrm>
          <a:prstGeom prst="rect">
            <a:avLst/>
          </a:prstGeom>
        </p:spPr>
      </p:pic>
      <p:sp>
        <p:nvSpPr>
          <p:cNvPr id="18" name="文本占位符 17">
            <a:extLst>
              <a:ext uri="{FF2B5EF4-FFF2-40B4-BE49-F238E27FC236}">
                <a16:creationId xmlns:a16="http://schemas.microsoft.com/office/drawing/2014/main" id="{C73C918A-C35C-4DBD-9097-07144D33CB00}"/>
              </a:ext>
            </a:extLst>
          </p:cNvPr>
          <p:cNvSpPr>
            <a:spLocks noGrp="1"/>
          </p:cNvSpPr>
          <p:nvPr>
            <p:ph type="body" sz="quarter" idx="13"/>
          </p:nvPr>
        </p:nvSpPr>
        <p:spPr>
          <a:xfrm>
            <a:off x="2569759" y="2028114"/>
            <a:ext cx="3250169" cy="361081"/>
          </a:xfrm>
        </p:spPr>
        <p:txBody>
          <a:bodyPr lIns="0" tIns="0" anchor="t" anchorCtr="0">
            <a:noAutofit/>
          </a:bodyPr>
          <a:lstStyle>
            <a:lvl1pPr marL="0" indent="0">
              <a:buNone/>
              <a:defRPr sz="3000" b="1">
                <a:solidFill>
                  <a:schemeClr val="tx1">
                    <a:lumMod val="85000"/>
                    <a:lumOff val="15000"/>
                  </a:schemeClr>
                </a:solidFill>
                <a:latin typeface="+mj-ea"/>
                <a:ea typeface="+mj-ea"/>
              </a:defRPr>
            </a:lvl1pPr>
            <a:lvl2pPr marL="457200" indent="0">
              <a:buNone/>
              <a:defRPr/>
            </a:lvl2pPr>
          </a:lstStyle>
          <a:p>
            <a:pPr lvl="0"/>
            <a:r>
              <a:rPr lang="zh-CN" altLang="en-US" dirty="0"/>
              <a:t>编辑母版文本样式</a:t>
            </a:r>
          </a:p>
        </p:txBody>
      </p:sp>
      <p:sp>
        <p:nvSpPr>
          <p:cNvPr id="22" name="文本占位符 21">
            <a:extLst>
              <a:ext uri="{FF2B5EF4-FFF2-40B4-BE49-F238E27FC236}">
                <a16:creationId xmlns:a16="http://schemas.microsoft.com/office/drawing/2014/main" id="{A55D9FF0-FD22-4D69-ABD4-5574F6DDD2DE}"/>
              </a:ext>
            </a:extLst>
          </p:cNvPr>
          <p:cNvSpPr>
            <a:spLocks noGrp="1"/>
          </p:cNvSpPr>
          <p:nvPr>
            <p:ph type="body" sz="quarter" idx="14"/>
          </p:nvPr>
        </p:nvSpPr>
        <p:spPr>
          <a:xfrm>
            <a:off x="2569759" y="2519790"/>
            <a:ext cx="3250169" cy="269018"/>
          </a:xfrm>
        </p:spPr>
        <p:txBody>
          <a:bodyPr lIns="0" bIns="0" anchor="b" anchorCtr="0">
            <a:noAutofit/>
          </a:bodyPr>
          <a:lstStyle>
            <a:lvl1pPr marL="0" indent="0" algn="l">
              <a:buNone/>
              <a:defRPr sz="1800" baseline="0">
                <a:solidFill>
                  <a:schemeClr val="bg1">
                    <a:lumMod val="50000"/>
                  </a:schemeClr>
                </a:solidFill>
                <a:latin typeface="+mn-lt"/>
                <a:ea typeface="+mn-ea"/>
              </a:defRPr>
            </a:lvl1pPr>
            <a:lvl2pPr marL="457200" indent="0">
              <a:buNone/>
              <a:defRPr/>
            </a:lvl2pPr>
          </a:lstStyle>
          <a:p>
            <a:pPr lvl="0"/>
            <a:r>
              <a:rPr lang="zh-CN" altLang="en-US" dirty="0"/>
              <a:t>编辑母版文本样式</a:t>
            </a:r>
          </a:p>
        </p:txBody>
      </p:sp>
      <p:sp>
        <p:nvSpPr>
          <p:cNvPr id="30" name="文本占位符 17">
            <a:extLst>
              <a:ext uri="{FF2B5EF4-FFF2-40B4-BE49-F238E27FC236}">
                <a16:creationId xmlns:a16="http://schemas.microsoft.com/office/drawing/2014/main" id="{E3E7A2D5-E546-42EF-8B24-28D9B51F3D63}"/>
              </a:ext>
            </a:extLst>
          </p:cNvPr>
          <p:cNvSpPr>
            <a:spLocks noGrp="1"/>
          </p:cNvSpPr>
          <p:nvPr>
            <p:ph type="body" sz="quarter" idx="15"/>
          </p:nvPr>
        </p:nvSpPr>
        <p:spPr>
          <a:xfrm>
            <a:off x="7152979" y="2028114"/>
            <a:ext cx="3250800" cy="361081"/>
          </a:xfrm>
        </p:spPr>
        <p:txBody>
          <a:bodyPr lIns="0" tIns="0" anchor="t" anchorCtr="0">
            <a:noAutofit/>
          </a:bodyPr>
          <a:lstStyle>
            <a:lvl1pPr marL="0" indent="0">
              <a:buNone/>
              <a:defRPr sz="3000" b="1">
                <a:solidFill>
                  <a:schemeClr val="tx1">
                    <a:lumMod val="85000"/>
                    <a:lumOff val="15000"/>
                  </a:schemeClr>
                </a:solidFill>
                <a:latin typeface="+mj-ea"/>
                <a:ea typeface="+mj-ea"/>
              </a:defRPr>
            </a:lvl1pPr>
            <a:lvl2pPr marL="457200" indent="0">
              <a:buNone/>
              <a:defRPr/>
            </a:lvl2pPr>
          </a:lstStyle>
          <a:p>
            <a:pPr lvl="0"/>
            <a:r>
              <a:rPr lang="zh-CN" altLang="en-US" dirty="0"/>
              <a:t>编辑母版文本样式</a:t>
            </a:r>
          </a:p>
        </p:txBody>
      </p:sp>
      <p:sp>
        <p:nvSpPr>
          <p:cNvPr id="31" name="文本占位符 21">
            <a:extLst>
              <a:ext uri="{FF2B5EF4-FFF2-40B4-BE49-F238E27FC236}">
                <a16:creationId xmlns:a16="http://schemas.microsoft.com/office/drawing/2014/main" id="{C820380A-48E4-4515-8865-B73589094AFB}"/>
              </a:ext>
            </a:extLst>
          </p:cNvPr>
          <p:cNvSpPr>
            <a:spLocks noGrp="1"/>
          </p:cNvSpPr>
          <p:nvPr>
            <p:ph type="body" sz="quarter" idx="16"/>
          </p:nvPr>
        </p:nvSpPr>
        <p:spPr>
          <a:xfrm>
            <a:off x="7152979" y="2519790"/>
            <a:ext cx="3250800" cy="269018"/>
          </a:xfrm>
        </p:spPr>
        <p:txBody>
          <a:bodyPr vert="horz" lIns="0" tIns="45720" rIns="91440" bIns="0" rtlCol="0" anchor="b" anchorCtr="0">
            <a:noAutofit/>
          </a:bodyPr>
          <a:lstStyle>
            <a:lvl1pPr marL="0" indent="0">
              <a:buNone/>
              <a:defRPr lang="zh-CN" altLang="en-US" sz="1800" baseline="0" dirty="0">
                <a:solidFill>
                  <a:schemeClr val="bg1">
                    <a:lumMod val="50000"/>
                  </a:schemeClr>
                </a:solidFill>
              </a:defRPr>
            </a:lvl1pPr>
          </a:lstStyle>
          <a:p>
            <a:pPr marL="228600" lvl="0" indent="-228600"/>
            <a:r>
              <a:rPr lang="zh-CN" altLang="en-US" dirty="0"/>
              <a:t>编辑母版文本样式</a:t>
            </a:r>
          </a:p>
        </p:txBody>
      </p:sp>
      <p:sp>
        <p:nvSpPr>
          <p:cNvPr id="39" name="文本占位符 17">
            <a:extLst>
              <a:ext uri="{FF2B5EF4-FFF2-40B4-BE49-F238E27FC236}">
                <a16:creationId xmlns:a16="http://schemas.microsoft.com/office/drawing/2014/main" id="{92C8D714-DA0A-42AF-9AEB-408B59B3170A}"/>
              </a:ext>
            </a:extLst>
          </p:cNvPr>
          <p:cNvSpPr>
            <a:spLocks noGrp="1"/>
          </p:cNvSpPr>
          <p:nvPr>
            <p:ph type="body" sz="quarter" idx="17"/>
          </p:nvPr>
        </p:nvSpPr>
        <p:spPr>
          <a:xfrm>
            <a:off x="2569759" y="3329661"/>
            <a:ext cx="3250169" cy="361081"/>
          </a:xfrm>
        </p:spPr>
        <p:txBody>
          <a:bodyPr lIns="0" tIns="0" anchor="t" anchorCtr="0">
            <a:noAutofit/>
          </a:bodyPr>
          <a:lstStyle>
            <a:lvl1pPr marL="0" indent="0">
              <a:buNone/>
              <a:defRPr sz="3000" b="1">
                <a:solidFill>
                  <a:schemeClr val="tx1">
                    <a:lumMod val="85000"/>
                    <a:lumOff val="15000"/>
                  </a:schemeClr>
                </a:solidFill>
                <a:latin typeface="+mj-ea"/>
                <a:ea typeface="+mj-ea"/>
              </a:defRPr>
            </a:lvl1pPr>
            <a:lvl2pPr marL="457200" indent="0">
              <a:buNone/>
              <a:defRPr/>
            </a:lvl2pPr>
          </a:lstStyle>
          <a:p>
            <a:pPr lvl="0"/>
            <a:r>
              <a:rPr lang="zh-CN" altLang="en-US" dirty="0"/>
              <a:t>编辑母版文本样式</a:t>
            </a:r>
          </a:p>
        </p:txBody>
      </p:sp>
      <p:sp>
        <p:nvSpPr>
          <p:cNvPr id="40" name="文本占位符 21">
            <a:extLst>
              <a:ext uri="{FF2B5EF4-FFF2-40B4-BE49-F238E27FC236}">
                <a16:creationId xmlns:a16="http://schemas.microsoft.com/office/drawing/2014/main" id="{9F1CD8A8-68D8-46EF-BE97-6AB7216C274D}"/>
              </a:ext>
            </a:extLst>
          </p:cNvPr>
          <p:cNvSpPr>
            <a:spLocks noGrp="1"/>
          </p:cNvSpPr>
          <p:nvPr>
            <p:ph type="body" sz="quarter" idx="18"/>
          </p:nvPr>
        </p:nvSpPr>
        <p:spPr>
          <a:xfrm>
            <a:off x="2569759" y="3821337"/>
            <a:ext cx="3250169" cy="269018"/>
          </a:xfrm>
        </p:spPr>
        <p:txBody>
          <a:bodyPr vert="horz" lIns="0" tIns="45720" rIns="91440" bIns="0" rtlCol="0" anchor="b" anchorCtr="0">
            <a:noAutofit/>
          </a:bodyPr>
          <a:lstStyle>
            <a:lvl1pPr marL="0" indent="0">
              <a:buNone/>
              <a:defRPr lang="zh-CN" altLang="en-US" sz="1800" baseline="0" dirty="0">
                <a:solidFill>
                  <a:schemeClr val="bg1">
                    <a:lumMod val="50000"/>
                  </a:schemeClr>
                </a:solidFill>
              </a:defRPr>
            </a:lvl1pPr>
          </a:lstStyle>
          <a:p>
            <a:pPr marL="228600" lvl="0" indent="-228600"/>
            <a:r>
              <a:rPr lang="zh-CN" altLang="en-US" dirty="0"/>
              <a:t>编辑母版文本样式</a:t>
            </a:r>
          </a:p>
        </p:txBody>
      </p:sp>
      <p:sp>
        <p:nvSpPr>
          <p:cNvPr id="42" name="文本占位符 17">
            <a:extLst>
              <a:ext uri="{FF2B5EF4-FFF2-40B4-BE49-F238E27FC236}">
                <a16:creationId xmlns:a16="http://schemas.microsoft.com/office/drawing/2014/main" id="{094A045B-464D-4DF7-B9BF-2F74E634F78D}"/>
              </a:ext>
            </a:extLst>
          </p:cNvPr>
          <p:cNvSpPr>
            <a:spLocks noGrp="1"/>
          </p:cNvSpPr>
          <p:nvPr>
            <p:ph type="body" sz="quarter" idx="19"/>
          </p:nvPr>
        </p:nvSpPr>
        <p:spPr>
          <a:xfrm>
            <a:off x="7152979" y="3329661"/>
            <a:ext cx="3250800" cy="361081"/>
          </a:xfrm>
        </p:spPr>
        <p:txBody>
          <a:bodyPr lIns="0" tIns="0" anchor="t" anchorCtr="0">
            <a:noAutofit/>
          </a:bodyPr>
          <a:lstStyle>
            <a:lvl1pPr marL="0" indent="0">
              <a:buNone/>
              <a:defRPr sz="3000" b="1">
                <a:solidFill>
                  <a:schemeClr val="tx1">
                    <a:lumMod val="85000"/>
                    <a:lumOff val="15000"/>
                  </a:schemeClr>
                </a:solidFill>
                <a:latin typeface="+mj-ea"/>
                <a:ea typeface="+mj-ea"/>
              </a:defRPr>
            </a:lvl1pPr>
            <a:lvl2pPr marL="457200" indent="0">
              <a:buNone/>
              <a:defRPr/>
            </a:lvl2pPr>
          </a:lstStyle>
          <a:p>
            <a:pPr lvl="0"/>
            <a:r>
              <a:rPr lang="zh-CN" altLang="en-US" dirty="0"/>
              <a:t>编辑母版文本样式</a:t>
            </a:r>
          </a:p>
        </p:txBody>
      </p:sp>
      <p:sp>
        <p:nvSpPr>
          <p:cNvPr id="43" name="文本占位符 21">
            <a:extLst>
              <a:ext uri="{FF2B5EF4-FFF2-40B4-BE49-F238E27FC236}">
                <a16:creationId xmlns:a16="http://schemas.microsoft.com/office/drawing/2014/main" id="{24FC5B44-4BCE-461C-A227-4DDA77413BEC}"/>
              </a:ext>
            </a:extLst>
          </p:cNvPr>
          <p:cNvSpPr>
            <a:spLocks noGrp="1"/>
          </p:cNvSpPr>
          <p:nvPr>
            <p:ph type="body" sz="quarter" idx="20"/>
          </p:nvPr>
        </p:nvSpPr>
        <p:spPr>
          <a:xfrm>
            <a:off x="7152979" y="3821337"/>
            <a:ext cx="3250800" cy="269018"/>
          </a:xfrm>
        </p:spPr>
        <p:txBody>
          <a:bodyPr vert="horz" lIns="0" tIns="45720" rIns="91440" bIns="0" rtlCol="0" anchor="b" anchorCtr="0">
            <a:noAutofit/>
          </a:bodyPr>
          <a:lstStyle>
            <a:lvl1pPr marL="0" indent="0">
              <a:buNone/>
              <a:defRPr lang="zh-CN" altLang="en-US" sz="1800" baseline="0" dirty="0">
                <a:solidFill>
                  <a:schemeClr val="bg1">
                    <a:lumMod val="50000"/>
                  </a:schemeClr>
                </a:solidFill>
              </a:defRPr>
            </a:lvl1pPr>
          </a:lstStyle>
          <a:p>
            <a:pPr marL="228600" lvl="0" indent="-228600"/>
            <a:r>
              <a:rPr lang="zh-CN" altLang="en-US" dirty="0"/>
              <a:t>编辑母版文本样式</a:t>
            </a:r>
          </a:p>
        </p:txBody>
      </p:sp>
      <p:sp>
        <p:nvSpPr>
          <p:cNvPr id="45" name="文本占位符 17">
            <a:extLst>
              <a:ext uri="{FF2B5EF4-FFF2-40B4-BE49-F238E27FC236}">
                <a16:creationId xmlns:a16="http://schemas.microsoft.com/office/drawing/2014/main" id="{939450F7-90D7-4D39-9C67-81EF29B78A46}"/>
              </a:ext>
            </a:extLst>
          </p:cNvPr>
          <p:cNvSpPr>
            <a:spLocks noGrp="1"/>
          </p:cNvSpPr>
          <p:nvPr>
            <p:ph type="body" sz="quarter" idx="21"/>
          </p:nvPr>
        </p:nvSpPr>
        <p:spPr>
          <a:xfrm>
            <a:off x="2569759" y="4712488"/>
            <a:ext cx="3250169" cy="361081"/>
          </a:xfrm>
        </p:spPr>
        <p:txBody>
          <a:bodyPr lIns="0" tIns="0" anchor="t" anchorCtr="0">
            <a:noAutofit/>
          </a:bodyPr>
          <a:lstStyle>
            <a:lvl1pPr marL="0" indent="0">
              <a:buNone/>
              <a:defRPr sz="3000" b="1">
                <a:solidFill>
                  <a:schemeClr val="tx1">
                    <a:lumMod val="85000"/>
                    <a:lumOff val="15000"/>
                  </a:schemeClr>
                </a:solidFill>
                <a:latin typeface="+mj-ea"/>
                <a:ea typeface="+mj-ea"/>
              </a:defRPr>
            </a:lvl1pPr>
            <a:lvl2pPr marL="457200" indent="0">
              <a:buNone/>
              <a:defRPr/>
            </a:lvl2pPr>
          </a:lstStyle>
          <a:p>
            <a:pPr lvl="0"/>
            <a:r>
              <a:rPr lang="zh-CN" altLang="en-US" dirty="0"/>
              <a:t>编辑母版文本样式</a:t>
            </a:r>
          </a:p>
        </p:txBody>
      </p:sp>
      <p:sp>
        <p:nvSpPr>
          <p:cNvPr id="46" name="文本占位符 21">
            <a:extLst>
              <a:ext uri="{FF2B5EF4-FFF2-40B4-BE49-F238E27FC236}">
                <a16:creationId xmlns:a16="http://schemas.microsoft.com/office/drawing/2014/main" id="{489A4F79-960D-4E0E-92F5-44ADC3E7DCC7}"/>
              </a:ext>
            </a:extLst>
          </p:cNvPr>
          <p:cNvSpPr>
            <a:spLocks noGrp="1"/>
          </p:cNvSpPr>
          <p:nvPr>
            <p:ph type="body" sz="quarter" idx="22"/>
          </p:nvPr>
        </p:nvSpPr>
        <p:spPr>
          <a:xfrm>
            <a:off x="2569759" y="5204164"/>
            <a:ext cx="3250169" cy="269018"/>
          </a:xfrm>
        </p:spPr>
        <p:txBody>
          <a:bodyPr vert="horz" lIns="0" tIns="45720" rIns="91440" bIns="0" rtlCol="0" anchor="b" anchorCtr="0">
            <a:noAutofit/>
          </a:bodyPr>
          <a:lstStyle>
            <a:lvl1pPr marL="0" indent="0">
              <a:buNone/>
              <a:defRPr lang="zh-CN" altLang="en-US" sz="1800" baseline="0" dirty="0">
                <a:solidFill>
                  <a:schemeClr val="bg1">
                    <a:lumMod val="50000"/>
                  </a:schemeClr>
                </a:solidFill>
              </a:defRPr>
            </a:lvl1pPr>
          </a:lstStyle>
          <a:p>
            <a:pPr marL="228600" lvl="0" indent="-228600"/>
            <a:r>
              <a:rPr lang="zh-CN" altLang="en-US" dirty="0"/>
              <a:t>编辑母版文本样式</a:t>
            </a:r>
          </a:p>
        </p:txBody>
      </p:sp>
      <p:sp>
        <p:nvSpPr>
          <p:cNvPr id="48" name="文本占位符 17">
            <a:extLst>
              <a:ext uri="{FF2B5EF4-FFF2-40B4-BE49-F238E27FC236}">
                <a16:creationId xmlns:a16="http://schemas.microsoft.com/office/drawing/2014/main" id="{BD1F4161-C7D8-4991-B3D1-821D38970E19}"/>
              </a:ext>
            </a:extLst>
          </p:cNvPr>
          <p:cNvSpPr>
            <a:spLocks noGrp="1"/>
          </p:cNvSpPr>
          <p:nvPr>
            <p:ph type="body" sz="quarter" idx="23"/>
          </p:nvPr>
        </p:nvSpPr>
        <p:spPr>
          <a:xfrm>
            <a:off x="7152979" y="4712488"/>
            <a:ext cx="3250800" cy="361081"/>
          </a:xfrm>
        </p:spPr>
        <p:txBody>
          <a:bodyPr lIns="0" tIns="0" anchor="t" anchorCtr="0">
            <a:noAutofit/>
          </a:bodyPr>
          <a:lstStyle>
            <a:lvl1pPr marL="0" indent="0">
              <a:buNone/>
              <a:defRPr sz="3000" b="1">
                <a:solidFill>
                  <a:schemeClr val="tx1">
                    <a:lumMod val="85000"/>
                    <a:lumOff val="15000"/>
                  </a:schemeClr>
                </a:solidFill>
                <a:latin typeface="+mj-ea"/>
                <a:ea typeface="+mj-ea"/>
              </a:defRPr>
            </a:lvl1pPr>
            <a:lvl2pPr marL="457200" indent="0">
              <a:buNone/>
              <a:defRPr/>
            </a:lvl2pPr>
          </a:lstStyle>
          <a:p>
            <a:pPr lvl="0"/>
            <a:r>
              <a:rPr lang="zh-CN" altLang="en-US" dirty="0"/>
              <a:t>编辑母版文本样式</a:t>
            </a:r>
          </a:p>
        </p:txBody>
      </p:sp>
      <p:sp>
        <p:nvSpPr>
          <p:cNvPr id="49" name="文本占位符 21">
            <a:extLst>
              <a:ext uri="{FF2B5EF4-FFF2-40B4-BE49-F238E27FC236}">
                <a16:creationId xmlns:a16="http://schemas.microsoft.com/office/drawing/2014/main" id="{9ACD3E2E-AFA4-4EA4-868F-8F17634D7D70}"/>
              </a:ext>
            </a:extLst>
          </p:cNvPr>
          <p:cNvSpPr>
            <a:spLocks noGrp="1"/>
          </p:cNvSpPr>
          <p:nvPr>
            <p:ph type="body" sz="quarter" idx="24"/>
          </p:nvPr>
        </p:nvSpPr>
        <p:spPr>
          <a:xfrm>
            <a:off x="7152979" y="5204164"/>
            <a:ext cx="3250800" cy="269018"/>
          </a:xfrm>
        </p:spPr>
        <p:txBody>
          <a:bodyPr vert="horz" lIns="0" tIns="45720" rIns="91440" bIns="0" rtlCol="0" anchor="b" anchorCtr="0">
            <a:noAutofit/>
          </a:bodyPr>
          <a:lstStyle>
            <a:lvl1pPr marL="0" indent="0">
              <a:buNone/>
              <a:defRPr lang="zh-CN" altLang="en-US" sz="1800" baseline="0" dirty="0">
                <a:solidFill>
                  <a:schemeClr val="bg1">
                    <a:lumMod val="50000"/>
                  </a:schemeClr>
                </a:solidFill>
              </a:defRPr>
            </a:lvl1pPr>
          </a:lstStyle>
          <a:p>
            <a:pPr marL="228600" lvl="0" indent="-228600"/>
            <a:r>
              <a:rPr lang="zh-CN" altLang="en-US" dirty="0"/>
              <a:t>编辑母版文本样式</a:t>
            </a:r>
          </a:p>
        </p:txBody>
      </p:sp>
      <p:sp>
        <p:nvSpPr>
          <p:cNvPr id="52" name="文本占位符 51">
            <a:extLst>
              <a:ext uri="{FF2B5EF4-FFF2-40B4-BE49-F238E27FC236}">
                <a16:creationId xmlns:a16="http://schemas.microsoft.com/office/drawing/2014/main" id="{AB68936D-40B7-448F-A5B0-1FFCC95446AF}"/>
              </a:ext>
            </a:extLst>
          </p:cNvPr>
          <p:cNvSpPr>
            <a:spLocks noGrp="1"/>
          </p:cNvSpPr>
          <p:nvPr>
            <p:ph type="body" sz="quarter" idx="25" hasCustomPrompt="1"/>
          </p:nvPr>
        </p:nvSpPr>
        <p:spPr>
          <a:xfrm>
            <a:off x="1708078" y="2023632"/>
            <a:ext cx="719242" cy="761929"/>
          </a:xfrm>
          <a:solidFill>
            <a:schemeClr val="accent1"/>
          </a:solidFill>
          <a:ln>
            <a:noFill/>
          </a:ln>
        </p:spPr>
        <p:txBody>
          <a:bodyPr lIns="0" tIns="0" rIns="0" bIns="0" anchor="ctr" anchorCtr="0">
            <a:normAutofit/>
          </a:bodyPr>
          <a:lstStyle>
            <a:lvl1pPr marL="0" indent="0" algn="ctr" defTabSz="914400" rtl="0" eaLnBrk="1" latinLnBrk="0" hangingPunct="1">
              <a:buNone/>
              <a:defRPr lang="zh-CN" altLang="en-US" sz="3600" b="0" kern="1200" baseline="0" dirty="0">
                <a:solidFill>
                  <a:schemeClr val="bg1"/>
                </a:solidFill>
                <a:latin typeface="Impact" panose="020B0806030902050204" pitchFamily="34" charset="0"/>
                <a:ea typeface="+mj-ea"/>
                <a:cs typeface="+mn-cs"/>
              </a:defRPr>
            </a:lvl1pPr>
            <a:lvl2pPr marL="457200" indent="0">
              <a:buNone/>
              <a:defRPr/>
            </a:lvl2pPr>
          </a:lstStyle>
          <a:p>
            <a:pPr lvl="0"/>
            <a:r>
              <a:rPr lang="en-US" altLang="zh-CN" dirty="0"/>
              <a:t>00</a:t>
            </a:r>
            <a:endParaRPr lang="zh-CN" altLang="en-US" dirty="0"/>
          </a:p>
        </p:txBody>
      </p:sp>
      <p:sp>
        <p:nvSpPr>
          <p:cNvPr id="32" name="文本占位符 51">
            <a:extLst>
              <a:ext uri="{FF2B5EF4-FFF2-40B4-BE49-F238E27FC236}">
                <a16:creationId xmlns:a16="http://schemas.microsoft.com/office/drawing/2014/main" id="{6DA3D8CD-850A-4608-845A-4D41E939B79E}"/>
              </a:ext>
            </a:extLst>
          </p:cNvPr>
          <p:cNvSpPr>
            <a:spLocks noGrp="1"/>
          </p:cNvSpPr>
          <p:nvPr>
            <p:ph type="body" sz="quarter" idx="26" hasCustomPrompt="1"/>
          </p:nvPr>
        </p:nvSpPr>
        <p:spPr>
          <a:xfrm>
            <a:off x="6283367" y="2023632"/>
            <a:ext cx="719242" cy="761929"/>
          </a:xfrm>
          <a:solidFill>
            <a:schemeClr val="accent1"/>
          </a:solidFill>
          <a:ln>
            <a:noFill/>
          </a:ln>
        </p:spPr>
        <p:txBody>
          <a:bodyPr lIns="0" tIns="0" rIns="0" bIns="0" anchor="ctr" anchorCtr="0">
            <a:normAutofit/>
          </a:bodyPr>
          <a:lstStyle>
            <a:lvl1pPr marL="0" indent="0" algn="ctr" defTabSz="914400" rtl="0" eaLnBrk="1" latinLnBrk="0" hangingPunct="1">
              <a:buNone/>
              <a:defRPr lang="zh-CN" altLang="en-US" sz="3600" b="0" kern="1200" baseline="0" dirty="0">
                <a:solidFill>
                  <a:schemeClr val="bg1"/>
                </a:solidFill>
                <a:latin typeface="Impact" panose="020B0806030902050204" pitchFamily="34" charset="0"/>
                <a:ea typeface="+mj-ea"/>
                <a:cs typeface="+mn-cs"/>
              </a:defRPr>
            </a:lvl1pPr>
            <a:lvl2pPr marL="457200" indent="0">
              <a:buNone/>
              <a:defRPr/>
            </a:lvl2pPr>
          </a:lstStyle>
          <a:p>
            <a:pPr lvl="0"/>
            <a:r>
              <a:rPr lang="en-US" altLang="zh-CN" dirty="0"/>
              <a:t>00</a:t>
            </a:r>
            <a:endParaRPr lang="zh-CN" altLang="en-US" dirty="0"/>
          </a:p>
        </p:txBody>
      </p:sp>
      <p:sp>
        <p:nvSpPr>
          <p:cNvPr id="33" name="文本占位符 51">
            <a:extLst>
              <a:ext uri="{FF2B5EF4-FFF2-40B4-BE49-F238E27FC236}">
                <a16:creationId xmlns:a16="http://schemas.microsoft.com/office/drawing/2014/main" id="{3DB4F64D-2F10-480C-B470-4C070035DF9B}"/>
              </a:ext>
            </a:extLst>
          </p:cNvPr>
          <p:cNvSpPr>
            <a:spLocks noGrp="1"/>
          </p:cNvSpPr>
          <p:nvPr>
            <p:ph type="body" sz="quarter" idx="27" hasCustomPrompt="1"/>
          </p:nvPr>
        </p:nvSpPr>
        <p:spPr>
          <a:xfrm>
            <a:off x="1708078" y="3332186"/>
            <a:ext cx="719242" cy="761929"/>
          </a:xfrm>
          <a:solidFill>
            <a:schemeClr val="accent1"/>
          </a:solidFill>
          <a:ln>
            <a:noFill/>
          </a:ln>
        </p:spPr>
        <p:txBody>
          <a:bodyPr lIns="0" tIns="0" rIns="0" bIns="0" anchor="ctr" anchorCtr="0">
            <a:normAutofit/>
          </a:bodyPr>
          <a:lstStyle>
            <a:lvl1pPr marL="0" indent="0" algn="ctr" defTabSz="914400" rtl="0" eaLnBrk="1" latinLnBrk="0" hangingPunct="1">
              <a:buNone/>
              <a:defRPr lang="zh-CN" altLang="en-US" sz="3600" b="0" kern="1200" baseline="0" dirty="0">
                <a:solidFill>
                  <a:schemeClr val="bg1"/>
                </a:solidFill>
                <a:latin typeface="Impact" panose="020B0806030902050204" pitchFamily="34" charset="0"/>
                <a:ea typeface="+mj-ea"/>
                <a:cs typeface="+mn-cs"/>
              </a:defRPr>
            </a:lvl1pPr>
            <a:lvl2pPr marL="457200" indent="0">
              <a:buNone/>
              <a:defRPr/>
            </a:lvl2pPr>
          </a:lstStyle>
          <a:p>
            <a:pPr lvl="0"/>
            <a:r>
              <a:rPr lang="en-US" altLang="zh-CN" dirty="0"/>
              <a:t>00</a:t>
            </a:r>
            <a:endParaRPr lang="zh-CN" altLang="en-US" dirty="0"/>
          </a:p>
        </p:txBody>
      </p:sp>
      <p:sp>
        <p:nvSpPr>
          <p:cNvPr id="34" name="文本占位符 51">
            <a:extLst>
              <a:ext uri="{FF2B5EF4-FFF2-40B4-BE49-F238E27FC236}">
                <a16:creationId xmlns:a16="http://schemas.microsoft.com/office/drawing/2014/main" id="{60AB3A18-7A2F-4FD4-ABB3-1CDE67DF88E1}"/>
              </a:ext>
            </a:extLst>
          </p:cNvPr>
          <p:cNvSpPr>
            <a:spLocks noGrp="1"/>
          </p:cNvSpPr>
          <p:nvPr>
            <p:ph type="body" sz="quarter" idx="28" hasCustomPrompt="1"/>
          </p:nvPr>
        </p:nvSpPr>
        <p:spPr>
          <a:xfrm>
            <a:off x="6283367" y="3328426"/>
            <a:ext cx="719242" cy="761929"/>
          </a:xfrm>
          <a:solidFill>
            <a:schemeClr val="accent1"/>
          </a:solidFill>
          <a:ln>
            <a:noFill/>
          </a:ln>
        </p:spPr>
        <p:txBody>
          <a:bodyPr lIns="0" tIns="0" rIns="0" bIns="0" anchor="ctr" anchorCtr="0">
            <a:normAutofit/>
          </a:bodyPr>
          <a:lstStyle>
            <a:lvl1pPr marL="0" indent="0" algn="ctr" defTabSz="914400" rtl="0" eaLnBrk="1" latinLnBrk="0" hangingPunct="1">
              <a:buNone/>
              <a:defRPr lang="zh-CN" altLang="en-US" sz="3600" b="0" kern="1200" baseline="0" dirty="0">
                <a:solidFill>
                  <a:schemeClr val="bg1"/>
                </a:solidFill>
                <a:latin typeface="Impact" panose="020B0806030902050204" pitchFamily="34" charset="0"/>
                <a:ea typeface="+mj-ea"/>
                <a:cs typeface="+mn-cs"/>
              </a:defRPr>
            </a:lvl1pPr>
            <a:lvl2pPr marL="457200" indent="0">
              <a:buNone/>
              <a:defRPr/>
            </a:lvl2pPr>
          </a:lstStyle>
          <a:p>
            <a:pPr lvl="0"/>
            <a:r>
              <a:rPr lang="en-US" altLang="zh-CN" dirty="0"/>
              <a:t>00</a:t>
            </a:r>
            <a:endParaRPr lang="zh-CN" altLang="en-US" dirty="0"/>
          </a:p>
        </p:txBody>
      </p:sp>
      <p:sp>
        <p:nvSpPr>
          <p:cNvPr id="35" name="文本占位符 51">
            <a:extLst>
              <a:ext uri="{FF2B5EF4-FFF2-40B4-BE49-F238E27FC236}">
                <a16:creationId xmlns:a16="http://schemas.microsoft.com/office/drawing/2014/main" id="{4668EF71-B816-4732-A6FB-9AAEFAF3E5C8}"/>
              </a:ext>
            </a:extLst>
          </p:cNvPr>
          <p:cNvSpPr>
            <a:spLocks noGrp="1"/>
          </p:cNvSpPr>
          <p:nvPr>
            <p:ph type="body" sz="quarter" idx="29" hasCustomPrompt="1"/>
          </p:nvPr>
        </p:nvSpPr>
        <p:spPr>
          <a:xfrm>
            <a:off x="1708078" y="4711253"/>
            <a:ext cx="719242" cy="761929"/>
          </a:xfrm>
          <a:solidFill>
            <a:schemeClr val="accent1"/>
          </a:solidFill>
          <a:ln>
            <a:noFill/>
          </a:ln>
        </p:spPr>
        <p:txBody>
          <a:bodyPr lIns="0" tIns="0" rIns="0" bIns="0" anchor="ctr" anchorCtr="0">
            <a:normAutofit/>
          </a:bodyPr>
          <a:lstStyle>
            <a:lvl1pPr marL="0" indent="0" algn="ctr" defTabSz="914400" rtl="0" eaLnBrk="1" latinLnBrk="0" hangingPunct="1">
              <a:buNone/>
              <a:defRPr lang="zh-CN" altLang="en-US" sz="3600" b="0" kern="1200" baseline="0" dirty="0">
                <a:solidFill>
                  <a:schemeClr val="bg1"/>
                </a:solidFill>
                <a:latin typeface="Impact" panose="020B0806030902050204" pitchFamily="34" charset="0"/>
                <a:ea typeface="+mj-ea"/>
                <a:cs typeface="+mn-cs"/>
              </a:defRPr>
            </a:lvl1pPr>
            <a:lvl2pPr marL="457200" indent="0">
              <a:buNone/>
              <a:defRPr/>
            </a:lvl2pPr>
          </a:lstStyle>
          <a:p>
            <a:pPr lvl="0"/>
            <a:r>
              <a:rPr lang="en-US" altLang="zh-CN" dirty="0"/>
              <a:t>00</a:t>
            </a:r>
            <a:endParaRPr lang="zh-CN" altLang="en-US" dirty="0"/>
          </a:p>
        </p:txBody>
      </p:sp>
      <p:sp>
        <p:nvSpPr>
          <p:cNvPr id="36" name="文本占位符 51">
            <a:extLst>
              <a:ext uri="{FF2B5EF4-FFF2-40B4-BE49-F238E27FC236}">
                <a16:creationId xmlns:a16="http://schemas.microsoft.com/office/drawing/2014/main" id="{20285630-4C32-48BA-BF4B-B2730023A00C}"/>
              </a:ext>
            </a:extLst>
          </p:cNvPr>
          <p:cNvSpPr>
            <a:spLocks noGrp="1"/>
          </p:cNvSpPr>
          <p:nvPr>
            <p:ph type="body" sz="quarter" idx="30" hasCustomPrompt="1"/>
          </p:nvPr>
        </p:nvSpPr>
        <p:spPr>
          <a:xfrm>
            <a:off x="6283367" y="4711253"/>
            <a:ext cx="719242" cy="761929"/>
          </a:xfrm>
          <a:solidFill>
            <a:schemeClr val="accent1"/>
          </a:solidFill>
          <a:ln>
            <a:noFill/>
          </a:ln>
        </p:spPr>
        <p:txBody>
          <a:bodyPr lIns="0" tIns="0" rIns="0" bIns="0" anchor="ctr" anchorCtr="0">
            <a:normAutofit/>
          </a:bodyPr>
          <a:lstStyle>
            <a:lvl1pPr marL="0" indent="0" algn="ctr" defTabSz="914400" rtl="0" eaLnBrk="1" latinLnBrk="0" hangingPunct="1">
              <a:buNone/>
              <a:defRPr lang="zh-CN" altLang="en-US" sz="3600" b="0" kern="1200" baseline="0" dirty="0">
                <a:solidFill>
                  <a:schemeClr val="bg1"/>
                </a:solidFill>
                <a:latin typeface="Impact" panose="020B0806030902050204" pitchFamily="34" charset="0"/>
                <a:ea typeface="+mj-ea"/>
                <a:cs typeface="+mn-cs"/>
              </a:defRPr>
            </a:lvl1pPr>
            <a:lvl2pPr marL="457200" indent="0">
              <a:buNone/>
              <a:defRPr/>
            </a:lvl2pPr>
          </a:lstStyle>
          <a:p>
            <a:pPr lvl="0"/>
            <a:r>
              <a:rPr lang="en-US" altLang="zh-CN" dirty="0"/>
              <a:t>00</a:t>
            </a:r>
            <a:endParaRPr lang="zh-CN" altLang="en-US" dirty="0"/>
          </a:p>
        </p:txBody>
      </p:sp>
      <p:pic>
        <p:nvPicPr>
          <p:cNvPr id="37" name="图片 36">
            <a:extLst>
              <a:ext uri="{FF2B5EF4-FFF2-40B4-BE49-F238E27FC236}">
                <a16:creationId xmlns:a16="http://schemas.microsoft.com/office/drawing/2014/main" id="{DC204C41-1572-4884-9F8F-D226B9450054}"/>
              </a:ext>
            </a:extLst>
          </p:cNvPr>
          <p:cNvPicPr>
            <a:picLocks noChangeAspect="1"/>
          </p:cNvPicPr>
          <p:nvPr userDrawn="1"/>
        </p:nvPicPr>
        <p:blipFill>
          <a:blip r:embed="rId4"/>
          <a:stretch>
            <a:fillRect/>
          </a:stretch>
        </p:blipFill>
        <p:spPr>
          <a:xfrm>
            <a:off x="9551847" y="550504"/>
            <a:ext cx="1967053" cy="469531"/>
          </a:xfrm>
          <a:prstGeom prst="rect">
            <a:avLst/>
          </a:prstGeom>
        </p:spPr>
      </p:pic>
    </p:spTree>
    <p:extLst>
      <p:ext uri="{BB962C8B-B14F-4D97-AF65-F5344CB8AC3E}">
        <p14:creationId xmlns:p14="http://schemas.microsoft.com/office/powerpoint/2010/main" val="26218621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四项目录">
    <p:spTree>
      <p:nvGrpSpPr>
        <p:cNvPr id="1" name=""/>
        <p:cNvGrpSpPr/>
        <p:nvPr/>
      </p:nvGrpSpPr>
      <p:grpSpPr>
        <a:xfrm>
          <a:off x="0" y="0"/>
          <a:ext cx="0" cy="0"/>
          <a:chOff x="0" y="0"/>
          <a:chExt cx="0" cy="0"/>
        </a:xfrm>
      </p:grpSpPr>
      <p:sp>
        <p:nvSpPr>
          <p:cNvPr id="18" name="矩形 17">
            <a:extLst>
              <a:ext uri="{FF2B5EF4-FFF2-40B4-BE49-F238E27FC236}">
                <a16:creationId xmlns:a16="http://schemas.microsoft.com/office/drawing/2014/main" id="{D95C08E6-650F-4716-BD5F-E7309AFAB73E}"/>
              </a:ext>
            </a:extLst>
          </p:cNvPr>
          <p:cNvSpPr/>
          <p:nvPr userDrawn="1"/>
        </p:nvSpPr>
        <p:spPr>
          <a:xfrm>
            <a:off x="0" y="1130300"/>
            <a:ext cx="12192000" cy="5375272"/>
          </a:xfrm>
          <a:prstGeom prst="rect">
            <a:avLst/>
          </a:prstGeom>
          <a:gradFill>
            <a:gsLst>
              <a:gs pos="0">
                <a:schemeClr val="accent1">
                  <a:lumMod val="5000"/>
                  <a:lumOff val="95000"/>
                  <a:alpha val="93000"/>
                </a:schemeClr>
              </a:gs>
              <a:gs pos="50000">
                <a:srgbClr val="F6FAFF">
                  <a:alpha val="93000"/>
                </a:srgbClr>
              </a:gs>
              <a:gs pos="100000">
                <a:schemeClr val="bg1">
                  <a:alpha val="0"/>
                </a:schemeClr>
              </a:gs>
            </a:gsLst>
            <a:lin ang="0" scaled="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latin typeface="Microsoft YaHei UI" panose="020B0503020204020204" pitchFamily="34" charset="-122"/>
              <a:ea typeface="Microsoft YaHei UI" panose="020B0503020204020204" pitchFamily="34" charset="-122"/>
            </a:endParaRPr>
          </a:p>
        </p:txBody>
      </p:sp>
      <p:sp>
        <p:nvSpPr>
          <p:cNvPr id="21" name="矩形 20">
            <a:extLst>
              <a:ext uri="{FF2B5EF4-FFF2-40B4-BE49-F238E27FC236}">
                <a16:creationId xmlns:a16="http://schemas.microsoft.com/office/drawing/2014/main" id="{F0B970F3-899F-4B6A-8544-6BEE66DCD1E8}"/>
              </a:ext>
            </a:extLst>
          </p:cNvPr>
          <p:cNvSpPr/>
          <p:nvPr userDrawn="1"/>
        </p:nvSpPr>
        <p:spPr>
          <a:xfrm>
            <a:off x="0" y="6492875"/>
            <a:ext cx="12192000" cy="365125"/>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矩形 54">
            <a:extLst>
              <a:ext uri="{FF2B5EF4-FFF2-40B4-BE49-F238E27FC236}">
                <a16:creationId xmlns:a16="http://schemas.microsoft.com/office/drawing/2014/main" id="{7C070401-592E-44D7-984E-F9FA8BBF29EA}"/>
              </a:ext>
            </a:extLst>
          </p:cNvPr>
          <p:cNvSpPr/>
          <p:nvPr userDrawn="1"/>
        </p:nvSpPr>
        <p:spPr>
          <a:xfrm>
            <a:off x="0" y="0"/>
            <a:ext cx="12192000" cy="1140465"/>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图片 21">
            <a:extLst>
              <a:ext uri="{FF2B5EF4-FFF2-40B4-BE49-F238E27FC236}">
                <a16:creationId xmlns:a16="http://schemas.microsoft.com/office/drawing/2014/main" id="{FEF23FB8-F858-4EF4-9A4C-8B27C02D4567}"/>
              </a:ext>
            </a:extLst>
          </p:cNvPr>
          <p:cNvPicPr>
            <a:picLocks noChangeAspect="1"/>
          </p:cNvPicPr>
          <p:nvPr userDrawn="1"/>
        </p:nvPicPr>
        <p:blipFill>
          <a:blip r:embed="rId2"/>
          <a:stretch>
            <a:fillRect/>
          </a:stretch>
        </p:blipFill>
        <p:spPr>
          <a:xfrm>
            <a:off x="673100" y="6580054"/>
            <a:ext cx="1330959" cy="203465"/>
          </a:xfrm>
          <a:prstGeom prst="rect">
            <a:avLst/>
          </a:prstGeom>
        </p:spPr>
      </p:pic>
      <p:pic>
        <p:nvPicPr>
          <p:cNvPr id="24" name="图片 23">
            <a:extLst>
              <a:ext uri="{FF2B5EF4-FFF2-40B4-BE49-F238E27FC236}">
                <a16:creationId xmlns:a16="http://schemas.microsoft.com/office/drawing/2014/main" id="{6F7494B1-89CC-4440-9787-AE3C0855C84D}"/>
              </a:ext>
            </a:extLst>
          </p:cNvPr>
          <p:cNvPicPr>
            <a:picLocks noChangeAspect="1"/>
          </p:cNvPicPr>
          <p:nvPr userDrawn="1"/>
        </p:nvPicPr>
        <p:blipFill>
          <a:blip r:embed="rId3"/>
          <a:stretch>
            <a:fillRect/>
          </a:stretch>
        </p:blipFill>
        <p:spPr>
          <a:xfrm>
            <a:off x="8610600" y="6626002"/>
            <a:ext cx="2908300" cy="111568"/>
          </a:xfrm>
          <a:prstGeom prst="rect">
            <a:avLst/>
          </a:prstGeom>
        </p:spPr>
      </p:pic>
      <p:pic>
        <p:nvPicPr>
          <p:cNvPr id="56" name="图片 55">
            <a:extLst>
              <a:ext uri="{FF2B5EF4-FFF2-40B4-BE49-F238E27FC236}">
                <a16:creationId xmlns:a16="http://schemas.microsoft.com/office/drawing/2014/main" id="{A5B702B5-21F7-4463-8119-20EDC12691B6}"/>
              </a:ext>
            </a:extLst>
          </p:cNvPr>
          <p:cNvPicPr>
            <a:picLocks noChangeAspect="1"/>
          </p:cNvPicPr>
          <p:nvPr userDrawn="1"/>
        </p:nvPicPr>
        <p:blipFill>
          <a:blip r:embed="rId4"/>
          <a:stretch>
            <a:fillRect/>
          </a:stretch>
        </p:blipFill>
        <p:spPr>
          <a:xfrm>
            <a:off x="660401" y="611569"/>
            <a:ext cx="1747519" cy="417129"/>
          </a:xfrm>
          <a:prstGeom prst="rect">
            <a:avLst/>
          </a:prstGeom>
        </p:spPr>
      </p:pic>
      <p:sp>
        <p:nvSpPr>
          <p:cNvPr id="5" name="文本占位符 4">
            <a:extLst>
              <a:ext uri="{FF2B5EF4-FFF2-40B4-BE49-F238E27FC236}">
                <a16:creationId xmlns:a16="http://schemas.microsoft.com/office/drawing/2014/main" id="{2D5F2F7C-B6BB-4975-90FC-43129AC459E1}"/>
              </a:ext>
            </a:extLst>
          </p:cNvPr>
          <p:cNvSpPr>
            <a:spLocks noGrp="1"/>
          </p:cNvSpPr>
          <p:nvPr>
            <p:ph type="body" sz="quarter" idx="12" hasCustomPrompt="1"/>
          </p:nvPr>
        </p:nvSpPr>
        <p:spPr>
          <a:xfrm>
            <a:off x="7330441" y="715440"/>
            <a:ext cx="4188460" cy="287835"/>
          </a:xfrm>
        </p:spPr>
        <p:txBody>
          <a:bodyPr rIns="0" bIns="0" anchor="b" anchorCtr="0">
            <a:normAutofit/>
          </a:bodyPr>
          <a:lstStyle>
            <a:lvl1pPr marL="0" indent="0" algn="r">
              <a:buNone/>
              <a:defRPr sz="1600" b="0">
                <a:solidFill>
                  <a:schemeClr val="bg1"/>
                </a:solidFill>
                <a:latin typeface="+mj-ea"/>
                <a:ea typeface="+mj-ea"/>
              </a:defRPr>
            </a:lvl1pPr>
            <a:lvl2pPr marL="457200" indent="0">
              <a:buNone/>
              <a:defRPr/>
            </a:lvl2pPr>
          </a:lstStyle>
          <a:p>
            <a:pPr lvl="0"/>
            <a:r>
              <a:rPr lang="zh-CN" altLang="en-US" dirty="0"/>
              <a:t>这里可以输入你的课题题目</a:t>
            </a:r>
          </a:p>
        </p:txBody>
      </p:sp>
      <p:sp>
        <p:nvSpPr>
          <p:cNvPr id="3" name="文本占位符 2">
            <a:extLst>
              <a:ext uri="{FF2B5EF4-FFF2-40B4-BE49-F238E27FC236}">
                <a16:creationId xmlns:a16="http://schemas.microsoft.com/office/drawing/2014/main" id="{6603695B-E410-470D-8026-AF5AED3AB030}"/>
              </a:ext>
            </a:extLst>
          </p:cNvPr>
          <p:cNvSpPr>
            <a:spLocks noGrp="1"/>
          </p:cNvSpPr>
          <p:nvPr>
            <p:ph type="body" sz="quarter" idx="13" hasCustomPrompt="1"/>
          </p:nvPr>
        </p:nvSpPr>
        <p:spPr>
          <a:xfrm>
            <a:off x="1320160" y="2029876"/>
            <a:ext cx="1107757" cy="909893"/>
          </a:xfrm>
        </p:spPr>
        <p:txBody>
          <a:bodyPr lIns="0">
            <a:noAutofit/>
          </a:bodyPr>
          <a:lstStyle>
            <a:lvl1pPr marL="0" indent="0" algn="l">
              <a:buNone/>
              <a:defRPr lang="zh-CN" altLang="en-US" sz="6000" kern="1200" dirty="0" smtClean="0">
                <a:gradFill>
                  <a:gsLst>
                    <a:gs pos="0">
                      <a:schemeClr val="accent1"/>
                    </a:gs>
                    <a:gs pos="100000">
                      <a:schemeClr val="accent1">
                        <a:lumMod val="20000"/>
                        <a:lumOff val="80000"/>
                        <a:alpha val="0"/>
                      </a:schemeClr>
                    </a:gs>
                  </a:gsLst>
                  <a:lin ang="5400000" scaled="1"/>
                </a:gradFill>
                <a:latin typeface="Impact" panose="020B0806030902050204" pitchFamily="34" charset="0"/>
                <a:ea typeface="+mn-ea"/>
                <a:cs typeface="+mn-cs"/>
              </a:defRPr>
            </a:lvl1pPr>
            <a:lvl2pPr marL="457200" indent="0">
              <a:buNone/>
              <a:defRPr/>
            </a:lvl2pPr>
          </a:lstStyle>
          <a:p>
            <a:pPr lvl="0"/>
            <a:r>
              <a:rPr lang="en-US" altLang="zh-CN" dirty="0"/>
              <a:t>00</a:t>
            </a:r>
            <a:endParaRPr lang="zh-CN" altLang="en-US" dirty="0"/>
          </a:p>
        </p:txBody>
      </p:sp>
      <p:sp>
        <p:nvSpPr>
          <p:cNvPr id="50" name="文本占位符 17">
            <a:extLst>
              <a:ext uri="{FF2B5EF4-FFF2-40B4-BE49-F238E27FC236}">
                <a16:creationId xmlns:a16="http://schemas.microsoft.com/office/drawing/2014/main" id="{D4628D5E-8657-47D2-BFF3-FE05E9B009FD}"/>
              </a:ext>
            </a:extLst>
          </p:cNvPr>
          <p:cNvSpPr>
            <a:spLocks noGrp="1"/>
          </p:cNvSpPr>
          <p:nvPr>
            <p:ph type="body" sz="quarter" idx="14" hasCustomPrompt="1"/>
          </p:nvPr>
        </p:nvSpPr>
        <p:spPr>
          <a:xfrm>
            <a:off x="1320160" y="2622561"/>
            <a:ext cx="2376000" cy="361081"/>
          </a:xfrm>
        </p:spPr>
        <p:txBody>
          <a:bodyPr lIns="0" tIns="0" anchor="t" anchorCtr="0">
            <a:noAutofit/>
          </a:bodyPr>
          <a:lstStyle>
            <a:lvl1pPr marL="0" indent="0" algn="l">
              <a:buNone/>
              <a:defRPr sz="3000" b="1">
                <a:solidFill>
                  <a:schemeClr val="tx1">
                    <a:lumMod val="95000"/>
                    <a:lumOff val="5000"/>
                  </a:schemeClr>
                </a:solidFill>
                <a:latin typeface="+mj-ea"/>
                <a:ea typeface="+mj-ea"/>
              </a:defRPr>
            </a:lvl1pPr>
            <a:lvl2pPr marL="457200" indent="0">
              <a:buNone/>
              <a:defRPr/>
            </a:lvl2pPr>
          </a:lstStyle>
          <a:p>
            <a:pPr lvl="0"/>
            <a:r>
              <a:rPr lang="zh-CN" altLang="en-US" dirty="0"/>
              <a:t>编辑文本</a:t>
            </a:r>
          </a:p>
        </p:txBody>
      </p:sp>
      <p:sp>
        <p:nvSpPr>
          <p:cNvPr id="51" name="文本占位符 21">
            <a:extLst>
              <a:ext uri="{FF2B5EF4-FFF2-40B4-BE49-F238E27FC236}">
                <a16:creationId xmlns:a16="http://schemas.microsoft.com/office/drawing/2014/main" id="{1A445DC9-AF52-41B9-BE52-94FB776F1CA0}"/>
              </a:ext>
            </a:extLst>
          </p:cNvPr>
          <p:cNvSpPr>
            <a:spLocks noGrp="1"/>
          </p:cNvSpPr>
          <p:nvPr>
            <p:ph type="body" sz="quarter" idx="15" hasCustomPrompt="1"/>
          </p:nvPr>
        </p:nvSpPr>
        <p:spPr>
          <a:xfrm>
            <a:off x="1320160" y="3114237"/>
            <a:ext cx="2376000" cy="269018"/>
          </a:xfrm>
        </p:spPr>
        <p:txBody>
          <a:bodyPr lIns="0" bIns="0" anchor="b" anchorCtr="0">
            <a:noAutofit/>
          </a:bodyPr>
          <a:lstStyle>
            <a:lvl1pPr marL="0" indent="0" algn="l">
              <a:buNone/>
              <a:defRPr sz="1800" baseline="0">
                <a:solidFill>
                  <a:schemeClr val="bg1">
                    <a:lumMod val="50000"/>
                  </a:schemeClr>
                </a:solidFill>
                <a:latin typeface="+mn-lt"/>
                <a:ea typeface="+mn-ea"/>
              </a:defRPr>
            </a:lvl1pPr>
            <a:lvl2pPr marL="457200" indent="0">
              <a:buNone/>
              <a:defRPr/>
            </a:lvl2pPr>
          </a:lstStyle>
          <a:p>
            <a:pPr lvl="0"/>
            <a:r>
              <a:rPr lang="zh-CN" altLang="en-US" dirty="0"/>
              <a:t>编辑文本样式</a:t>
            </a:r>
          </a:p>
        </p:txBody>
      </p:sp>
      <p:sp>
        <p:nvSpPr>
          <p:cNvPr id="58" name="文本占位符 2">
            <a:extLst>
              <a:ext uri="{FF2B5EF4-FFF2-40B4-BE49-F238E27FC236}">
                <a16:creationId xmlns:a16="http://schemas.microsoft.com/office/drawing/2014/main" id="{4ED10E10-4418-444F-9A7E-8579DA218021}"/>
              </a:ext>
            </a:extLst>
          </p:cNvPr>
          <p:cNvSpPr>
            <a:spLocks noGrp="1"/>
          </p:cNvSpPr>
          <p:nvPr>
            <p:ph type="body" sz="quarter" idx="16" hasCustomPrompt="1"/>
          </p:nvPr>
        </p:nvSpPr>
        <p:spPr>
          <a:xfrm>
            <a:off x="4171321" y="2029876"/>
            <a:ext cx="1107757" cy="909893"/>
          </a:xfrm>
        </p:spPr>
        <p:txBody>
          <a:bodyPr lIns="0">
            <a:noAutofit/>
          </a:bodyPr>
          <a:lstStyle>
            <a:lvl1pPr marL="0" indent="0" algn="l">
              <a:buNone/>
              <a:defRPr lang="zh-CN" altLang="en-US" sz="6000" kern="1200" dirty="0" smtClean="0">
                <a:gradFill>
                  <a:gsLst>
                    <a:gs pos="0">
                      <a:schemeClr val="accent1"/>
                    </a:gs>
                    <a:gs pos="100000">
                      <a:schemeClr val="accent1">
                        <a:lumMod val="20000"/>
                        <a:lumOff val="80000"/>
                        <a:alpha val="0"/>
                      </a:schemeClr>
                    </a:gs>
                  </a:gsLst>
                  <a:lin ang="5400000" scaled="1"/>
                </a:gradFill>
                <a:latin typeface="Impact" panose="020B0806030902050204" pitchFamily="34" charset="0"/>
                <a:ea typeface="+mn-ea"/>
                <a:cs typeface="+mn-cs"/>
              </a:defRPr>
            </a:lvl1pPr>
            <a:lvl2pPr marL="457200" indent="0">
              <a:buNone/>
              <a:defRPr/>
            </a:lvl2pPr>
          </a:lstStyle>
          <a:p>
            <a:pPr lvl="0"/>
            <a:r>
              <a:rPr lang="en-US" altLang="zh-CN" dirty="0"/>
              <a:t>00</a:t>
            </a:r>
            <a:endParaRPr lang="zh-CN" altLang="en-US" dirty="0"/>
          </a:p>
        </p:txBody>
      </p:sp>
      <p:sp>
        <p:nvSpPr>
          <p:cNvPr id="59" name="文本占位符 17">
            <a:extLst>
              <a:ext uri="{FF2B5EF4-FFF2-40B4-BE49-F238E27FC236}">
                <a16:creationId xmlns:a16="http://schemas.microsoft.com/office/drawing/2014/main" id="{58F421A8-1F52-44B7-99E0-82FCF910C08B}"/>
              </a:ext>
            </a:extLst>
          </p:cNvPr>
          <p:cNvSpPr>
            <a:spLocks noGrp="1"/>
          </p:cNvSpPr>
          <p:nvPr>
            <p:ph type="body" sz="quarter" idx="17" hasCustomPrompt="1"/>
          </p:nvPr>
        </p:nvSpPr>
        <p:spPr>
          <a:xfrm>
            <a:off x="4171321" y="2622561"/>
            <a:ext cx="2376000" cy="361081"/>
          </a:xfrm>
        </p:spPr>
        <p:txBody>
          <a:bodyPr lIns="0" tIns="0" anchor="t" anchorCtr="0">
            <a:noAutofit/>
          </a:bodyPr>
          <a:lstStyle>
            <a:lvl1pPr marL="0" indent="0" algn="l">
              <a:buNone/>
              <a:defRPr lang="zh-CN" altLang="en-US" sz="3000" b="1" kern="1200" dirty="0">
                <a:solidFill>
                  <a:schemeClr val="tx1">
                    <a:lumMod val="95000"/>
                    <a:lumOff val="5000"/>
                  </a:schemeClr>
                </a:solidFill>
                <a:latin typeface="+mj-ea"/>
                <a:ea typeface="+mj-ea"/>
                <a:cs typeface="+mn-cs"/>
              </a:defRPr>
            </a:lvl1pPr>
            <a:lvl2pPr marL="457200" indent="0">
              <a:buNone/>
              <a:defRPr/>
            </a:lvl2pPr>
          </a:lstStyle>
          <a:p>
            <a:pPr marL="0" lvl="0" indent="0" algn="l" defTabSz="914400" rtl="0" eaLnBrk="1" latinLnBrk="0" hangingPunct="1">
              <a:lnSpc>
                <a:spcPct val="90000"/>
              </a:lnSpc>
              <a:spcBef>
                <a:spcPts val="1000"/>
              </a:spcBef>
              <a:buFont typeface="Arial" panose="020B0604020202020204" pitchFamily="34" charset="0"/>
              <a:buNone/>
            </a:pPr>
            <a:r>
              <a:rPr lang="zh-CN" altLang="en-US" dirty="0"/>
              <a:t>编辑文本</a:t>
            </a:r>
          </a:p>
        </p:txBody>
      </p:sp>
      <p:sp>
        <p:nvSpPr>
          <p:cNvPr id="60" name="文本占位符 21">
            <a:extLst>
              <a:ext uri="{FF2B5EF4-FFF2-40B4-BE49-F238E27FC236}">
                <a16:creationId xmlns:a16="http://schemas.microsoft.com/office/drawing/2014/main" id="{BCC9515C-247E-45C4-B96C-92597CB8E286}"/>
              </a:ext>
            </a:extLst>
          </p:cNvPr>
          <p:cNvSpPr>
            <a:spLocks noGrp="1"/>
          </p:cNvSpPr>
          <p:nvPr>
            <p:ph type="body" sz="quarter" idx="18" hasCustomPrompt="1"/>
          </p:nvPr>
        </p:nvSpPr>
        <p:spPr>
          <a:xfrm>
            <a:off x="4171321" y="3114237"/>
            <a:ext cx="2376000" cy="269018"/>
          </a:xfrm>
        </p:spPr>
        <p:txBody>
          <a:bodyPr lIns="0" bIns="0" anchor="b" anchorCtr="0">
            <a:noAutofit/>
          </a:bodyPr>
          <a:lstStyle>
            <a:lvl1pPr marL="0" indent="0" algn="l">
              <a:buNone/>
              <a:defRPr sz="1800" baseline="0">
                <a:solidFill>
                  <a:schemeClr val="bg1">
                    <a:lumMod val="50000"/>
                  </a:schemeClr>
                </a:solidFill>
                <a:latin typeface="+mn-lt"/>
                <a:ea typeface="+mn-ea"/>
              </a:defRPr>
            </a:lvl1pPr>
            <a:lvl2pPr marL="457200" indent="0">
              <a:buNone/>
              <a:defRPr/>
            </a:lvl2pPr>
          </a:lstStyle>
          <a:p>
            <a:pPr lvl="0"/>
            <a:r>
              <a:rPr lang="zh-CN" altLang="en-US" dirty="0"/>
              <a:t>编辑文本样式</a:t>
            </a:r>
          </a:p>
        </p:txBody>
      </p:sp>
      <p:sp>
        <p:nvSpPr>
          <p:cNvPr id="61" name="文本占位符 2">
            <a:extLst>
              <a:ext uri="{FF2B5EF4-FFF2-40B4-BE49-F238E27FC236}">
                <a16:creationId xmlns:a16="http://schemas.microsoft.com/office/drawing/2014/main" id="{04822418-D9B5-41BF-9DB5-CE382E9084F2}"/>
              </a:ext>
            </a:extLst>
          </p:cNvPr>
          <p:cNvSpPr>
            <a:spLocks noGrp="1"/>
          </p:cNvSpPr>
          <p:nvPr>
            <p:ph type="body" sz="quarter" idx="19" hasCustomPrompt="1"/>
          </p:nvPr>
        </p:nvSpPr>
        <p:spPr>
          <a:xfrm>
            <a:off x="1320160" y="3914761"/>
            <a:ext cx="1107757" cy="909893"/>
          </a:xfrm>
        </p:spPr>
        <p:txBody>
          <a:bodyPr lIns="0">
            <a:noAutofit/>
          </a:bodyPr>
          <a:lstStyle>
            <a:lvl1pPr marL="0" indent="0" algn="l">
              <a:buNone/>
              <a:defRPr lang="zh-CN" altLang="en-US" sz="6000" kern="1200" dirty="0" smtClean="0">
                <a:gradFill>
                  <a:gsLst>
                    <a:gs pos="0">
                      <a:schemeClr val="accent1"/>
                    </a:gs>
                    <a:gs pos="100000">
                      <a:schemeClr val="accent1">
                        <a:lumMod val="20000"/>
                        <a:lumOff val="80000"/>
                        <a:alpha val="0"/>
                      </a:schemeClr>
                    </a:gs>
                  </a:gsLst>
                  <a:lin ang="5400000" scaled="1"/>
                </a:gradFill>
                <a:latin typeface="Impact" panose="020B0806030902050204" pitchFamily="34" charset="0"/>
                <a:ea typeface="+mn-ea"/>
                <a:cs typeface="+mn-cs"/>
              </a:defRPr>
            </a:lvl1pPr>
            <a:lvl2pPr marL="457200" indent="0">
              <a:buNone/>
              <a:defRPr/>
            </a:lvl2pPr>
          </a:lstStyle>
          <a:p>
            <a:pPr lvl="0"/>
            <a:r>
              <a:rPr lang="en-US" altLang="zh-CN" dirty="0"/>
              <a:t>00</a:t>
            </a:r>
            <a:endParaRPr lang="zh-CN" altLang="en-US" dirty="0"/>
          </a:p>
        </p:txBody>
      </p:sp>
      <p:sp>
        <p:nvSpPr>
          <p:cNvPr id="62" name="文本占位符 17">
            <a:extLst>
              <a:ext uri="{FF2B5EF4-FFF2-40B4-BE49-F238E27FC236}">
                <a16:creationId xmlns:a16="http://schemas.microsoft.com/office/drawing/2014/main" id="{AEC3E920-9158-40D5-877A-809183197A6F}"/>
              </a:ext>
            </a:extLst>
          </p:cNvPr>
          <p:cNvSpPr>
            <a:spLocks noGrp="1"/>
          </p:cNvSpPr>
          <p:nvPr>
            <p:ph type="body" sz="quarter" idx="20" hasCustomPrompt="1"/>
          </p:nvPr>
        </p:nvSpPr>
        <p:spPr>
          <a:xfrm>
            <a:off x="1320160" y="4507446"/>
            <a:ext cx="2376000" cy="361081"/>
          </a:xfrm>
        </p:spPr>
        <p:txBody>
          <a:bodyPr lIns="0" tIns="0" anchor="t" anchorCtr="0">
            <a:noAutofit/>
          </a:bodyPr>
          <a:lstStyle>
            <a:lvl1pPr marL="0" indent="0" algn="l">
              <a:buNone/>
              <a:defRPr lang="zh-CN" altLang="en-US" sz="3000" b="1" kern="1200" dirty="0">
                <a:solidFill>
                  <a:schemeClr val="tx1">
                    <a:lumMod val="95000"/>
                    <a:lumOff val="5000"/>
                  </a:schemeClr>
                </a:solidFill>
                <a:latin typeface="+mj-ea"/>
                <a:ea typeface="+mj-ea"/>
                <a:cs typeface="+mn-cs"/>
              </a:defRPr>
            </a:lvl1pPr>
            <a:lvl2pPr marL="457200" indent="0">
              <a:buNone/>
              <a:defRPr/>
            </a:lvl2pPr>
          </a:lstStyle>
          <a:p>
            <a:pPr lvl="0"/>
            <a:r>
              <a:rPr lang="zh-CN" altLang="en-US" dirty="0"/>
              <a:t>编辑文本</a:t>
            </a:r>
          </a:p>
        </p:txBody>
      </p:sp>
      <p:sp>
        <p:nvSpPr>
          <p:cNvPr id="63" name="文本占位符 21">
            <a:extLst>
              <a:ext uri="{FF2B5EF4-FFF2-40B4-BE49-F238E27FC236}">
                <a16:creationId xmlns:a16="http://schemas.microsoft.com/office/drawing/2014/main" id="{181E1569-E929-419A-92A2-DBDC8A36A016}"/>
              </a:ext>
            </a:extLst>
          </p:cNvPr>
          <p:cNvSpPr>
            <a:spLocks noGrp="1"/>
          </p:cNvSpPr>
          <p:nvPr>
            <p:ph type="body" sz="quarter" idx="21" hasCustomPrompt="1"/>
          </p:nvPr>
        </p:nvSpPr>
        <p:spPr>
          <a:xfrm>
            <a:off x="1320160" y="4999122"/>
            <a:ext cx="2376000" cy="269018"/>
          </a:xfrm>
        </p:spPr>
        <p:txBody>
          <a:bodyPr lIns="0" bIns="0" anchor="b" anchorCtr="0">
            <a:noAutofit/>
          </a:bodyPr>
          <a:lstStyle>
            <a:lvl1pPr marL="0" indent="0" algn="l">
              <a:buNone/>
              <a:defRPr sz="1800" baseline="0">
                <a:solidFill>
                  <a:schemeClr val="bg1">
                    <a:lumMod val="50000"/>
                  </a:schemeClr>
                </a:solidFill>
                <a:latin typeface="+mn-lt"/>
                <a:ea typeface="+mn-ea"/>
              </a:defRPr>
            </a:lvl1pPr>
            <a:lvl2pPr marL="457200" indent="0">
              <a:buNone/>
              <a:defRPr/>
            </a:lvl2pPr>
          </a:lstStyle>
          <a:p>
            <a:pPr lvl="0"/>
            <a:r>
              <a:rPr lang="zh-CN" altLang="en-US" dirty="0"/>
              <a:t>编辑文本样式</a:t>
            </a:r>
          </a:p>
        </p:txBody>
      </p:sp>
      <p:sp>
        <p:nvSpPr>
          <p:cNvPr id="64" name="文本占位符 2">
            <a:extLst>
              <a:ext uri="{FF2B5EF4-FFF2-40B4-BE49-F238E27FC236}">
                <a16:creationId xmlns:a16="http://schemas.microsoft.com/office/drawing/2014/main" id="{014596BE-DAA3-48D3-9E36-53BFFC90E35F}"/>
              </a:ext>
            </a:extLst>
          </p:cNvPr>
          <p:cNvSpPr>
            <a:spLocks noGrp="1"/>
          </p:cNvSpPr>
          <p:nvPr>
            <p:ph type="body" sz="quarter" idx="22" hasCustomPrompt="1"/>
          </p:nvPr>
        </p:nvSpPr>
        <p:spPr>
          <a:xfrm>
            <a:off x="4171321" y="3914761"/>
            <a:ext cx="1107757" cy="909893"/>
          </a:xfrm>
        </p:spPr>
        <p:txBody>
          <a:bodyPr lIns="0">
            <a:noAutofit/>
          </a:bodyPr>
          <a:lstStyle>
            <a:lvl1pPr marL="0" indent="0" algn="l">
              <a:buNone/>
              <a:defRPr lang="zh-CN" altLang="en-US" sz="6000" kern="1200" dirty="0" smtClean="0">
                <a:gradFill>
                  <a:gsLst>
                    <a:gs pos="0">
                      <a:schemeClr val="accent1"/>
                    </a:gs>
                    <a:gs pos="100000">
                      <a:schemeClr val="accent1">
                        <a:lumMod val="20000"/>
                        <a:lumOff val="80000"/>
                        <a:alpha val="0"/>
                      </a:schemeClr>
                    </a:gs>
                  </a:gsLst>
                  <a:lin ang="5400000" scaled="1"/>
                </a:gradFill>
                <a:latin typeface="Impact" panose="020B0806030902050204" pitchFamily="34" charset="0"/>
                <a:ea typeface="+mn-ea"/>
                <a:cs typeface="+mn-cs"/>
              </a:defRPr>
            </a:lvl1pPr>
            <a:lvl2pPr marL="457200" indent="0">
              <a:buNone/>
              <a:defRPr/>
            </a:lvl2pPr>
          </a:lstStyle>
          <a:p>
            <a:pPr lvl="0"/>
            <a:r>
              <a:rPr lang="en-US" altLang="zh-CN" dirty="0"/>
              <a:t>00</a:t>
            </a:r>
            <a:endParaRPr lang="zh-CN" altLang="en-US" dirty="0"/>
          </a:p>
        </p:txBody>
      </p:sp>
      <p:sp>
        <p:nvSpPr>
          <p:cNvPr id="65" name="文本占位符 17">
            <a:extLst>
              <a:ext uri="{FF2B5EF4-FFF2-40B4-BE49-F238E27FC236}">
                <a16:creationId xmlns:a16="http://schemas.microsoft.com/office/drawing/2014/main" id="{6B0474F5-18F8-494E-A93A-7431814AD3CC}"/>
              </a:ext>
            </a:extLst>
          </p:cNvPr>
          <p:cNvSpPr>
            <a:spLocks noGrp="1"/>
          </p:cNvSpPr>
          <p:nvPr>
            <p:ph type="body" sz="quarter" idx="23" hasCustomPrompt="1"/>
          </p:nvPr>
        </p:nvSpPr>
        <p:spPr>
          <a:xfrm>
            <a:off x="4171321" y="4507446"/>
            <a:ext cx="2376000" cy="361081"/>
          </a:xfrm>
        </p:spPr>
        <p:txBody>
          <a:bodyPr lIns="0" tIns="0" anchor="t" anchorCtr="0">
            <a:noAutofit/>
          </a:bodyPr>
          <a:lstStyle>
            <a:lvl1pPr marL="0" indent="0" algn="l">
              <a:buNone/>
              <a:defRPr lang="zh-CN" altLang="en-US" sz="3000" b="1" kern="1200" dirty="0">
                <a:solidFill>
                  <a:schemeClr val="tx1">
                    <a:lumMod val="95000"/>
                    <a:lumOff val="5000"/>
                  </a:schemeClr>
                </a:solidFill>
                <a:latin typeface="+mj-ea"/>
                <a:ea typeface="+mj-ea"/>
                <a:cs typeface="+mn-cs"/>
              </a:defRPr>
            </a:lvl1pPr>
            <a:lvl2pPr marL="457200" indent="0">
              <a:buNone/>
              <a:defRPr/>
            </a:lvl2pPr>
          </a:lstStyle>
          <a:p>
            <a:pPr marL="0" lvl="0" indent="0" algn="l" defTabSz="914400" rtl="0" eaLnBrk="1" latinLnBrk="0" hangingPunct="1">
              <a:lnSpc>
                <a:spcPct val="90000"/>
              </a:lnSpc>
              <a:spcBef>
                <a:spcPts val="1000"/>
              </a:spcBef>
              <a:buFont typeface="Arial" panose="020B0604020202020204" pitchFamily="34" charset="0"/>
              <a:buNone/>
            </a:pPr>
            <a:r>
              <a:rPr lang="zh-CN" altLang="en-US" dirty="0"/>
              <a:t>编辑文本</a:t>
            </a:r>
          </a:p>
        </p:txBody>
      </p:sp>
      <p:sp>
        <p:nvSpPr>
          <p:cNvPr id="66" name="文本占位符 21">
            <a:extLst>
              <a:ext uri="{FF2B5EF4-FFF2-40B4-BE49-F238E27FC236}">
                <a16:creationId xmlns:a16="http://schemas.microsoft.com/office/drawing/2014/main" id="{CE0A22B7-EB8B-46D9-80C0-EC9F8FCA2E81}"/>
              </a:ext>
            </a:extLst>
          </p:cNvPr>
          <p:cNvSpPr>
            <a:spLocks noGrp="1"/>
          </p:cNvSpPr>
          <p:nvPr>
            <p:ph type="body" sz="quarter" idx="24" hasCustomPrompt="1"/>
          </p:nvPr>
        </p:nvSpPr>
        <p:spPr>
          <a:xfrm>
            <a:off x="4171321" y="4999122"/>
            <a:ext cx="2376000" cy="269018"/>
          </a:xfrm>
        </p:spPr>
        <p:txBody>
          <a:bodyPr lIns="0" bIns="0" anchor="b" anchorCtr="0">
            <a:noAutofit/>
          </a:bodyPr>
          <a:lstStyle>
            <a:lvl1pPr marL="0" indent="0" algn="l">
              <a:buNone/>
              <a:defRPr sz="1800" baseline="0">
                <a:solidFill>
                  <a:schemeClr val="bg1">
                    <a:lumMod val="50000"/>
                  </a:schemeClr>
                </a:solidFill>
                <a:latin typeface="+mn-lt"/>
                <a:ea typeface="+mn-ea"/>
              </a:defRPr>
            </a:lvl1pPr>
            <a:lvl2pPr marL="457200" indent="0">
              <a:buNone/>
              <a:defRPr/>
            </a:lvl2pPr>
          </a:lstStyle>
          <a:p>
            <a:pPr lvl="0"/>
            <a:r>
              <a:rPr lang="zh-CN" altLang="en-US" dirty="0"/>
              <a:t>编辑文本样式</a:t>
            </a:r>
          </a:p>
        </p:txBody>
      </p:sp>
    </p:spTree>
    <p:extLst>
      <p:ext uri="{BB962C8B-B14F-4D97-AF65-F5344CB8AC3E}">
        <p14:creationId xmlns:p14="http://schemas.microsoft.com/office/powerpoint/2010/main" val="19244023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18" name="矩形 17">
            <a:extLst>
              <a:ext uri="{FF2B5EF4-FFF2-40B4-BE49-F238E27FC236}">
                <a16:creationId xmlns:a16="http://schemas.microsoft.com/office/drawing/2014/main" id="{D95C08E6-650F-4716-BD5F-E7309AFAB73E}"/>
              </a:ext>
            </a:extLst>
          </p:cNvPr>
          <p:cNvSpPr/>
          <p:nvPr userDrawn="1"/>
        </p:nvSpPr>
        <p:spPr>
          <a:xfrm>
            <a:off x="0" y="1130300"/>
            <a:ext cx="12192000" cy="5357038"/>
          </a:xfrm>
          <a:prstGeom prst="rect">
            <a:avLst/>
          </a:prstGeom>
          <a:solidFill>
            <a:schemeClr val="bg1">
              <a:alpha val="93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latin typeface="Microsoft YaHei UI" panose="020B0503020204020204" pitchFamily="34" charset="-122"/>
              <a:ea typeface="Microsoft YaHei UI" panose="020B0503020204020204" pitchFamily="34" charset="-122"/>
            </a:endParaRPr>
          </a:p>
        </p:txBody>
      </p:sp>
      <p:grpSp>
        <p:nvGrpSpPr>
          <p:cNvPr id="29" name="组合 28">
            <a:extLst>
              <a:ext uri="{FF2B5EF4-FFF2-40B4-BE49-F238E27FC236}">
                <a16:creationId xmlns:a16="http://schemas.microsoft.com/office/drawing/2014/main" id="{FA154494-C4CB-4134-B170-9FCB65F0E056}"/>
              </a:ext>
            </a:extLst>
          </p:cNvPr>
          <p:cNvGrpSpPr/>
          <p:nvPr userDrawn="1"/>
        </p:nvGrpSpPr>
        <p:grpSpPr>
          <a:xfrm>
            <a:off x="6190092" y="0"/>
            <a:ext cx="6882359" cy="6858000"/>
            <a:chOff x="4804858" y="3977648"/>
            <a:chExt cx="1793875" cy="1787526"/>
          </a:xfrm>
          <a:solidFill>
            <a:schemeClr val="bg1">
              <a:lumMod val="85000"/>
              <a:alpha val="70000"/>
            </a:schemeClr>
          </a:solidFill>
        </p:grpSpPr>
        <p:sp>
          <p:nvSpPr>
            <p:cNvPr id="30" name="Rectangle 51">
              <a:extLst>
                <a:ext uri="{FF2B5EF4-FFF2-40B4-BE49-F238E27FC236}">
                  <a16:creationId xmlns:a16="http://schemas.microsoft.com/office/drawing/2014/main" id="{0CA5A6A9-5F7A-4A1F-A7CB-AF56DD82870F}"/>
                </a:ext>
              </a:extLst>
            </p:cNvPr>
            <p:cNvSpPr>
              <a:spLocks noChangeArrowheads="1"/>
            </p:cNvSpPr>
            <p:nvPr/>
          </p:nvSpPr>
          <p:spPr bwMode="auto">
            <a:xfrm>
              <a:off x="5957383" y="4693611"/>
              <a:ext cx="7938" cy="15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1" name="Freeform 52">
              <a:extLst>
                <a:ext uri="{FF2B5EF4-FFF2-40B4-BE49-F238E27FC236}">
                  <a16:creationId xmlns:a16="http://schemas.microsoft.com/office/drawing/2014/main" id="{867A24B0-D9BF-4E18-9D9B-A9B2DB8D1378}"/>
                </a:ext>
              </a:extLst>
            </p:cNvPr>
            <p:cNvSpPr>
              <a:spLocks noEditPoints="1"/>
            </p:cNvSpPr>
            <p:nvPr/>
          </p:nvSpPr>
          <p:spPr bwMode="auto">
            <a:xfrm>
              <a:off x="5217608" y="4339598"/>
              <a:ext cx="917575" cy="1074738"/>
            </a:xfrm>
            <a:custGeom>
              <a:avLst/>
              <a:gdLst>
                <a:gd name="T0" fmla="*/ 342 w 495"/>
                <a:gd name="T1" fmla="*/ 490 h 581"/>
                <a:gd name="T2" fmla="*/ 267 w 495"/>
                <a:gd name="T3" fmla="*/ 393 h 581"/>
                <a:gd name="T4" fmla="*/ 155 w 495"/>
                <a:gd name="T5" fmla="*/ 426 h 581"/>
                <a:gd name="T6" fmla="*/ 159 w 495"/>
                <a:gd name="T7" fmla="*/ 351 h 581"/>
                <a:gd name="T8" fmla="*/ 108 w 495"/>
                <a:gd name="T9" fmla="*/ 266 h 581"/>
                <a:gd name="T10" fmla="*/ 118 w 495"/>
                <a:gd name="T11" fmla="*/ 114 h 581"/>
                <a:gd name="T12" fmla="*/ 157 w 495"/>
                <a:gd name="T13" fmla="*/ 118 h 581"/>
                <a:gd name="T14" fmla="*/ 168 w 495"/>
                <a:gd name="T15" fmla="*/ 129 h 581"/>
                <a:gd name="T16" fmla="*/ 173 w 495"/>
                <a:gd name="T17" fmla="*/ 168 h 581"/>
                <a:gd name="T18" fmla="*/ 68 w 495"/>
                <a:gd name="T19" fmla="*/ 266 h 581"/>
                <a:gd name="T20" fmla="*/ 153 w 495"/>
                <a:gd name="T21" fmla="*/ 111 h 581"/>
                <a:gd name="T22" fmla="*/ 142 w 495"/>
                <a:gd name="T23" fmla="*/ 149 h 581"/>
                <a:gd name="T24" fmla="*/ 181 w 495"/>
                <a:gd name="T25" fmla="*/ 133 h 581"/>
                <a:gd name="T26" fmla="*/ 182 w 495"/>
                <a:gd name="T27" fmla="*/ 47 h 581"/>
                <a:gd name="T28" fmla="*/ 197 w 495"/>
                <a:gd name="T29" fmla="*/ 282 h 581"/>
                <a:gd name="T30" fmla="*/ 199 w 495"/>
                <a:gd name="T31" fmla="*/ 136 h 581"/>
                <a:gd name="T32" fmla="*/ 201 w 495"/>
                <a:gd name="T33" fmla="*/ 5 h 581"/>
                <a:gd name="T34" fmla="*/ 212 w 495"/>
                <a:gd name="T35" fmla="*/ 61 h 581"/>
                <a:gd name="T36" fmla="*/ 256 w 495"/>
                <a:gd name="T37" fmla="*/ 145 h 581"/>
                <a:gd name="T38" fmla="*/ 279 w 495"/>
                <a:gd name="T39" fmla="*/ 84 h 581"/>
                <a:gd name="T40" fmla="*/ 358 w 495"/>
                <a:gd name="T41" fmla="*/ 54 h 581"/>
                <a:gd name="T42" fmla="*/ 412 w 495"/>
                <a:gd name="T43" fmla="*/ 93 h 581"/>
                <a:gd name="T44" fmla="*/ 431 w 495"/>
                <a:gd name="T45" fmla="*/ 95 h 581"/>
                <a:gd name="T46" fmla="*/ 463 w 495"/>
                <a:gd name="T47" fmla="*/ 155 h 581"/>
                <a:gd name="T48" fmla="*/ 222 w 495"/>
                <a:gd name="T49" fmla="*/ 279 h 581"/>
                <a:gd name="T50" fmla="*/ 350 w 495"/>
                <a:gd name="T51" fmla="*/ 257 h 581"/>
                <a:gd name="T52" fmla="*/ 398 w 495"/>
                <a:gd name="T53" fmla="*/ 210 h 581"/>
                <a:gd name="T54" fmla="*/ 407 w 495"/>
                <a:gd name="T55" fmla="*/ 219 h 581"/>
                <a:gd name="T56" fmla="*/ 412 w 495"/>
                <a:gd name="T57" fmla="*/ 451 h 581"/>
                <a:gd name="T58" fmla="*/ 406 w 495"/>
                <a:gd name="T59" fmla="*/ 320 h 581"/>
                <a:gd name="T60" fmla="*/ 469 w 495"/>
                <a:gd name="T61" fmla="*/ 184 h 581"/>
                <a:gd name="T62" fmla="*/ 460 w 495"/>
                <a:gd name="T63" fmla="*/ 233 h 581"/>
                <a:gd name="T64" fmla="*/ 384 w 495"/>
                <a:gd name="T65" fmla="*/ 222 h 581"/>
                <a:gd name="T66" fmla="*/ 421 w 495"/>
                <a:gd name="T67" fmla="*/ 188 h 581"/>
                <a:gd name="T68" fmla="*/ 364 w 495"/>
                <a:gd name="T69" fmla="*/ 225 h 581"/>
                <a:gd name="T70" fmla="*/ 361 w 495"/>
                <a:gd name="T71" fmla="*/ 188 h 581"/>
                <a:gd name="T72" fmla="*/ 387 w 495"/>
                <a:gd name="T73" fmla="*/ 356 h 581"/>
                <a:gd name="T74" fmla="*/ 220 w 495"/>
                <a:gd name="T75" fmla="*/ 351 h 581"/>
                <a:gd name="T76" fmla="*/ 236 w 495"/>
                <a:gd name="T77" fmla="*/ 315 h 581"/>
                <a:gd name="T78" fmla="*/ 207 w 495"/>
                <a:gd name="T79" fmla="*/ 171 h 581"/>
                <a:gd name="T80" fmla="*/ 239 w 495"/>
                <a:gd name="T81" fmla="*/ 166 h 581"/>
                <a:gd name="T82" fmla="*/ 252 w 495"/>
                <a:gd name="T83" fmla="*/ 158 h 581"/>
                <a:gd name="T84" fmla="*/ 270 w 495"/>
                <a:gd name="T85" fmla="*/ 130 h 581"/>
                <a:gd name="T86" fmla="*/ 279 w 495"/>
                <a:gd name="T87" fmla="*/ 100 h 581"/>
                <a:gd name="T88" fmla="*/ 394 w 495"/>
                <a:gd name="T89" fmla="*/ 130 h 581"/>
                <a:gd name="T90" fmla="*/ 438 w 495"/>
                <a:gd name="T91" fmla="*/ 100 h 581"/>
                <a:gd name="T92" fmla="*/ 439 w 495"/>
                <a:gd name="T93" fmla="*/ 153 h 581"/>
                <a:gd name="T94" fmla="*/ 457 w 495"/>
                <a:gd name="T95" fmla="*/ 159 h 581"/>
                <a:gd name="T96" fmla="*/ 475 w 495"/>
                <a:gd name="T97" fmla="*/ 100 h 581"/>
                <a:gd name="T98" fmla="*/ 456 w 495"/>
                <a:gd name="T99" fmla="*/ 80 h 581"/>
                <a:gd name="T100" fmla="*/ 344 w 495"/>
                <a:gd name="T101" fmla="*/ 34 h 581"/>
                <a:gd name="T102" fmla="*/ 207 w 495"/>
                <a:gd name="T103" fmla="*/ 0 h 581"/>
                <a:gd name="T104" fmla="*/ 173 w 495"/>
                <a:gd name="T105" fmla="*/ 7 h 581"/>
                <a:gd name="T106" fmla="*/ 144 w 495"/>
                <a:gd name="T107" fmla="*/ 23 h 581"/>
                <a:gd name="T108" fmla="*/ 122 w 495"/>
                <a:gd name="T109" fmla="*/ 51 h 581"/>
                <a:gd name="T110" fmla="*/ 149 w 495"/>
                <a:gd name="T111" fmla="*/ 82 h 581"/>
                <a:gd name="T112" fmla="*/ 59 w 495"/>
                <a:gd name="T113" fmla="*/ 98 h 581"/>
                <a:gd name="T114" fmla="*/ 108 w 495"/>
                <a:gd name="T115" fmla="*/ 286 h 581"/>
                <a:gd name="T116" fmla="*/ 153 w 495"/>
                <a:gd name="T117" fmla="*/ 307 h 581"/>
                <a:gd name="T118" fmla="*/ 103 w 495"/>
                <a:gd name="T119" fmla="*/ 418 h 581"/>
                <a:gd name="T120" fmla="*/ 495 w 495"/>
                <a:gd name="T121" fmla="*/ 512 h 5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95" h="581">
                  <a:moveTo>
                    <a:pt x="370" y="368"/>
                  </a:moveTo>
                  <a:cubicBezTo>
                    <a:pt x="334" y="361"/>
                    <a:pt x="334" y="361"/>
                    <a:pt x="334" y="361"/>
                  </a:cubicBezTo>
                  <a:cubicBezTo>
                    <a:pt x="290" y="370"/>
                    <a:pt x="290" y="370"/>
                    <a:pt x="290" y="370"/>
                  </a:cubicBezTo>
                  <a:cubicBezTo>
                    <a:pt x="299" y="361"/>
                    <a:pt x="299" y="361"/>
                    <a:pt x="299" y="361"/>
                  </a:cubicBezTo>
                  <a:cubicBezTo>
                    <a:pt x="338" y="349"/>
                    <a:pt x="338" y="349"/>
                    <a:pt x="338" y="349"/>
                  </a:cubicBezTo>
                  <a:cubicBezTo>
                    <a:pt x="377" y="362"/>
                    <a:pt x="377" y="362"/>
                    <a:pt x="377" y="362"/>
                  </a:cubicBezTo>
                  <a:lnTo>
                    <a:pt x="370" y="368"/>
                  </a:lnTo>
                  <a:close/>
                  <a:moveTo>
                    <a:pt x="342" y="490"/>
                  </a:moveTo>
                  <a:cubicBezTo>
                    <a:pt x="338" y="469"/>
                    <a:pt x="338" y="469"/>
                    <a:pt x="338" y="469"/>
                  </a:cubicBezTo>
                  <a:cubicBezTo>
                    <a:pt x="350" y="422"/>
                    <a:pt x="350" y="422"/>
                    <a:pt x="350" y="422"/>
                  </a:cubicBezTo>
                  <a:cubicBezTo>
                    <a:pt x="350" y="422"/>
                    <a:pt x="350" y="422"/>
                    <a:pt x="350" y="422"/>
                  </a:cubicBezTo>
                  <a:cubicBezTo>
                    <a:pt x="350" y="422"/>
                    <a:pt x="350" y="422"/>
                    <a:pt x="350" y="422"/>
                  </a:cubicBezTo>
                  <a:cubicBezTo>
                    <a:pt x="365" y="420"/>
                    <a:pt x="365" y="420"/>
                    <a:pt x="365" y="420"/>
                  </a:cubicBezTo>
                  <a:cubicBezTo>
                    <a:pt x="376" y="493"/>
                    <a:pt x="376" y="493"/>
                    <a:pt x="376" y="493"/>
                  </a:cubicBezTo>
                  <a:cubicBezTo>
                    <a:pt x="365" y="492"/>
                    <a:pt x="354" y="491"/>
                    <a:pt x="342" y="490"/>
                  </a:cubicBezTo>
                  <a:close/>
                  <a:moveTo>
                    <a:pt x="267" y="393"/>
                  </a:moveTo>
                  <a:cubicBezTo>
                    <a:pt x="300" y="401"/>
                    <a:pt x="300" y="401"/>
                    <a:pt x="300" y="401"/>
                  </a:cubicBezTo>
                  <a:cubicBezTo>
                    <a:pt x="345" y="384"/>
                    <a:pt x="345" y="384"/>
                    <a:pt x="345" y="384"/>
                  </a:cubicBezTo>
                  <a:cubicBezTo>
                    <a:pt x="370" y="396"/>
                    <a:pt x="370" y="396"/>
                    <a:pt x="370" y="396"/>
                  </a:cubicBezTo>
                  <a:cubicBezTo>
                    <a:pt x="345" y="392"/>
                    <a:pt x="345" y="392"/>
                    <a:pt x="345" y="392"/>
                  </a:cubicBezTo>
                  <a:cubicBezTo>
                    <a:pt x="299" y="409"/>
                    <a:pt x="299" y="409"/>
                    <a:pt x="299" y="409"/>
                  </a:cubicBezTo>
                  <a:lnTo>
                    <a:pt x="267" y="393"/>
                  </a:lnTo>
                  <a:close/>
                  <a:moveTo>
                    <a:pt x="172" y="472"/>
                  </a:moveTo>
                  <a:cubicBezTo>
                    <a:pt x="155" y="426"/>
                    <a:pt x="155" y="426"/>
                    <a:pt x="155" y="426"/>
                  </a:cubicBezTo>
                  <a:cubicBezTo>
                    <a:pt x="132" y="419"/>
                    <a:pt x="132" y="419"/>
                    <a:pt x="132" y="419"/>
                  </a:cubicBezTo>
                  <a:cubicBezTo>
                    <a:pt x="171" y="407"/>
                    <a:pt x="171" y="407"/>
                    <a:pt x="171" y="407"/>
                  </a:cubicBezTo>
                  <a:cubicBezTo>
                    <a:pt x="186" y="457"/>
                    <a:pt x="186" y="457"/>
                    <a:pt x="186" y="457"/>
                  </a:cubicBezTo>
                  <a:cubicBezTo>
                    <a:pt x="278" y="443"/>
                    <a:pt x="278" y="443"/>
                    <a:pt x="278" y="443"/>
                  </a:cubicBezTo>
                  <a:lnTo>
                    <a:pt x="172" y="472"/>
                  </a:lnTo>
                  <a:close/>
                  <a:moveTo>
                    <a:pt x="155" y="326"/>
                  </a:moveTo>
                  <a:cubicBezTo>
                    <a:pt x="159" y="326"/>
                    <a:pt x="159" y="326"/>
                    <a:pt x="159" y="326"/>
                  </a:cubicBezTo>
                  <a:cubicBezTo>
                    <a:pt x="159" y="351"/>
                    <a:pt x="159" y="351"/>
                    <a:pt x="159" y="351"/>
                  </a:cubicBezTo>
                  <a:cubicBezTo>
                    <a:pt x="155" y="351"/>
                    <a:pt x="155" y="351"/>
                    <a:pt x="155" y="351"/>
                  </a:cubicBezTo>
                  <a:lnTo>
                    <a:pt x="155" y="326"/>
                  </a:lnTo>
                  <a:close/>
                  <a:moveTo>
                    <a:pt x="164" y="326"/>
                  </a:moveTo>
                  <a:cubicBezTo>
                    <a:pt x="187" y="326"/>
                    <a:pt x="187" y="326"/>
                    <a:pt x="187" y="326"/>
                  </a:cubicBezTo>
                  <a:cubicBezTo>
                    <a:pt x="187" y="351"/>
                    <a:pt x="187" y="351"/>
                    <a:pt x="187" y="351"/>
                  </a:cubicBezTo>
                  <a:cubicBezTo>
                    <a:pt x="164" y="351"/>
                    <a:pt x="164" y="351"/>
                    <a:pt x="164" y="351"/>
                  </a:cubicBezTo>
                  <a:lnTo>
                    <a:pt x="164" y="326"/>
                  </a:lnTo>
                  <a:close/>
                  <a:moveTo>
                    <a:pt x="108" y="266"/>
                  </a:moveTo>
                  <a:cubicBezTo>
                    <a:pt x="108" y="266"/>
                    <a:pt x="108" y="266"/>
                    <a:pt x="108" y="266"/>
                  </a:cubicBezTo>
                  <a:cubicBezTo>
                    <a:pt x="79" y="266"/>
                    <a:pt x="79" y="266"/>
                    <a:pt x="79" y="266"/>
                  </a:cubicBezTo>
                  <a:cubicBezTo>
                    <a:pt x="79" y="100"/>
                    <a:pt x="79" y="100"/>
                    <a:pt x="79" y="100"/>
                  </a:cubicBezTo>
                  <a:cubicBezTo>
                    <a:pt x="110" y="100"/>
                    <a:pt x="110" y="100"/>
                    <a:pt x="110" y="100"/>
                  </a:cubicBezTo>
                  <a:cubicBezTo>
                    <a:pt x="110" y="98"/>
                    <a:pt x="110" y="98"/>
                    <a:pt x="110" y="98"/>
                  </a:cubicBezTo>
                  <a:cubicBezTo>
                    <a:pt x="149" y="98"/>
                    <a:pt x="149" y="98"/>
                    <a:pt x="149" y="98"/>
                  </a:cubicBezTo>
                  <a:cubicBezTo>
                    <a:pt x="149" y="99"/>
                    <a:pt x="149" y="100"/>
                    <a:pt x="150" y="101"/>
                  </a:cubicBezTo>
                  <a:cubicBezTo>
                    <a:pt x="118" y="114"/>
                    <a:pt x="118" y="114"/>
                    <a:pt x="118" y="114"/>
                  </a:cubicBezTo>
                  <a:cubicBezTo>
                    <a:pt x="117" y="112"/>
                    <a:pt x="117" y="112"/>
                    <a:pt x="117" y="112"/>
                  </a:cubicBezTo>
                  <a:cubicBezTo>
                    <a:pt x="117" y="112"/>
                    <a:pt x="117" y="112"/>
                    <a:pt x="117" y="112"/>
                  </a:cubicBezTo>
                  <a:cubicBezTo>
                    <a:pt x="113" y="114"/>
                    <a:pt x="113" y="114"/>
                    <a:pt x="113" y="114"/>
                  </a:cubicBezTo>
                  <a:cubicBezTo>
                    <a:pt x="120" y="132"/>
                    <a:pt x="120" y="132"/>
                    <a:pt x="120" y="132"/>
                  </a:cubicBezTo>
                  <a:cubicBezTo>
                    <a:pt x="124" y="130"/>
                    <a:pt x="124" y="130"/>
                    <a:pt x="124" y="130"/>
                  </a:cubicBezTo>
                  <a:cubicBezTo>
                    <a:pt x="123" y="128"/>
                    <a:pt x="123" y="128"/>
                    <a:pt x="123" y="128"/>
                  </a:cubicBezTo>
                  <a:cubicBezTo>
                    <a:pt x="155" y="115"/>
                    <a:pt x="155" y="115"/>
                    <a:pt x="155" y="115"/>
                  </a:cubicBezTo>
                  <a:cubicBezTo>
                    <a:pt x="156" y="116"/>
                    <a:pt x="157" y="117"/>
                    <a:pt x="157" y="118"/>
                  </a:cubicBezTo>
                  <a:cubicBezTo>
                    <a:pt x="134" y="142"/>
                    <a:pt x="134" y="142"/>
                    <a:pt x="134" y="142"/>
                  </a:cubicBezTo>
                  <a:cubicBezTo>
                    <a:pt x="132" y="141"/>
                    <a:pt x="132" y="141"/>
                    <a:pt x="132" y="141"/>
                  </a:cubicBezTo>
                  <a:cubicBezTo>
                    <a:pt x="132" y="141"/>
                    <a:pt x="132" y="141"/>
                    <a:pt x="132" y="141"/>
                  </a:cubicBezTo>
                  <a:cubicBezTo>
                    <a:pt x="129" y="144"/>
                    <a:pt x="129" y="144"/>
                    <a:pt x="129" y="144"/>
                  </a:cubicBezTo>
                  <a:cubicBezTo>
                    <a:pt x="143" y="158"/>
                    <a:pt x="143" y="158"/>
                    <a:pt x="143" y="158"/>
                  </a:cubicBezTo>
                  <a:cubicBezTo>
                    <a:pt x="146" y="155"/>
                    <a:pt x="146" y="155"/>
                    <a:pt x="146" y="155"/>
                  </a:cubicBezTo>
                  <a:cubicBezTo>
                    <a:pt x="144" y="153"/>
                    <a:pt x="144" y="153"/>
                    <a:pt x="144" y="153"/>
                  </a:cubicBezTo>
                  <a:cubicBezTo>
                    <a:pt x="168" y="129"/>
                    <a:pt x="168" y="129"/>
                    <a:pt x="168" y="129"/>
                  </a:cubicBezTo>
                  <a:cubicBezTo>
                    <a:pt x="169" y="130"/>
                    <a:pt x="170" y="131"/>
                    <a:pt x="171" y="131"/>
                  </a:cubicBezTo>
                  <a:cubicBezTo>
                    <a:pt x="159" y="163"/>
                    <a:pt x="159" y="163"/>
                    <a:pt x="159" y="163"/>
                  </a:cubicBezTo>
                  <a:cubicBezTo>
                    <a:pt x="157" y="162"/>
                    <a:pt x="157" y="162"/>
                    <a:pt x="157" y="162"/>
                  </a:cubicBezTo>
                  <a:cubicBezTo>
                    <a:pt x="157" y="162"/>
                    <a:pt x="157" y="162"/>
                    <a:pt x="157" y="162"/>
                  </a:cubicBezTo>
                  <a:cubicBezTo>
                    <a:pt x="155" y="166"/>
                    <a:pt x="155" y="166"/>
                    <a:pt x="155" y="166"/>
                  </a:cubicBezTo>
                  <a:cubicBezTo>
                    <a:pt x="173" y="173"/>
                    <a:pt x="173" y="173"/>
                    <a:pt x="173" y="173"/>
                  </a:cubicBezTo>
                  <a:cubicBezTo>
                    <a:pt x="175" y="169"/>
                    <a:pt x="175" y="169"/>
                    <a:pt x="175" y="169"/>
                  </a:cubicBezTo>
                  <a:cubicBezTo>
                    <a:pt x="173" y="168"/>
                    <a:pt x="173" y="168"/>
                    <a:pt x="173" y="168"/>
                  </a:cubicBezTo>
                  <a:cubicBezTo>
                    <a:pt x="185" y="137"/>
                    <a:pt x="185" y="137"/>
                    <a:pt x="185" y="137"/>
                  </a:cubicBezTo>
                  <a:cubicBezTo>
                    <a:pt x="187" y="137"/>
                    <a:pt x="188" y="138"/>
                    <a:pt x="190" y="138"/>
                  </a:cubicBezTo>
                  <a:cubicBezTo>
                    <a:pt x="190" y="171"/>
                    <a:pt x="190" y="171"/>
                    <a:pt x="190" y="171"/>
                  </a:cubicBezTo>
                  <a:cubicBezTo>
                    <a:pt x="187" y="171"/>
                    <a:pt x="187" y="171"/>
                    <a:pt x="187" y="171"/>
                  </a:cubicBezTo>
                  <a:cubicBezTo>
                    <a:pt x="187" y="266"/>
                    <a:pt x="187" y="266"/>
                    <a:pt x="187" y="266"/>
                  </a:cubicBezTo>
                  <a:lnTo>
                    <a:pt x="108" y="266"/>
                  </a:lnTo>
                  <a:close/>
                  <a:moveTo>
                    <a:pt x="74" y="266"/>
                  </a:moveTo>
                  <a:cubicBezTo>
                    <a:pt x="68" y="266"/>
                    <a:pt x="68" y="266"/>
                    <a:pt x="68" y="266"/>
                  </a:cubicBezTo>
                  <a:cubicBezTo>
                    <a:pt x="68" y="100"/>
                    <a:pt x="68" y="100"/>
                    <a:pt x="68" y="100"/>
                  </a:cubicBezTo>
                  <a:cubicBezTo>
                    <a:pt x="74" y="100"/>
                    <a:pt x="74" y="100"/>
                    <a:pt x="74" y="100"/>
                  </a:cubicBezTo>
                  <a:lnTo>
                    <a:pt x="74" y="266"/>
                  </a:lnTo>
                  <a:close/>
                  <a:moveTo>
                    <a:pt x="153" y="111"/>
                  </a:moveTo>
                  <a:cubicBezTo>
                    <a:pt x="153" y="112"/>
                    <a:pt x="154" y="112"/>
                    <a:pt x="154" y="113"/>
                  </a:cubicBezTo>
                  <a:cubicBezTo>
                    <a:pt x="125" y="125"/>
                    <a:pt x="125" y="125"/>
                    <a:pt x="125" y="125"/>
                  </a:cubicBezTo>
                  <a:cubicBezTo>
                    <a:pt x="124" y="123"/>
                    <a:pt x="124" y="123"/>
                    <a:pt x="124" y="123"/>
                  </a:cubicBezTo>
                  <a:lnTo>
                    <a:pt x="153" y="111"/>
                  </a:lnTo>
                  <a:close/>
                  <a:moveTo>
                    <a:pt x="122" y="57"/>
                  </a:moveTo>
                  <a:cubicBezTo>
                    <a:pt x="123" y="55"/>
                    <a:pt x="123" y="55"/>
                    <a:pt x="123" y="55"/>
                  </a:cubicBezTo>
                  <a:cubicBezTo>
                    <a:pt x="156" y="69"/>
                    <a:pt x="156" y="69"/>
                    <a:pt x="156" y="69"/>
                  </a:cubicBezTo>
                  <a:cubicBezTo>
                    <a:pt x="155" y="70"/>
                    <a:pt x="155" y="70"/>
                    <a:pt x="155" y="70"/>
                  </a:cubicBezTo>
                  <a:lnTo>
                    <a:pt x="122" y="57"/>
                  </a:lnTo>
                  <a:close/>
                  <a:moveTo>
                    <a:pt x="166" y="124"/>
                  </a:moveTo>
                  <a:cubicBezTo>
                    <a:pt x="166" y="125"/>
                    <a:pt x="167" y="125"/>
                    <a:pt x="168" y="126"/>
                  </a:cubicBezTo>
                  <a:cubicBezTo>
                    <a:pt x="142" y="149"/>
                    <a:pt x="142" y="149"/>
                    <a:pt x="142" y="149"/>
                  </a:cubicBezTo>
                  <a:cubicBezTo>
                    <a:pt x="141" y="148"/>
                    <a:pt x="141" y="148"/>
                    <a:pt x="141" y="148"/>
                  </a:cubicBezTo>
                  <a:lnTo>
                    <a:pt x="166" y="124"/>
                  </a:lnTo>
                  <a:close/>
                  <a:moveTo>
                    <a:pt x="140" y="29"/>
                  </a:moveTo>
                  <a:cubicBezTo>
                    <a:pt x="144" y="30"/>
                    <a:pt x="144" y="30"/>
                    <a:pt x="144" y="30"/>
                  </a:cubicBezTo>
                  <a:cubicBezTo>
                    <a:pt x="168" y="54"/>
                    <a:pt x="168" y="54"/>
                    <a:pt x="168" y="54"/>
                  </a:cubicBezTo>
                  <a:cubicBezTo>
                    <a:pt x="166" y="56"/>
                    <a:pt x="166" y="56"/>
                    <a:pt x="166" y="56"/>
                  </a:cubicBezTo>
                  <a:lnTo>
                    <a:pt x="140" y="29"/>
                  </a:lnTo>
                  <a:close/>
                  <a:moveTo>
                    <a:pt x="181" y="133"/>
                  </a:moveTo>
                  <a:cubicBezTo>
                    <a:pt x="182" y="133"/>
                    <a:pt x="182" y="134"/>
                    <a:pt x="183" y="134"/>
                  </a:cubicBezTo>
                  <a:cubicBezTo>
                    <a:pt x="170" y="166"/>
                    <a:pt x="170" y="166"/>
                    <a:pt x="170" y="166"/>
                  </a:cubicBezTo>
                  <a:cubicBezTo>
                    <a:pt x="168" y="165"/>
                    <a:pt x="168" y="165"/>
                    <a:pt x="168" y="165"/>
                  </a:cubicBezTo>
                  <a:lnTo>
                    <a:pt x="181" y="133"/>
                  </a:lnTo>
                  <a:close/>
                  <a:moveTo>
                    <a:pt x="167" y="10"/>
                  </a:moveTo>
                  <a:cubicBezTo>
                    <a:pt x="171" y="17"/>
                    <a:pt x="171" y="17"/>
                    <a:pt x="171" y="17"/>
                  </a:cubicBezTo>
                  <a:cubicBezTo>
                    <a:pt x="185" y="46"/>
                    <a:pt x="185" y="46"/>
                    <a:pt x="185" y="46"/>
                  </a:cubicBezTo>
                  <a:cubicBezTo>
                    <a:pt x="184" y="46"/>
                    <a:pt x="183" y="47"/>
                    <a:pt x="182" y="47"/>
                  </a:cubicBezTo>
                  <a:lnTo>
                    <a:pt x="167" y="10"/>
                  </a:lnTo>
                  <a:close/>
                  <a:moveTo>
                    <a:pt x="197" y="323"/>
                  </a:moveTo>
                  <a:cubicBezTo>
                    <a:pt x="197" y="323"/>
                    <a:pt x="197" y="323"/>
                    <a:pt x="197" y="323"/>
                  </a:cubicBezTo>
                  <a:cubicBezTo>
                    <a:pt x="201" y="328"/>
                    <a:pt x="201" y="328"/>
                    <a:pt x="201" y="328"/>
                  </a:cubicBezTo>
                  <a:cubicBezTo>
                    <a:pt x="201" y="351"/>
                    <a:pt x="201" y="351"/>
                    <a:pt x="201" y="351"/>
                  </a:cubicBezTo>
                  <a:cubicBezTo>
                    <a:pt x="197" y="351"/>
                    <a:pt x="197" y="351"/>
                    <a:pt x="197" y="351"/>
                  </a:cubicBezTo>
                  <a:lnTo>
                    <a:pt x="197" y="323"/>
                  </a:lnTo>
                  <a:close/>
                  <a:moveTo>
                    <a:pt x="197" y="282"/>
                  </a:moveTo>
                  <a:cubicBezTo>
                    <a:pt x="197" y="282"/>
                    <a:pt x="197" y="282"/>
                    <a:pt x="197" y="282"/>
                  </a:cubicBezTo>
                  <a:cubicBezTo>
                    <a:pt x="201" y="287"/>
                    <a:pt x="201" y="287"/>
                    <a:pt x="201" y="287"/>
                  </a:cubicBezTo>
                  <a:cubicBezTo>
                    <a:pt x="201" y="307"/>
                    <a:pt x="201" y="307"/>
                    <a:pt x="201" y="307"/>
                  </a:cubicBezTo>
                  <a:cubicBezTo>
                    <a:pt x="197" y="307"/>
                    <a:pt x="197" y="307"/>
                    <a:pt x="197" y="307"/>
                  </a:cubicBezTo>
                  <a:lnTo>
                    <a:pt x="197" y="282"/>
                  </a:lnTo>
                  <a:close/>
                  <a:moveTo>
                    <a:pt x="197" y="171"/>
                  </a:moveTo>
                  <a:cubicBezTo>
                    <a:pt x="199" y="171"/>
                    <a:pt x="199" y="171"/>
                    <a:pt x="199" y="171"/>
                  </a:cubicBezTo>
                  <a:cubicBezTo>
                    <a:pt x="199" y="136"/>
                    <a:pt x="199" y="136"/>
                    <a:pt x="199" y="136"/>
                  </a:cubicBezTo>
                  <a:cubicBezTo>
                    <a:pt x="200" y="136"/>
                    <a:pt x="201" y="136"/>
                    <a:pt x="201" y="136"/>
                  </a:cubicBezTo>
                  <a:cubicBezTo>
                    <a:pt x="201" y="171"/>
                    <a:pt x="201" y="171"/>
                    <a:pt x="201" y="171"/>
                  </a:cubicBezTo>
                  <a:cubicBezTo>
                    <a:pt x="201" y="171"/>
                    <a:pt x="201" y="171"/>
                    <a:pt x="201" y="171"/>
                  </a:cubicBezTo>
                  <a:cubicBezTo>
                    <a:pt x="201" y="267"/>
                    <a:pt x="201" y="267"/>
                    <a:pt x="201" y="267"/>
                  </a:cubicBezTo>
                  <a:cubicBezTo>
                    <a:pt x="197" y="267"/>
                    <a:pt x="197" y="267"/>
                    <a:pt x="197" y="267"/>
                  </a:cubicBezTo>
                  <a:lnTo>
                    <a:pt x="197" y="171"/>
                  </a:lnTo>
                  <a:close/>
                  <a:moveTo>
                    <a:pt x="199" y="5"/>
                  </a:moveTo>
                  <a:cubicBezTo>
                    <a:pt x="201" y="5"/>
                    <a:pt x="201" y="5"/>
                    <a:pt x="201" y="5"/>
                  </a:cubicBezTo>
                  <a:cubicBezTo>
                    <a:pt x="201" y="45"/>
                    <a:pt x="201" y="45"/>
                    <a:pt x="201" y="45"/>
                  </a:cubicBezTo>
                  <a:cubicBezTo>
                    <a:pt x="201" y="45"/>
                    <a:pt x="200" y="45"/>
                    <a:pt x="199" y="44"/>
                  </a:cubicBezTo>
                  <a:lnTo>
                    <a:pt x="199" y="5"/>
                  </a:lnTo>
                  <a:close/>
                  <a:moveTo>
                    <a:pt x="212" y="61"/>
                  </a:moveTo>
                  <a:cubicBezTo>
                    <a:pt x="217" y="61"/>
                    <a:pt x="222" y="66"/>
                    <a:pt x="222" y="71"/>
                  </a:cubicBezTo>
                  <a:cubicBezTo>
                    <a:pt x="222" y="77"/>
                    <a:pt x="217" y="81"/>
                    <a:pt x="212" y="81"/>
                  </a:cubicBezTo>
                  <a:cubicBezTo>
                    <a:pt x="206" y="81"/>
                    <a:pt x="202" y="77"/>
                    <a:pt x="202" y="71"/>
                  </a:cubicBezTo>
                  <a:cubicBezTo>
                    <a:pt x="202" y="66"/>
                    <a:pt x="206" y="61"/>
                    <a:pt x="212" y="61"/>
                  </a:cubicBezTo>
                  <a:close/>
                  <a:moveTo>
                    <a:pt x="231" y="164"/>
                  </a:moveTo>
                  <a:cubicBezTo>
                    <a:pt x="230" y="164"/>
                    <a:pt x="230" y="164"/>
                    <a:pt x="230" y="164"/>
                  </a:cubicBezTo>
                  <a:cubicBezTo>
                    <a:pt x="217" y="131"/>
                    <a:pt x="217" y="131"/>
                    <a:pt x="217" y="131"/>
                  </a:cubicBezTo>
                  <a:cubicBezTo>
                    <a:pt x="220" y="130"/>
                    <a:pt x="220" y="130"/>
                    <a:pt x="220" y="130"/>
                  </a:cubicBezTo>
                  <a:lnTo>
                    <a:pt x="231" y="164"/>
                  </a:lnTo>
                  <a:close/>
                  <a:moveTo>
                    <a:pt x="233" y="119"/>
                  </a:moveTo>
                  <a:cubicBezTo>
                    <a:pt x="258" y="143"/>
                    <a:pt x="258" y="143"/>
                    <a:pt x="258" y="143"/>
                  </a:cubicBezTo>
                  <a:cubicBezTo>
                    <a:pt x="256" y="145"/>
                    <a:pt x="256" y="145"/>
                    <a:pt x="256" y="145"/>
                  </a:cubicBezTo>
                  <a:cubicBezTo>
                    <a:pt x="231" y="120"/>
                    <a:pt x="231" y="120"/>
                    <a:pt x="231" y="120"/>
                  </a:cubicBezTo>
                  <a:cubicBezTo>
                    <a:pt x="232" y="120"/>
                    <a:pt x="232" y="119"/>
                    <a:pt x="233" y="119"/>
                  </a:cubicBezTo>
                  <a:close/>
                  <a:moveTo>
                    <a:pt x="241" y="103"/>
                  </a:moveTo>
                  <a:cubicBezTo>
                    <a:pt x="273" y="116"/>
                    <a:pt x="273" y="116"/>
                    <a:pt x="273" y="116"/>
                  </a:cubicBezTo>
                  <a:cubicBezTo>
                    <a:pt x="272" y="118"/>
                    <a:pt x="272" y="118"/>
                    <a:pt x="272" y="118"/>
                  </a:cubicBezTo>
                  <a:cubicBezTo>
                    <a:pt x="240" y="104"/>
                    <a:pt x="240" y="104"/>
                    <a:pt x="240" y="104"/>
                  </a:cubicBezTo>
                  <a:cubicBezTo>
                    <a:pt x="240" y="104"/>
                    <a:pt x="241" y="103"/>
                    <a:pt x="241" y="103"/>
                  </a:cubicBezTo>
                  <a:close/>
                  <a:moveTo>
                    <a:pt x="279" y="84"/>
                  </a:moveTo>
                  <a:cubicBezTo>
                    <a:pt x="375" y="84"/>
                    <a:pt x="375" y="84"/>
                    <a:pt x="375" y="84"/>
                  </a:cubicBezTo>
                  <a:cubicBezTo>
                    <a:pt x="375" y="88"/>
                    <a:pt x="375" y="88"/>
                    <a:pt x="375" y="88"/>
                  </a:cubicBezTo>
                  <a:cubicBezTo>
                    <a:pt x="279" y="88"/>
                    <a:pt x="279" y="88"/>
                    <a:pt x="279" y="88"/>
                  </a:cubicBezTo>
                  <a:lnTo>
                    <a:pt x="279" y="84"/>
                  </a:lnTo>
                  <a:close/>
                  <a:moveTo>
                    <a:pt x="359" y="55"/>
                  </a:moveTo>
                  <a:cubicBezTo>
                    <a:pt x="362" y="80"/>
                    <a:pt x="362" y="80"/>
                    <a:pt x="362" y="80"/>
                  </a:cubicBezTo>
                  <a:cubicBezTo>
                    <a:pt x="360" y="80"/>
                    <a:pt x="360" y="80"/>
                    <a:pt x="360" y="80"/>
                  </a:cubicBezTo>
                  <a:cubicBezTo>
                    <a:pt x="358" y="54"/>
                    <a:pt x="358" y="54"/>
                    <a:pt x="358" y="54"/>
                  </a:cubicBezTo>
                  <a:lnTo>
                    <a:pt x="359" y="55"/>
                  </a:lnTo>
                  <a:close/>
                  <a:moveTo>
                    <a:pt x="370" y="67"/>
                  </a:moveTo>
                  <a:cubicBezTo>
                    <a:pt x="397" y="83"/>
                    <a:pt x="397" y="83"/>
                    <a:pt x="397" y="83"/>
                  </a:cubicBezTo>
                  <a:cubicBezTo>
                    <a:pt x="397" y="85"/>
                    <a:pt x="397" y="85"/>
                    <a:pt x="397" y="85"/>
                  </a:cubicBezTo>
                  <a:cubicBezTo>
                    <a:pt x="370" y="72"/>
                    <a:pt x="370" y="72"/>
                    <a:pt x="370" y="72"/>
                  </a:cubicBezTo>
                  <a:lnTo>
                    <a:pt x="370" y="67"/>
                  </a:lnTo>
                  <a:close/>
                  <a:moveTo>
                    <a:pt x="411" y="89"/>
                  </a:moveTo>
                  <a:cubicBezTo>
                    <a:pt x="412" y="93"/>
                    <a:pt x="412" y="93"/>
                    <a:pt x="412" y="93"/>
                  </a:cubicBezTo>
                  <a:cubicBezTo>
                    <a:pt x="382" y="99"/>
                    <a:pt x="382" y="99"/>
                    <a:pt x="382" y="99"/>
                  </a:cubicBezTo>
                  <a:cubicBezTo>
                    <a:pt x="378" y="97"/>
                    <a:pt x="378" y="97"/>
                    <a:pt x="378" y="97"/>
                  </a:cubicBezTo>
                  <a:lnTo>
                    <a:pt x="411" y="89"/>
                  </a:lnTo>
                  <a:close/>
                  <a:moveTo>
                    <a:pt x="431" y="95"/>
                  </a:moveTo>
                  <a:cubicBezTo>
                    <a:pt x="403" y="130"/>
                    <a:pt x="403" y="130"/>
                    <a:pt x="403" y="130"/>
                  </a:cubicBezTo>
                  <a:cubicBezTo>
                    <a:pt x="400" y="127"/>
                    <a:pt x="400" y="127"/>
                    <a:pt x="400" y="127"/>
                  </a:cubicBezTo>
                  <a:cubicBezTo>
                    <a:pt x="428" y="91"/>
                    <a:pt x="428" y="91"/>
                    <a:pt x="428" y="91"/>
                  </a:cubicBezTo>
                  <a:lnTo>
                    <a:pt x="431" y="95"/>
                  </a:lnTo>
                  <a:close/>
                  <a:moveTo>
                    <a:pt x="447" y="98"/>
                  </a:moveTo>
                  <a:cubicBezTo>
                    <a:pt x="432" y="144"/>
                    <a:pt x="432" y="144"/>
                    <a:pt x="432" y="144"/>
                  </a:cubicBezTo>
                  <a:cubicBezTo>
                    <a:pt x="430" y="143"/>
                    <a:pt x="430" y="143"/>
                    <a:pt x="430" y="143"/>
                  </a:cubicBezTo>
                  <a:cubicBezTo>
                    <a:pt x="445" y="96"/>
                    <a:pt x="445" y="96"/>
                    <a:pt x="445" y="96"/>
                  </a:cubicBezTo>
                  <a:lnTo>
                    <a:pt x="447" y="98"/>
                  </a:lnTo>
                  <a:close/>
                  <a:moveTo>
                    <a:pt x="461" y="95"/>
                  </a:moveTo>
                  <a:cubicBezTo>
                    <a:pt x="463" y="95"/>
                    <a:pt x="463" y="95"/>
                    <a:pt x="463" y="95"/>
                  </a:cubicBezTo>
                  <a:cubicBezTo>
                    <a:pt x="463" y="155"/>
                    <a:pt x="463" y="155"/>
                    <a:pt x="463" y="155"/>
                  </a:cubicBezTo>
                  <a:cubicBezTo>
                    <a:pt x="461" y="155"/>
                    <a:pt x="461" y="155"/>
                    <a:pt x="461" y="155"/>
                  </a:cubicBezTo>
                  <a:lnTo>
                    <a:pt x="461" y="95"/>
                  </a:lnTo>
                  <a:close/>
                  <a:moveTo>
                    <a:pt x="207" y="286"/>
                  </a:moveTo>
                  <a:cubicBezTo>
                    <a:pt x="217" y="286"/>
                    <a:pt x="217" y="286"/>
                    <a:pt x="217" y="286"/>
                  </a:cubicBezTo>
                  <a:cubicBezTo>
                    <a:pt x="217" y="307"/>
                    <a:pt x="217" y="307"/>
                    <a:pt x="217" y="307"/>
                  </a:cubicBezTo>
                  <a:cubicBezTo>
                    <a:pt x="207" y="307"/>
                    <a:pt x="207" y="307"/>
                    <a:pt x="207" y="307"/>
                  </a:cubicBezTo>
                  <a:lnTo>
                    <a:pt x="207" y="286"/>
                  </a:lnTo>
                  <a:close/>
                  <a:moveTo>
                    <a:pt x="222" y="279"/>
                  </a:moveTo>
                  <a:cubicBezTo>
                    <a:pt x="226" y="276"/>
                    <a:pt x="226" y="276"/>
                    <a:pt x="226" y="276"/>
                  </a:cubicBezTo>
                  <a:cubicBezTo>
                    <a:pt x="226" y="311"/>
                    <a:pt x="226" y="311"/>
                    <a:pt x="226" y="311"/>
                  </a:cubicBezTo>
                  <a:cubicBezTo>
                    <a:pt x="222" y="309"/>
                    <a:pt x="222" y="309"/>
                    <a:pt x="222" y="309"/>
                  </a:cubicBezTo>
                  <a:lnTo>
                    <a:pt x="222" y="279"/>
                  </a:lnTo>
                  <a:close/>
                  <a:moveTo>
                    <a:pt x="345" y="260"/>
                  </a:moveTo>
                  <a:cubicBezTo>
                    <a:pt x="345" y="236"/>
                    <a:pt x="345" y="236"/>
                    <a:pt x="345" y="236"/>
                  </a:cubicBezTo>
                  <a:cubicBezTo>
                    <a:pt x="348" y="236"/>
                    <a:pt x="348" y="236"/>
                    <a:pt x="348" y="236"/>
                  </a:cubicBezTo>
                  <a:cubicBezTo>
                    <a:pt x="350" y="257"/>
                    <a:pt x="350" y="257"/>
                    <a:pt x="350" y="257"/>
                  </a:cubicBezTo>
                  <a:cubicBezTo>
                    <a:pt x="365" y="285"/>
                    <a:pt x="365" y="285"/>
                    <a:pt x="365" y="285"/>
                  </a:cubicBezTo>
                  <a:lnTo>
                    <a:pt x="345" y="260"/>
                  </a:lnTo>
                  <a:close/>
                  <a:moveTo>
                    <a:pt x="397" y="192"/>
                  </a:moveTo>
                  <a:cubicBezTo>
                    <a:pt x="397" y="182"/>
                    <a:pt x="397" y="182"/>
                    <a:pt x="397" y="182"/>
                  </a:cubicBezTo>
                  <a:cubicBezTo>
                    <a:pt x="401" y="182"/>
                    <a:pt x="401" y="182"/>
                    <a:pt x="401" y="182"/>
                  </a:cubicBezTo>
                  <a:cubicBezTo>
                    <a:pt x="409" y="190"/>
                    <a:pt x="409" y="190"/>
                    <a:pt x="409" y="190"/>
                  </a:cubicBezTo>
                  <a:cubicBezTo>
                    <a:pt x="407" y="204"/>
                    <a:pt x="407" y="204"/>
                    <a:pt x="407" y="204"/>
                  </a:cubicBezTo>
                  <a:cubicBezTo>
                    <a:pt x="398" y="210"/>
                    <a:pt x="398" y="210"/>
                    <a:pt x="398" y="210"/>
                  </a:cubicBezTo>
                  <a:cubicBezTo>
                    <a:pt x="395" y="210"/>
                    <a:pt x="395" y="210"/>
                    <a:pt x="395" y="210"/>
                  </a:cubicBezTo>
                  <a:cubicBezTo>
                    <a:pt x="395" y="203"/>
                    <a:pt x="395" y="203"/>
                    <a:pt x="395" y="203"/>
                  </a:cubicBezTo>
                  <a:cubicBezTo>
                    <a:pt x="400" y="203"/>
                    <a:pt x="400" y="203"/>
                    <a:pt x="400" y="203"/>
                  </a:cubicBezTo>
                  <a:cubicBezTo>
                    <a:pt x="400" y="201"/>
                    <a:pt x="400" y="201"/>
                    <a:pt x="400" y="201"/>
                  </a:cubicBezTo>
                  <a:cubicBezTo>
                    <a:pt x="395" y="201"/>
                    <a:pt x="395" y="201"/>
                    <a:pt x="395" y="201"/>
                  </a:cubicBezTo>
                  <a:cubicBezTo>
                    <a:pt x="395" y="192"/>
                    <a:pt x="395" y="192"/>
                    <a:pt x="395" y="192"/>
                  </a:cubicBezTo>
                  <a:lnTo>
                    <a:pt x="397" y="192"/>
                  </a:lnTo>
                  <a:close/>
                  <a:moveTo>
                    <a:pt x="407" y="219"/>
                  </a:moveTo>
                  <a:cubicBezTo>
                    <a:pt x="401" y="219"/>
                    <a:pt x="401" y="219"/>
                    <a:pt x="401" y="219"/>
                  </a:cubicBezTo>
                  <a:cubicBezTo>
                    <a:pt x="401" y="212"/>
                    <a:pt x="401" y="212"/>
                    <a:pt x="401" y="212"/>
                  </a:cubicBezTo>
                  <a:cubicBezTo>
                    <a:pt x="412" y="206"/>
                    <a:pt x="412" y="206"/>
                    <a:pt x="412" y="206"/>
                  </a:cubicBezTo>
                  <a:lnTo>
                    <a:pt x="407" y="219"/>
                  </a:lnTo>
                  <a:close/>
                  <a:moveTo>
                    <a:pt x="413" y="497"/>
                  </a:moveTo>
                  <a:cubicBezTo>
                    <a:pt x="426" y="428"/>
                    <a:pt x="426" y="428"/>
                    <a:pt x="426" y="428"/>
                  </a:cubicBezTo>
                  <a:cubicBezTo>
                    <a:pt x="423" y="403"/>
                    <a:pt x="423" y="403"/>
                    <a:pt x="423" y="403"/>
                  </a:cubicBezTo>
                  <a:cubicBezTo>
                    <a:pt x="412" y="451"/>
                    <a:pt x="412" y="451"/>
                    <a:pt x="412" y="451"/>
                  </a:cubicBezTo>
                  <a:cubicBezTo>
                    <a:pt x="406" y="451"/>
                    <a:pt x="406" y="451"/>
                    <a:pt x="406" y="451"/>
                  </a:cubicBezTo>
                  <a:cubicBezTo>
                    <a:pt x="406" y="408"/>
                    <a:pt x="406" y="408"/>
                    <a:pt x="406" y="408"/>
                  </a:cubicBezTo>
                  <a:cubicBezTo>
                    <a:pt x="424" y="395"/>
                    <a:pt x="424" y="395"/>
                    <a:pt x="424" y="395"/>
                  </a:cubicBezTo>
                  <a:cubicBezTo>
                    <a:pt x="433" y="320"/>
                    <a:pt x="433" y="320"/>
                    <a:pt x="433" y="320"/>
                  </a:cubicBezTo>
                  <a:cubicBezTo>
                    <a:pt x="398" y="400"/>
                    <a:pt x="398" y="400"/>
                    <a:pt x="398" y="400"/>
                  </a:cubicBezTo>
                  <a:cubicBezTo>
                    <a:pt x="395" y="400"/>
                    <a:pt x="395" y="400"/>
                    <a:pt x="395" y="400"/>
                  </a:cubicBezTo>
                  <a:cubicBezTo>
                    <a:pt x="395" y="351"/>
                    <a:pt x="395" y="351"/>
                    <a:pt x="395" y="351"/>
                  </a:cubicBezTo>
                  <a:cubicBezTo>
                    <a:pt x="406" y="320"/>
                    <a:pt x="406" y="320"/>
                    <a:pt x="406" y="320"/>
                  </a:cubicBezTo>
                  <a:cubicBezTo>
                    <a:pt x="385" y="302"/>
                    <a:pt x="385" y="302"/>
                    <a:pt x="385" y="302"/>
                  </a:cubicBezTo>
                  <a:cubicBezTo>
                    <a:pt x="406" y="280"/>
                    <a:pt x="406" y="280"/>
                    <a:pt x="406" y="280"/>
                  </a:cubicBezTo>
                  <a:cubicBezTo>
                    <a:pt x="413" y="284"/>
                    <a:pt x="413" y="284"/>
                    <a:pt x="413" y="284"/>
                  </a:cubicBezTo>
                  <a:cubicBezTo>
                    <a:pt x="404" y="301"/>
                    <a:pt x="404" y="301"/>
                    <a:pt x="404" y="301"/>
                  </a:cubicBezTo>
                  <a:cubicBezTo>
                    <a:pt x="425" y="319"/>
                    <a:pt x="425" y="319"/>
                    <a:pt x="425" y="319"/>
                  </a:cubicBezTo>
                  <a:cubicBezTo>
                    <a:pt x="456" y="296"/>
                    <a:pt x="456" y="296"/>
                    <a:pt x="456" y="296"/>
                  </a:cubicBezTo>
                  <a:cubicBezTo>
                    <a:pt x="478" y="218"/>
                    <a:pt x="478" y="218"/>
                    <a:pt x="478" y="218"/>
                  </a:cubicBezTo>
                  <a:cubicBezTo>
                    <a:pt x="469" y="184"/>
                    <a:pt x="469" y="184"/>
                    <a:pt x="469" y="184"/>
                  </a:cubicBezTo>
                  <a:cubicBezTo>
                    <a:pt x="482" y="173"/>
                    <a:pt x="482" y="173"/>
                    <a:pt x="482" y="173"/>
                  </a:cubicBezTo>
                  <a:cubicBezTo>
                    <a:pt x="486" y="167"/>
                    <a:pt x="486" y="167"/>
                    <a:pt x="486" y="167"/>
                  </a:cubicBezTo>
                  <a:cubicBezTo>
                    <a:pt x="485" y="167"/>
                    <a:pt x="485" y="167"/>
                    <a:pt x="485" y="167"/>
                  </a:cubicBezTo>
                  <a:cubicBezTo>
                    <a:pt x="485" y="167"/>
                    <a:pt x="485" y="167"/>
                    <a:pt x="485" y="167"/>
                  </a:cubicBezTo>
                  <a:cubicBezTo>
                    <a:pt x="462" y="176"/>
                    <a:pt x="462" y="176"/>
                    <a:pt x="462" y="176"/>
                  </a:cubicBezTo>
                  <a:cubicBezTo>
                    <a:pt x="457" y="226"/>
                    <a:pt x="457" y="226"/>
                    <a:pt x="457" y="226"/>
                  </a:cubicBezTo>
                  <a:cubicBezTo>
                    <a:pt x="417" y="228"/>
                    <a:pt x="417" y="228"/>
                    <a:pt x="417" y="228"/>
                  </a:cubicBezTo>
                  <a:cubicBezTo>
                    <a:pt x="460" y="233"/>
                    <a:pt x="460" y="233"/>
                    <a:pt x="460" y="233"/>
                  </a:cubicBezTo>
                  <a:cubicBezTo>
                    <a:pt x="416" y="240"/>
                    <a:pt x="416" y="240"/>
                    <a:pt x="416" y="240"/>
                  </a:cubicBezTo>
                  <a:cubicBezTo>
                    <a:pt x="421" y="255"/>
                    <a:pt x="421" y="255"/>
                    <a:pt x="421" y="255"/>
                  </a:cubicBezTo>
                  <a:cubicBezTo>
                    <a:pt x="413" y="265"/>
                    <a:pt x="413" y="265"/>
                    <a:pt x="413" y="265"/>
                  </a:cubicBezTo>
                  <a:cubicBezTo>
                    <a:pt x="394" y="257"/>
                    <a:pt x="394" y="257"/>
                    <a:pt x="394" y="257"/>
                  </a:cubicBezTo>
                  <a:cubicBezTo>
                    <a:pt x="377" y="266"/>
                    <a:pt x="377" y="266"/>
                    <a:pt x="377" y="266"/>
                  </a:cubicBezTo>
                  <a:cubicBezTo>
                    <a:pt x="368" y="256"/>
                    <a:pt x="368" y="256"/>
                    <a:pt x="368" y="256"/>
                  </a:cubicBezTo>
                  <a:cubicBezTo>
                    <a:pt x="379" y="222"/>
                    <a:pt x="379" y="222"/>
                    <a:pt x="379" y="222"/>
                  </a:cubicBezTo>
                  <a:cubicBezTo>
                    <a:pt x="384" y="222"/>
                    <a:pt x="384" y="222"/>
                    <a:pt x="384" y="222"/>
                  </a:cubicBezTo>
                  <a:cubicBezTo>
                    <a:pt x="387" y="251"/>
                    <a:pt x="387" y="251"/>
                    <a:pt x="387" y="251"/>
                  </a:cubicBezTo>
                  <a:cubicBezTo>
                    <a:pt x="394" y="230"/>
                    <a:pt x="394" y="230"/>
                    <a:pt x="394" y="230"/>
                  </a:cubicBezTo>
                  <a:cubicBezTo>
                    <a:pt x="411" y="231"/>
                    <a:pt x="411" y="231"/>
                    <a:pt x="411" y="231"/>
                  </a:cubicBezTo>
                  <a:cubicBezTo>
                    <a:pt x="404" y="228"/>
                    <a:pt x="404" y="228"/>
                    <a:pt x="404" y="228"/>
                  </a:cubicBezTo>
                  <a:cubicBezTo>
                    <a:pt x="415" y="227"/>
                    <a:pt x="415" y="227"/>
                    <a:pt x="415" y="227"/>
                  </a:cubicBezTo>
                  <a:cubicBezTo>
                    <a:pt x="412" y="220"/>
                    <a:pt x="412" y="220"/>
                    <a:pt x="412" y="220"/>
                  </a:cubicBezTo>
                  <a:cubicBezTo>
                    <a:pt x="418" y="210"/>
                    <a:pt x="418" y="210"/>
                    <a:pt x="418" y="210"/>
                  </a:cubicBezTo>
                  <a:cubicBezTo>
                    <a:pt x="421" y="188"/>
                    <a:pt x="421" y="188"/>
                    <a:pt x="421" y="188"/>
                  </a:cubicBezTo>
                  <a:cubicBezTo>
                    <a:pt x="406" y="175"/>
                    <a:pt x="406" y="175"/>
                    <a:pt x="406" y="175"/>
                  </a:cubicBezTo>
                  <a:cubicBezTo>
                    <a:pt x="394" y="176"/>
                    <a:pt x="394" y="176"/>
                    <a:pt x="394" y="176"/>
                  </a:cubicBezTo>
                  <a:cubicBezTo>
                    <a:pt x="384" y="184"/>
                    <a:pt x="384" y="184"/>
                    <a:pt x="384" y="184"/>
                  </a:cubicBezTo>
                  <a:cubicBezTo>
                    <a:pt x="381" y="122"/>
                    <a:pt x="381" y="122"/>
                    <a:pt x="381" y="122"/>
                  </a:cubicBezTo>
                  <a:cubicBezTo>
                    <a:pt x="378" y="118"/>
                    <a:pt x="378" y="118"/>
                    <a:pt x="378" y="118"/>
                  </a:cubicBezTo>
                  <a:cubicBezTo>
                    <a:pt x="375" y="221"/>
                    <a:pt x="375" y="221"/>
                    <a:pt x="375" y="221"/>
                  </a:cubicBezTo>
                  <a:cubicBezTo>
                    <a:pt x="367" y="233"/>
                    <a:pt x="367" y="233"/>
                    <a:pt x="367" y="233"/>
                  </a:cubicBezTo>
                  <a:cubicBezTo>
                    <a:pt x="367" y="233"/>
                    <a:pt x="366" y="232"/>
                    <a:pt x="364" y="225"/>
                  </a:cubicBezTo>
                  <a:cubicBezTo>
                    <a:pt x="362" y="218"/>
                    <a:pt x="365" y="200"/>
                    <a:pt x="365" y="200"/>
                  </a:cubicBezTo>
                  <a:cubicBezTo>
                    <a:pt x="373" y="120"/>
                    <a:pt x="373" y="120"/>
                    <a:pt x="373" y="120"/>
                  </a:cubicBezTo>
                  <a:cubicBezTo>
                    <a:pt x="367" y="127"/>
                    <a:pt x="367" y="127"/>
                    <a:pt x="367" y="127"/>
                  </a:cubicBezTo>
                  <a:cubicBezTo>
                    <a:pt x="363" y="176"/>
                    <a:pt x="363" y="176"/>
                    <a:pt x="363" y="176"/>
                  </a:cubicBezTo>
                  <a:cubicBezTo>
                    <a:pt x="345" y="189"/>
                    <a:pt x="345" y="189"/>
                    <a:pt x="345" y="189"/>
                  </a:cubicBezTo>
                  <a:cubicBezTo>
                    <a:pt x="340" y="215"/>
                    <a:pt x="340" y="215"/>
                    <a:pt x="340" y="215"/>
                  </a:cubicBezTo>
                  <a:cubicBezTo>
                    <a:pt x="347" y="195"/>
                    <a:pt x="347" y="195"/>
                    <a:pt x="347" y="195"/>
                  </a:cubicBezTo>
                  <a:cubicBezTo>
                    <a:pt x="361" y="188"/>
                    <a:pt x="361" y="188"/>
                    <a:pt x="361" y="188"/>
                  </a:cubicBezTo>
                  <a:cubicBezTo>
                    <a:pt x="359" y="201"/>
                    <a:pt x="359" y="201"/>
                    <a:pt x="359" y="201"/>
                  </a:cubicBezTo>
                  <a:cubicBezTo>
                    <a:pt x="350" y="207"/>
                    <a:pt x="350" y="207"/>
                    <a:pt x="350" y="207"/>
                  </a:cubicBezTo>
                  <a:cubicBezTo>
                    <a:pt x="332" y="230"/>
                    <a:pt x="332" y="230"/>
                    <a:pt x="332" y="230"/>
                  </a:cubicBezTo>
                  <a:cubicBezTo>
                    <a:pt x="330" y="270"/>
                    <a:pt x="330" y="270"/>
                    <a:pt x="330" y="270"/>
                  </a:cubicBezTo>
                  <a:cubicBezTo>
                    <a:pt x="370" y="304"/>
                    <a:pt x="370" y="304"/>
                    <a:pt x="370" y="304"/>
                  </a:cubicBezTo>
                  <a:cubicBezTo>
                    <a:pt x="361" y="327"/>
                    <a:pt x="361" y="327"/>
                    <a:pt x="361" y="327"/>
                  </a:cubicBezTo>
                  <a:cubicBezTo>
                    <a:pt x="394" y="351"/>
                    <a:pt x="394" y="351"/>
                    <a:pt x="394" y="351"/>
                  </a:cubicBezTo>
                  <a:cubicBezTo>
                    <a:pt x="387" y="356"/>
                    <a:pt x="387" y="356"/>
                    <a:pt x="387" y="356"/>
                  </a:cubicBezTo>
                  <a:cubicBezTo>
                    <a:pt x="350" y="337"/>
                    <a:pt x="350" y="337"/>
                    <a:pt x="350" y="337"/>
                  </a:cubicBezTo>
                  <a:cubicBezTo>
                    <a:pt x="361" y="327"/>
                    <a:pt x="361" y="327"/>
                    <a:pt x="361" y="327"/>
                  </a:cubicBezTo>
                  <a:cubicBezTo>
                    <a:pt x="290" y="318"/>
                    <a:pt x="290" y="318"/>
                    <a:pt x="290" y="318"/>
                  </a:cubicBezTo>
                  <a:cubicBezTo>
                    <a:pt x="253" y="336"/>
                    <a:pt x="253" y="336"/>
                    <a:pt x="253" y="336"/>
                  </a:cubicBezTo>
                  <a:cubicBezTo>
                    <a:pt x="253" y="350"/>
                    <a:pt x="253" y="350"/>
                    <a:pt x="253" y="350"/>
                  </a:cubicBezTo>
                  <a:cubicBezTo>
                    <a:pt x="253" y="367"/>
                    <a:pt x="253" y="367"/>
                    <a:pt x="253" y="367"/>
                  </a:cubicBezTo>
                  <a:cubicBezTo>
                    <a:pt x="229" y="367"/>
                    <a:pt x="229" y="367"/>
                    <a:pt x="229" y="367"/>
                  </a:cubicBezTo>
                  <a:cubicBezTo>
                    <a:pt x="220" y="351"/>
                    <a:pt x="220" y="351"/>
                    <a:pt x="220" y="351"/>
                  </a:cubicBezTo>
                  <a:cubicBezTo>
                    <a:pt x="207" y="351"/>
                    <a:pt x="207" y="351"/>
                    <a:pt x="207" y="351"/>
                  </a:cubicBezTo>
                  <a:cubicBezTo>
                    <a:pt x="207" y="326"/>
                    <a:pt x="207" y="326"/>
                    <a:pt x="207" y="326"/>
                  </a:cubicBezTo>
                  <a:cubicBezTo>
                    <a:pt x="227" y="326"/>
                    <a:pt x="227" y="326"/>
                    <a:pt x="227" y="326"/>
                  </a:cubicBezTo>
                  <a:cubicBezTo>
                    <a:pt x="227" y="326"/>
                    <a:pt x="227" y="326"/>
                    <a:pt x="227" y="326"/>
                  </a:cubicBezTo>
                  <a:cubicBezTo>
                    <a:pt x="232" y="326"/>
                    <a:pt x="235" y="323"/>
                    <a:pt x="235" y="318"/>
                  </a:cubicBezTo>
                  <a:cubicBezTo>
                    <a:pt x="235" y="318"/>
                    <a:pt x="235" y="318"/>
                    <a:pt x="235" y="318"/>
                  </a:cubicBezTo>
                  <a:cubicBezTo>
                    <a:pt x="235" y="315"/>
                    <a:pt x="235" y="315"/>
                    <a:pt x="235" y="315"/>
                  </a:cubicBezTo>
                  <a:cubicBezTo>
                    <a:pt x="236" y="315"/>
                    <a:pt x="236" y="315"/>
                    <a:pt x="236" y="315"/>
                  </a:cubicBezTo>
                  <a:cubicBezTo>
                    <a:pt x="236" y="286"/>
                    <a:pt x="236" y="286"/>
                    <a:pt x="236" y="286"/>
                  </a:cubicBezTo>
                  <a:cubicBezTo>
                    <a:pt x="236" y="286"/>
                    <a:pt x="236" y="286"/>
                    <a:pt x="236" y="286"/>
                  </a:cubicBezTo>
                  <a:cubicBezTo>
                    <a:pt x="236" y="275"/>
                    <a:pt x="236" y="275"/>
                    <a:pt x="236" y="275"/>
                  </a:cubicBezTo>
                  <a:cubicBezTo>
                    <a:pt x="236" y="275"/>
                    <a:pt x="236" y="275"/>
                    <a:pt x="236" y="274"/>
                  </a:cubicBezTo>
                  <a:cubicBezTo>
                    <a:pt x="236" y="270"/>
                    <a:pt x="232" y="266"/>
                    <a:pt x="228" y="266"/>
                  </a:cubicBezTo>
                  <a:cubicBezTo>
                    <a:pt x="227" y="266"/>
                    <a:pt x="227" y="266"/>
                    <a:pt x="227" y="266"/>
                  </a:cubicBezTo>
                  <a:cubicBezTo>
                    <a:pt x="207" y="266"/>
                    <a:pt x="207" y="266"/>
                    <a:pt x="207" y="266"/>
                  </a:cubicBezTo>
                  <a:cubicBezTo>
                    <a:pt x="207" y="171"/>
                    <a:pt x="207" y="171"/>
                    <a:pt x="207" y="171"/>
                  </a:cubicBezTo>
                  <a:cubicBezTo>
                    <a:pt x="205" y="171"/>
                    <a:pt x="205" y="171"/>
                    <a:pt x="205" y="171"/>
                  </a:cubicBezTo>
                  <a:cubicBezTo>
                    <a:pt x="205" y="138"/>
                    <a:pt x="205" y="138"/>
                    <a:pt x="205" y="138"/>
                  </a:cubicBezTo>
                  <a:cubicBezTo>
                    <a:pt x="206" y="137"/>
                    <a:pt x="208" y="137"/>
                    <a:pt x="209" y="137"/>
                  </a:cubicBezTo>
                  <a:cubicBezTo>
                    <a:pt x="221" y="168"/>
                    <a:pt x="221" y="168"/>
                    <a:pt x="221" y="168"/>
                  </a:cubicBezTo>
                  <a:cubicBezTo>
                    <a:pt x="219" y="169"/>
                    <a:pt x="219" y="169"/>
                    <a:pt x="219" y="169"/>
                  </a:cubicBezTo>
                  <a:cubicBezTo>
                    <a:pt x="219" y="169"/>
                    <a:pt x="219" y="169"/>
                    <a:pt x="219" y="169"/>
                  </a:cubicBezTo>
                  <a:cubicBezTo>
                    <a:pt x="220" y="173"/>
                    <a:pt x="220" y="173"/>
                    <a:pt x="220" y="173"/>
                  </a:cubicBezTo>
                  <a:cubicBezTo>
                    <a:pt x="239" y="166"/>
                    <a:pt x="239" y="166"/>
                    <a:pt x="239" y="166"/>
                  </a:cubicBezTo>
                  <a:cubicBezTo>
                    <a:pt x="237" y="162"/>
                    <a:pt x="237" y="162"/>
                    <a:pt x="237" y="162"/>
                  </a:cubicBezTo>
                  <a:cubicBezTo>
                    <a:pt x="235" y="163"/>
                    <a:pt x="235" y="163"/>
                    <a:pt x="235" y="163"/>
                  </a:cubicBezTo>
                  <a:cubicBezTo>
                    <a:pt x="223" y="131"/>
                    <a:pt x="223" y="131"/>
                    <a:pt x="223" y="131"/>
                  </a:cubicBezTo>
                  <a:cubicBezTo>
                    <a:pt x="224" y="130"/>
                    <a:pt x="225" y="129"/>
                    <a:pt x="226" y="129"/>
                  </a:cubicBezTo>
                  <a:cubicBezTo>
                    <a:pt x="250" y="153"/>
                    <a:pt x="250" y="153"/>
                    <a:pt x="250" y="153"/>
                  </a:cubicBezTo>
                  <a:cubicBezTo>
                    <a:pt x="249" y="155"/>
                    <a:pt x="249" y="155"/>
                    <a:pt x="249" y="155"/>
                  </a:cubicBezTo>
                  <a:cubicBezTo>
                    <a:pt x="249" y="155"/>
                    <a:pt x="249" y="155"/>
                    <a:pt x="249" y="155"/>
                  </a:cubicBezTo>
                  <a:cubicBezTo>
                    <a:pt x="252" y="158"/>
                    <a:pt x="252" y="158"/>
                    <a:pt x="252" y="158"/>
                  </a:cubicBezTo>
                  <a:cubicBezTo>
                    <a:pt x="265" y="144"/>
                    <a:pt x="265" y="144"/>
                    <a:pt x="265" y="144"/>
                  </a:cubicBezTo>
                  <a:cubicBezTo>
                    <a:pt x="262" y="141"/>
                    <a:pt x="262" y="141"/>
                    <a:pt x="262" y="141"/>
                  </a:cubicBezTo>
                  <a:cubicBezTo>
                    <a:pt x="261" y="142"/>
                    <a:pt x="261" y="142"/>
                    <a:pt x="261" y="142"/>
                  </a:cubicBezTo>
                  <a:cubicBezTo>
                    <a:pt x="236" y="118"/>
                    <a:pt x="236" y="118"/>
                    <a:pt x="236" y="118"/>
                  </a:cubicBezTo>
                  <a:cubicBezTo>
                    <a:pt x="237" y="117"/>
                    <a:pt x="237" y="116"/>
                    <a:pt x="238" y="115"/>
                  </a:cubicBezTo>
                  <a:cubicBezTo>
                    <a:pt x="271" y="128"/>
                    <a:pt x="271" y="128"/>
                    <a:pt x="271" y="128"/>
                  </a:cubicBezTo>
                  <a:cubicBezTo>
                    <a:pt x="270" y="130"/>
                    <a:pt x="270" y="130"/>
                    <a:pt x="270" y="130"/>
                  </a:cubicBezTo>
                  <a:cubicBezTo>
                    <a:pt x="270" y="130"/>
                    <a:pt x="270" y="130"/>
                    <a:pt x="270" y="130"/>
                  </a:cubicBezTo>
                  <a:cubicBezTo>
                    <a:pt x="274" y="132"/>
                    <a:pt x="274" y="132"/>
                    <a:pt x="274" y="132"/>
                  </a:cubicBezTo>
                  <a:cubicBezTo>
                    <a:pt x="281" y="114"/>
                    <a:pt x="281" y="114"/>
                    <a:pt x="281" y="114"/>
                  </a:cubicBezTo>
                  <a:cubicBezTo>
                    <a:pt x="277" y="112"/>
                    <a:pt x="277" y="112"/>
                    <a:pt x="277" y="112"/>
                  </a:cubicBezTo>
                  <a:cubicBezTo>
                    <a:pt x="277" y="114"/>
                    <a:pt x="277" y="114"/>
                    <a:pt x="277" y="114"/>
                  </a:cubicBezTo>
                  <a:cubicBezTo>
                    <a:pt x="244" y="101"/>
                    <a:pt x="244" y="101"/>
                    <a:pt x="244" y="101"/>
                  </a:cubicBezTo>
                  <a:cubicBezTo>
                    <a:pt x="244" y="100"/>
                    <a:pt x="244" y="99"/>
                    <a:pt x="244" y="98"/>
                  </a:cubicBezTo>
                  <a:cubicBezTo>
                    <a:pt x="279" y="98"/>
                    <a:pt x="279" y="98"/>
                    <a:pt x="279" y="98"/>
                  </a:cubicBezTo>
                  <a:cubicBezTo>
                    <a:pt x="279" y="100"/>
                    <a:pt x="279" y="100"/>
                    <a:pt x="279" y="100"/>
                  </a:cubicBezTo>
                  <a:cubicBezTo>
                    <a:pt x="368" y="100"/>
                    <a:pt x="368" y="100"/>
                    <a:pt x="368" y="100"/>
                  </a:cubicBezTo>
                  <a:cubicBezTo>
                    <a:pt x="369" y="101"/>
                    <a:pt x="369" y="103"/>
                    <a:pt x="370" y="105"/>
                  </a:cubicBezTo>
                  <a:cubicBezTo>
                    <a:pt x="371" y="109"/>
                    <a:pt x="374" y="112"/>
                    <a:pt x="375" y="112"/>
                  </a:cubicBezTo>
                  <a:cubicBezTo>
                    <a:pt x="375" y="112"/>
                    <a:pt x="375" y="112"/>
                    <a:pt x="375" y="112"/>
                  </a:cubicBezTo>
                  <a:cubicBezTo>
                    <a:pt x="375" y="112"/>
                    <a:pt x="375" y="112"/>
                    <a:pt x="375" y="112"/>
                  </a:cubicBezTo>
                  <a:cubicBezTo>
                    <a:pt x="406" y="100"/>
                    <a:pt x="406" y="100"/>
                    <a:pt x="406" y="100"/>
                  </a:cubicBezTo>
                  <a:cubicBezTo>
                    <a:pt x="416" y="100"/>
                    <a:pt x="416" y="100"/>
                    <a:pt x="416" y="100"/>
                  </a:cubicBezTo>
                  <a:cubicBezTo>
                    <a:pt x="394" y="130"/>
                    <a:pt x="394" y="130"/>
                    <a:pt x="394" y="130"/>
                  </a:cubicBezTo>
                  <a:cubicBezTo>
                    <a:pt x="394" y="130"/>
                    <a:pt x="394" y="130"/>
                    <a:pt x="394" y="130"/>
                  </a:cubicBezTo>
                  <a:cubicBezTo>
                    <a:pt x="394" y="130"/>
                    <a:pt x="394" y="130"/>
                    <a:pt x="394" y="130"/>
                  </a:cubicBezTo>
                  <a:cubicBezTo>
                    <a:pt x="394" y="130"/>
                    <a:pt x="394" y="130"/>
                    <a:pt x="394" y="130"/>
                  </a:cubicBezTo>
                  <a:cubicBezTo>
                    <a:pt x="394" y="130"/>
                    <a:pt x="394" y="130"/>
                    <a:pt x="394" y="130"/>
                  </a:cubicBezTo>
                  <a:cubicBezTo>
                    <a:pt x="393" y="131"/>
                    <a:pt x="395" y="134"/>
                    <a:pt x="399" y="136"/>
                  </a:cubicBezTo>
                  <a:cubicBezTo>
                    <a:pt x="403" y="139"/>
                    <a:pt x="406" y="140"/>
                    <a:pt x="407" y="139"/>
                  </a:cubicBezTo>
                  <a:cubicBezTo>
                    <a:pt x="407" y="139"/>
                    <a:pt x="407" y="139"/>
                    <a:pt x="407" y="139"/>
                  </a:cubicBezTo>
                  <a:cubicBezTo>
                    <a:pt x="438" y="100"/>
                    <a:pt x="438" y="100"/>
                    <a:pt x="438" y="100"/>
                  </a:cubicBezTo>
                  <a:cubicBezTo>
                    <a:pt x="439" y="100"/>
                    <a:pt x="439" y="100"/>
                    <a:pt x="439" y="100"/>
                  </a:cubicBezTo>
                  <a:cubicBezTo>
                    <a:pt x="423" y="147"/>
                    <a:pt x="423" y="147"/>
                    <a:pt x="423" y="147"/>
                  </a:cubicBezTo>
                  <a:cubicBezTo>
                    <a:pt x="423" y="147"/>
                    <a:pt x="423" y="147"/>
                    <a:pt x="423" y="147"/>
                  </a:cubicBezTo>
                  <a:cubicBezTo>
                    <a:pt x="423" y="147"/>
                    <a:pt x="423" y="147"/>
                    <a:pt x="423" y="147"/>
                  </a:cubicBezTo>
                  <a:cubicBezTo>
                    <a:pt x="422" y="149"/>
                    <a:pt x="426" y="151"/>
                    <a:pt x="430" y="153"/>
                  </a:cubicBezTo>
                  <a:cubicBezTo>
                    <a:pt x="434" y="154"/>
                    <a:pt x="438" y="155"/>
                    <a:pt x="439" y="153"/>
                  </a:cubicBezTo>
                  <a:cubicBezTo>
                    <a:pt x="439" y="153"/>
                    <a:pt x="439" y="153"/>
                    <a:pt x="439" y="153"/>
                  </a:cubicBezTo>
                  <a:cubicBezTo>
                    <a:pt x="439" y="153"/>
                    <a:pt x="439" y="153"/>
                    <a:pt x="439" y="153"/>
                  </a:cubicBezTo>
                  <a:cubicBezTo>
                    <a:pt x="439" y="153"/>
                    <a:pt x="439" y="153"/>
                    <a:pt x="439" y="153"/>
                  </a:cubicBezTo>
                  <a:cubicBezTo>
                    <a:pt x="439" y="153"/>
                    <a:pt x="439" y="153"/>
                    <a:pt x="439" y="153"/>
                  </a:cubicBezTo>
                  <a:cubicBezTo>
                    <a:pt x="457" y="100"/>
                    <a:pt x="457" y="100"/>
                    <a:pt x="457" y="100"/>
                  </a:cubicBezTo>
                  <a:cubicBezTo>
                    <a:pt x="457" y="100"/>
                    <a:pt x="457" y="100"/>
                    <a:pt x="457" y="100"/>
                  </a:cubicBezTo>
                  <a:cubicBezTo>
                    <a:pt x="457" y="159"/>
                    <a:pt x="457" y="159"/>
                    <a:pt x="457" y="159"/>
                  </a:cubicBezTo>
                  <a:cubicBezTo>
                    <a:pt x="457" y="159"/>
                    <a:pt x="457" y="159"/>
                    <a:pt x="457" y="159"/>
                  </a:cubicBezTo>
                  <a:cubicBezTo>
                    <a:pt x="457" y="159"/>
                    <a:pt x="457" y="159"/>
                    <a:pt x="457" y="159"/>
                  </a:cubicBezTo>
                  <a:cubicBezTo>
                    <a:pt x="457" y="159"/>
                    <a:pt x="457" y="159"/>
                    <a:pt x="457" y="159"/>
                  </a:cubicBezTo>
                  <a:cubicBezTo>
                    <a:pt x="457" y="159"/>
                    <a:pt x="457" y="159"/>
                    <a:pt x="457" y="159"/>
                  </a:cubicBezTo>
                  <a:cubicBezTo>
                    <a:pt x="457" y="160"/>
                    <a:pt x="461" y="161"/>
                    <a:pt x="466" y="161"/>
                  </a:cubicBezTo>
                  <a:cubicBezTo>
                    <a:pt x="471" y="161"/>
                    <a:pt x="474" y="160"/>
                    <a:pt x="475" y="159"/>
                  </a:cubicBezTo>
                  <a:cubicBezTo>
                    <a:pt x="475" y="159"/>
                    <a:pt x="475" y="159"/>
                    <a:pt x="475" y="159"/>
                  </a:cubicBezTo>
                  <a:cubicBezTo>
                    <a:pt x="475" y="159"/>
                    <a:pt x="475" y="159"/>
                    <a:pt x="475" y="159"/>
                  </a:cubicBezTo>
                  <a:cubicBezTo>
                    <a:pt x="475" y="159"/>
                    <a:pt x="475" y="159"/>
                    <a:pt x="475" y="159"/>
                  </a:cubicBezTo>
                  <a:cubicBezTo>
                    <a:pt x="475" y="159"/>
                    <a:pt x="475" y="159"/>
                    <a:pt x="475" y="159"/>
                  </a:cubicBezTo>
                  <a:cubicBezTo>
                    <a:pt x="475" y="100"/>
                    <a:pt x="475" y="100"/>
                    <a:pt x="475" y="100"/>
                  </a:cubicBezTo>
                  <a:cubicBezTo>
                    <a:pt x="481" y="100"/>
                    <a:pt x="481" y="100"/>
                    <a:pt x="481" y="100"/>
                  </a:cubicBezTo>
                  <a:cubicBezTo>
                    <a:pt x="481" y="88"/>
                    <a:pt x="481" y="88"/>
                    <a:pt x="481" y="88"/>
                  </a:cubicBezTo>
                  <a:cubicBezTo>
                    <a:pt x="412" y="88"/>
                    <a:pt x="412" y="88"/>
                    <a:pt x="412" y="88"/>
                  </a:cubicBezTo>
                  <a:cubicBezTo>
                    <a:pt x="412" y="84"/>
                    <a:pt x="412" y="84"/>
                    <a:pt x="412" y="84"/>
                  </a:cubicBezTo>
                  <a:cubicBezTo>
                    <a:pt x="481" y="84"/>
                    <a:pt x="481" y="84"/>
                    <a:pt x="481" y="84"/>
                  </a:cubicBezTo>
                  <a:cubicBezTo>
                    <a:pt x="481" y="80"/>
                    <a:pt x="481" y="80"/>
                    <a:pt x="481" y="80"/>
                  </a:cubicBezTo>
                  <a:cubicBezTo>
                    <a:pt x="456" y="80"/>
                    <a:pt x="456" y="80"/>
                    <a:pt x="456" y="80"/>
                  </a:cubicBezTo>
                  <a:cubicBezTo>
                    <a:pt x="456" y="80"/>
                    <a:pt x="456" y="80"/>
                    <a:pt x="456" y="80"/>
                  </a:cubicBezTo>
                  <a:cubicBezTo>
                    <a:pt x="411" y="80"/>
                    <a:pt x="411" y="80"/>
                    <a:pt x="411" y="80"/>
                  </a:cubicBezTo>
                  <a:cubicBezTo>
                    <a:pt x="404" y="79"/>
                    <a:pt x="386" y="75"/>
                    <a:pt x="374" y="63"/>
                  </a:cubicBezTo>
                  <a:cubicBezTo>
                    <a:pt x="357" y="46"/>
                    <a:pt x="357" y="34"/>
                    <a:pt x="357" y="34"/>
                  </a:cubicBezTo>
                  <a:cubicBezTo>
                    <a:pt x="354" y="34"/>
                    <a:pt x="354" y="34"/>
                    <a:pt x="354" y="34"/>
                  </a:cubicBezTo>
                  <a:cubicBezTo>
                    <a:pt x="354" y="80"/>
                    <a:pt x="354" y="80"/>
                    <a:pt x="354" y="80"/>
                  </a:cubicBezTo>
                  <a:cubicBezTo>
                    <a:pt x="350" y="80"/>
                    <a:pt x="350" y="80"/>
                    <a:pt x="350" y="80"/>
                  </a:cubicBezTo>
                  <a:cubicBezTo>
                    <a:pt x="350" y="34"/>
                    <a:pt x="350" y="34"/>
                    <a:pt x="350" y="34"/>
                  </a:cubicBezTo>
                  <a:cubicBezTo>
                    <a:pt x="344" y="34"/>
                    <a:pt x="344" y="34"/>
                    <a:pt x="344" y="34"/>
                  </a:cubicBezTo>
                  <a:cubicBezTo>
                    <a:pt x="344" y="80"/>
                    <a:pt x="344" y="80"/>
                    <a:pt x="344" y="80"/>
                  </a:cubicBezTo>
                  <a:cubicBezTo>
                    <a:pt x="279" y="80"/>
                    <a:pt x="279" y="80"/>
                    <a:pt x="279" y="80"/>
                  </a:cubicBezTo>
                  <a:cubicBezTo>
                    <a:pt x="279" y="82"/>
                    <a:pt x="279" y="82"/>
                    <a:pt x="279" y="82"/>
                  </a:cubicBezTo>
                  <a:cubicBezTo>
                    <a:pt x="244" y="82"/>
                    <a:pt x="244" y="82"/>
                    <a:pt x="244" y="82"/>
                  </a:cubicBezTo>
                  <a:cubicBezTo>
                    <a:pt x="241" y="62"/>
                    <a:pt x="225" y="46"/>
                    <a:pt x="205" y="43"/>
                  </a:cubicBezTo>
                  <a:cubicBezTo>
                    <a:pt x="205" y="4"/>
                    <a:pt x="205" y="4"/>
                    <a:pt x="205" y="4"/>
                  </a:cubicBezTo>
                  <a:cubicBezTo>
                    <a:pt x="207" y="4"/>
                    <a:pt x="207" y="4"/>
                    <a:pt x="207" y="4"/>
                  </a:cubicBezTo>
                  <a:cubicBezTo>
                    <a:pt x="207" y="0"/>
                    <a:pt x="207" y="0"/>
                    <a:pt x="207" y="0"/>
                  </a:cubicBezTo>
                  <a:cubicBezTo>
                    <a:pt x="187" y="0"/>
                    <a:pt x="187" y="0"/>
                    <a:pt x="187" y="0"/>
                  </a:cubicBezTo>
                  <a:cubicBezTo>
                    <a:pt x="187" y="4"/>
                    <a:pt x="187" y="4"/>
                    <a:pt x="187" y="4"/>
                  </a:cubicBezTo>
                  <a:cubicBezTo>
                    <a:pt x="190" y="4"/>
                    <a:pt x="190" y="4"/>
                    <a:pt x="190" y="4"/>
                  </a:cubicBezTo>
                  <a:cubicBezTo>
                    <a:pt x="190" y="43"/>
                    <a:pt x="190" y="43"/>
                    <a:pt x="190" y="43"/>
                  </a:cubicBezTo>
                  <a:cubicBezTo>
                    <a:pt x="188" y="43"/>
                    <a:pt x="187" y="43"/>
                    <a:pt x="186" y="43"/>
                  </a:cubicBezTo>
                  <a:cubicBezTo>
                    <a:pt x="171" y="8"/>
                    <a:pt x="171" y="8"/>
                    <a:pt x="171" y="8"/>
                  </a:cubicBezTo>
                  <a:cubicBezTo>
                    <a:pt x="173" y="7"/>
                    <a:pt x="173" y="7"/>
                    <a:pt x="173" y="7"/>
                  </a:cubicBezTo>
                  <a:cubicBezTo>
                    <a:pt x="173" y="7"/>
                    <a:pt x="173" y="7"/>
                    <a:pt x="173" y="7"/>
                  </a:cubicBezTo>
                  <a:cubicBezTo>
                    <a:pt x="172" y="3"/>
                    <a:pt x="172" y="3"/>
                    <a:pt x="172" y="3"/>
                  </a:cubicBezTo>
                  <a:cubicBezTo>
                    <a:pt x="154" y="11"/>
                    <a:pt x="154" y="11"/>
                    <a:pt x="154" y="11"/>
                  </a:cubicBezTo>
                  <a:cubicBezTo>
                    <a:pt x="155" y="15"/>
                    <a:pt x="155" y="15"/>
                    <a:pt x="155" y="15"/>
                  </a:cubicBezTo>
                  <a:cubicBezTo>
                    <a:pt x="157" y="14"/>
                    <a:pt x="157" y="14"/>
                    <a:pt x="157" y="14"/>
                  </a:cubicBezTo>
                  <a:cubicBezTo>
                    <a:pt x="172" y="49"/>
                    <a:pt x="172" y="49"/>
                    <a:pt x="172" y="49"/>
                  </a:cubicBezTo>
                  <a:cubicBezTo>
                    <a:pt x="171" y="49"/>
                    <a:pt x="170" y="50"/>
                    <a:pt x="169" y="51"/>
                  </a:cubicBezTo>
                  <a:cubicBezTo>
                    <a:pt x="142" y="24"/>
                    <a:pt x="142" y="24"/>
                    <a:pt x="142" y="24"/>
                  </a:cubicBezTo>
                  <a:cubicBezTo>
                    <a:pt x="144" y="23"/>
                    <a:pt x="144" y="23"/>
                    <a:pt x="144" y="23"/>
                  </a:cubicBezTo>
                  <a:cubicBezTo>
                    <a:pt x="144" y="23"/>
                    <a:pt x="144" y="23"/>
                    <a:pt x="144" y="23"/>
                  </a:cubicBezTo>
                  <a:cubicBezTo>
                    <a:pt x="141" y="20"/>
                    <a:pt x="141" y="20"/>
                    <a:pt x="141" y="20"/>
                  </a:cubicBezTo>
                  <a:cubicBezTo>
                    <a:pt x="127" y="34"/>
                    <a:pt x="127" y="34"/>
                    <a:pt x="127" y="34"/>
                  </a:cubicBezTo>
                  <a:cubicBezTo>
                    <a:pt x="130" y="37"/>
                    <a:pt x="130" y="37"/>
                    <a:pt x="130" y="37"/>
                  </a:cubicBezTo>
                  <a:cubicBezTo>
                    <a:pt x="132" y="35"/>
                    <a:pt x="132" y="35"/>
                    <a:pt x="132" y="35"/>
                  </a:cubicBezTo>
                  <a:cubicBezTo>
                    <a:pt x="158" y="61"/>
                    <a:pt x="158" y="61"/>
                    <a:pt x="158" y="61"/>
                  </a:cubicBezTo>
                  <a:cubicBezTo>
                    <a:pt x="157" y="62"/>
                    <a:pt x="157" y="63"/>
                    <a:pt x="156" y="64"/>
                  </a:cubicBezTo>
                  <a:cubicBezTo>
                    <a:pt x="122" y="51"/>
                    <a:pt x="122" y="51"/>
                    <a:pt x="122" y="51"/>
                  </a:cubicBezTo>
                  <a:cubicBezTo>
                    <a:pt x="123" y="48"/>
                    <a:pt x="123" y="48"/>
                    <a:pt x="123" y="48"/>
                  </a:cubicBezTo>
                  <a:cubicBezTo>
                    <a:pt x="123" y="48"/>
                    <a:pt x="123" y="48"/>
                    <a:pt x="123" y="48"/>
                  </a:cubicBezTo>
                  <a:cubicBezTo>
                    <a:pt x="119" y="47"/>
                    <a:pt x="119" y="47"/>
                    <a:pt x="119" y="47"/>
                  </a:cubicBezTo>
                  <a:cubicBezTo>
                    <a:pt x="112" y="65"/>
                    <a:pt x="112" y="65"/>
                    <a:pt x="112" y="65"/>
                  </a:cubicBezTo>
                  <a:cubicBezTo>
                    <a:pt x="116" y="66"/>
                    <a:pt x="116" y="66"/>
                    <a:pt x="116" y="66"/>
                  </a:cubicBezTo>
                  <a:cubicBezTo>
                    <a:pt x="116" y="64"/>
                    <a:pt x="116" y="64"/>
                    <a:pt x="116" y="64"/>
                  </a:cubicBezTo>
                  <a:cubicBezTo>
                    <a:pt x="150" y="78"/>
                    <a:pt x="150" y="78"/>
                    <a:pt x="150" y="78"/>
                  </a:cubicBezTo>
                  <a:cubicBezTo>
                    <a:pt x="150" y="79"/>
                    <a:pt x="149" y="81"/>
                    <a:pt x="149" y="82"/>
                  </a:cubicBezTo>
                  <a:cubicBezTo>
                    <a:pt x="110" y="82"/>
                    <a:pt x="110" y="82"/>
                    <a:pt x="110" y="82"/>
                  </a:cubicBezTo>
                  <a:cubicBezTo>
                    <a:pt x="110" y="80"/>
                    <a:pt x="110" y="80"/>
                    <a:pt x="110" y="80"/>
                  </a:cubicBezTo>
                  <a:cubicBezTo>
                    <a:pt x="68" y="80"/>
                    <a:pt x="68" y="80"/>
                    <a:pt x="68" y="80"/>
                  </a:cubicBezTo>
                  <a:cubicBezTo>
                    <a:pt x="68" y="80"/>
                    <a:pt x="68" y="80"/>
                    <a:pt x="67" y="80"/>
                  </a:cubicBezTo>
                  <a:cubicBezTo>
                    <a:pt x="63" y="80"/>
                    <a:pt x="59" y="84"/>
                    <a:pt x="59" y="89"/>
                  </a:cubicBezTo>
                  <a:cubicBezTo>
                    <a:pt x="59" y="89"/>
                    <a:pt x="59" y="89"/>
                    <a:pt x="59" y="89"/>
                  </a:cubicBezTo>
                  <a:cubicBezTo>
                    <a:pt x="59" y="98"/>
                    <a:pt x="59" y="98"/>
                    <a:pt x="59" y="98"/>
                  </a:cubicBezTo>
                  <a:cubicBezTo>
                    <a:pt x="59" y="98"/>
                    <a:pt x="59" y="98"/>
                    <a:pt x="59" y="98"/>
                  </a:cubicBezTo>
                  <a:cubicBezTo>
                    <a:pt x="59" y="266"/>
                    <a:pt x="59" y="266"/>
                    <a:pt x="59" y="266"/>
                  </a:cubicBezTo>
                  <a:cubicBezTo>
                    <a:pt x="59" y="266"/>
                    <a:pt x="59" y="266"/>
                    <a:pt x="59" y="266"/>
                  </a:cubicBezTo>
                  <a:cubicBezTo>
                    <a:pt x="59" y="277"/>
                    <a:pt x="59" y="277"/>
                    <a:pt x="59" y="277"/>
                  </a:cubicBezTo>
                  <a:cubicBezTo>
                    <a:pt x="59" y="277"/>
                    <a:pt x="59" y="277"/>
                    <a:pt x="59" y="277"/>
                  </a:cubicBezTo>
                  <a:cubicBezTo>
                    <a:pt x="59" y="282"/>
                    <a:pt x="63" y="286"/>
                    <a:pt x="67" y="286"/>
                  </a:cubicBezTo>
                  <a:cubicBezTo>
                    <a:pt x="68" y="286"/>
                    <a:pt x="68" y="286"/>
                    <a:pt x="68" y="286"/>
                  </a:cubicBezTo>
                  <a:cubicBezTo>
                    <a:pt x="108" y="286"/>
                    <a:pt x="108" y="286"/>
                    <a:pt x="108" y="286"/>
                  </a:cubicBezTo>
                  <a:cubicBezTo>
                    <a:pt x="108" y="286"/>
                    <a:pt x="108" y="286"/>
                    <a:pt x="108" y="286"/>
                  </a:cubicBezTo>
                  <a:cubicBezTo>
                    <a:pt x="185" y="286"/>
                    <a:pt x="185" y="286"/>
                    <a:pt x="185" y="286"/>
                  </a:cubicBezTo>
                  <a:cubicBezTo>
                    <a:pt x="185" y="286"/>
                    <a:pt x="185" y="286"/>
                    <a:pt x="185" y="286"/>
                  </a:cubicBezTo>
                  <a:cubicBezTo>
                    <a:pt x="187" y="286"/>
                    <a:pt x="187" y="286"/>
                    <a:pt x="187" y="286"/>
                  </a:cubicBezTo>
                  <a:cubicBezTo>
                    <a:pt x="187" y="307"/>
                    <a:pt x="187" y="307"/>
                    <a:pt x="187" y="307"/>
                  </a:cubicBezTo>
                  <a:cubicBezTo>
                    <a:pt x="185" y="307"/>
                    <a:pt x="185" y="307"/>
                    <a:pt x="185" y="307"/>
                  </a:cubicBezTo>
                  <a:cubicBezTo>
                    <a:pt x="185" y="307"/>
                    <a:pt x="185" y="307"/>
                    <a:pt x="185" y="307"/>
                  </a:cubicBezTo>
                  <a:cubicBezTo>
                    <a:pt x="153" y="307"/>
                    <a:pt x="153" y="307"/>
                    <a:pt x="153" y="307"/>
                  </a:cubicBezTo>
                  <a:cubicBezTo>
                    <a:pt x="153" y="307"/>
                    <a:pt x="153" y="307"/>
                    <a:pt x="153" y="307"/>
                  </a:cubicBezTo>
                  <a:cubicBezTo>
                    <a:pt x="148" y="307"/>
                    <a:pt x="145" y="310"/>
                    <a:pt x="145" y="315"/>
                  </a:cubicBezTo>
                  <a:cubicBezTo>
                    <a:pt x="145" y="315"/>
                    <a:pt x="145" y="315"/>
                    <a:pt x="145" y="315"/>
                  </a:cubicBezTo>
                  <a:cubicBezTo>
                    <a:pt x="145" y="326"/>
                    <a:pt x="145" y="326"/>
                    <a:pt x="145" y="326"/>
                  </a:cubicBezTo>
                  <a:cubicBezTo>
                    <a:pt x="145" y="326"/>
                    <a:pt x="145" y="326"/>
                    <a:pt x="145" y="326"/>
                  </a:cubicBezTo>
                  <a:cubicBezTo>
                    <a:pt x="145" y="351"/>
                    <a:pt x="145" y="351"/>
                    <a:pt x="145" y="351"/>
                  </a:cubicBezTo>
                  <a:cubicBezTo>
                    <a:pt x="86" y="351"/>
                    <a:pt x="86" y="351"/>
                    <a:pt x="86" y="351"/>
                  </a:cubicBezTo>
                  <a:cubicBezTo>
                    <a:pt x="87" y="400"/>
                    <a:pt x="87" y="400"/>
                    <a:pt x="87" y="400"/>
                  </a:cubicBezTo>
                  <a:cubicBezTo>
                    <a:pt x="103" y="418"/>
                    <a:pt x="103" y="418"/>
                    <a:pt x="103" y="418"/>
                  </a:cubicBezTo>
                  <a:cubicBezTo>
                    <a:pt x="103" y="451"/>
                    <a:pt x="103" y="451"/>
                    <a:pt x="103" y="451"/>
                  </a:cubicBezTo>
                  <a:cubicBezTo>
                    <a:pt x="122" y="459"/>
                    <a:pt x="122" y="459"/>
                    <a:pt x="122" y="459"/>
                  </a:cubicBezTo>
                  <a:cubicBezTo>
                    <a:pt x="122" y="505"/>
                    <a:pt x="122" y="505"/>
                    <a:pt x="122" y="505"/>
                  </a:cubicBezTo>
                  <a:cubicBezTo>
                    <a:pt x="38" y="520"/>
                    <a:pt x="7" y="539"/>
                    <a:pt x="4" y="540"/>
                  </a:cubicBezTo>
                  <a:cubicBezTo>
                    <a:pt x="0" y="540"/>
                    <a:pt x="19" y="543"/>
                    <a:pt x="46" y="556"/>
                  </a:cubicBezTo>
                  <a:cubicBezTo>
                    <a:pt x="80" y="572"/>
                    <a:pt x="76" y="581"/>
                    <a:pt x="76" y="581"/>
                  </a:cubicBezTo>
                  <a:cubicBezTo>
                    <a:pt x="76" y="581"/>
                    <a:pt x="135" y="543"/>
                    <a:pt x="263" y="520"/>
                  </a:cubicBezTo>
                  <a:cubicBezTo>
                    <a:pt x="330" y="508"/>
                    <a:pt x="451" y="503"/>
                    <a:pt x="495" y="512"/>
                  </a:cubicBezTo>
                  <a:cubicBezTo>
                    <a:pt x="495" y="512"/>
                    <a:pt x="461" y="504"/>
                    <a:pt x="413" y="49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2" name="Freeform 53">
              <a:extLst>
                <a:ext uri="{FF2B5EF4-FFF2-40B4-BE49-F238E27FC236}">
                  <a16:creationId xmlns:a16="http://schemas.microsoft.com/office/drawing/2014/main" id="{CC5E87EE-A223-4776-97FA-680101AB2186}"/>
                </a:ext>
              </a:extLst>
            </p:cNvPr>
            <p:cNvSpPr>
              <a:spLocks noEditPoints="1"/>
            </p:cNvSpPr>
            <p:nvPr/>
          </p:nvSpPr>
          <p:spPr bwMode="auto">
            <a:xfrm>
              <a:off x="4804858" y="3977648"/>
              <a:ext cx="1793875" cy="1787526"/>
            </a:xfrm>
            <a:custGeom>
              <a:avLst/>
              <a:gdLst>
                <a:gd name="T0" fmla="*/ 484 w 968"/>
                <a:gd name="T1" fmla="*/ 953 h 967"/>
                <a:gd name="T2" fmla="*/ 14 w 968"/>
                <a:gd name="T3" fmla="*/ 482 h 967"/>
                <a:gd name="T4" fmla="*/ 484 w 968"/>
                <a:gd name="T5" fmla="*/ 12 h 967"/>
                <a:gd name="T6" fmla="*/ 954 w 968"/>
                <a:gd name="T7" fmla="*/ 482 h 967"/>
                <a:gd name="T8" fmla="*/ 484 w 968"/>
                <a:gd name="T9" fmla="*/ 953 h 967"/>
                <a:gd name="T10" fmla="*/ 484 w 968"/>
                <a:gd name="T11" fmla="*/ 0 h 967"/>
                <a:gd name="T12" fmla="*/ 0 w 968"/>
                <a:gd name="T13" fmla="*/ 483 h 967"/>
                <a:gd name="T14" fmla="*/ 484 w 968"/>
                <a:gd name="T15" fmla="*/ 967 h 967"/>
                <a:gd name="T16" fmla="*/ 968 w 968"/>
                <a:gd name="T17" fmla="*/ 483 h 967"/>
                <a:gd name="T18" fmla="*/ 484 w 968"/>
                <a:gd name="T19" fmla="*/ 0 h 9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8" h="967">
                  <a:moveTo>
                    <a:pt x="484" y="953"/>
                  </a:moveTo>
                  <a:cubicBezTo>
                    <a:pt x="224" y="953"/>
                    <a:pt x="14" y="742"/>
                    <a:pt x="14" y="482"/>
                  </a:cubicBezTo>
                  <a:cubicBezTo>
                    <a:pt x="14" y="223"/>
                    <a:pt x="224" y="12"/>
                    <a:pt x="484" y="12"/>
                  </a:cubicBezTo>
                  <a:cubicBezTo>
                    <a:pt x="744" y="12"/>
                    <a:pt x="954" y="223"/>
                    <a:pt x="954" y="482"/>
                  </a:cubicBezTo>
                  <a:cubicBezTo>
                    <a:pt x="954" y="742"/>
                    <a:pt x="744" y="953"/>
                    <a:pt x="484" y="953"/>
                  </a:cubicBezTo>
                  <a:close/>
                  <a:moveTo>
                    <a:pt x="484" y="0"/>
                  </a:moveTo>
                  <a:cubicBezTo>
                    <a:pt x="217" y="0"/>
                    <a:pt x="0" y="216"/>
                    <a:pt x="0" y="483"/>
                  </a:cubicBezTo>
                  <a:cubicBezTo>
                    <a:pt x="0" y="750"/>
                    <a:pt x="217" y="967"/>
                    <a:pt x="484" y="967"/>
                  </a:cubicBezTo>
                  <a:cubicBezTo>
                    <a:pt x="751" y="967"/>
                    <a:pt x="968" y="750"/>
                    <a:pt x="968" y="483"/>
                  </a:cubicBezTo>
                  <a:cubicBezTo>
                    <a:pt x="968" y="216"/>
                    <a:pt x="751" y="0"/>
                    <a:pt x="48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3" name="Freeform 54">
              <a:extLst>
                <a:ext uri="{FF2B5EF4-FFF2-40B4-BE49-F238E27FC236}">
                  <a16:creationId xmlns:a16="http://schemas.microsoft.com/office/drawing/2014/main" id="{AA1BD646-AD69-4E37-AAC4-EEC540BF9BBF}"/>
                </a:ext>
              </a:extLst>
            </p:cNvPr>
            <p:cNvSpPr>
              <a:spLocks/>
            </p:cNvSpPr>
            <p:nvPr/>
          </p:nvSpPr>
          <p:spPr bwMode="auto">
            <a:xfrm>
              <a:off x="5008058" y="4552323"/>
              <a:ext cx="65088" cy="60325"/>
            </a:xfrm>
            <a:custGeom>
              <a:avLst/>
              <a:gdLst>
                <a:gd name="T0" fmla="*/ 23 w 35"/>
                <a:gd name="T1" fmla="*/ 3 h 32"/>
                <a:gd name="T2" fmla="*/ 10 w 35"/>
                <a:gd name="T3" fmla="*/ 1 h 32"/>
                <a:gd name="T4" fmla="*/ 2 w 35"/>
                <a:gd name="T5" fmla="*/ 9 h 32"/>
                <a:gd name="T6" fmla="*/ 1 w 35"/>
                <a:gd name="T7" fmla="*/ 20 h 32"/>
                <a:gd name="T8" fmla="*/ 11 w 35"/>
                <a:gd name="T9" fmla="*/ 29 h 32"/>
                <a:gd name="T10" fmla="*/ 25 w 35"/>
                <a:gd name="T11" fmla="*/ 31 h 32"/>
                <a:gd name="T12" fmla="*/ 33 w 35"/>
                <a:gd name="T13" fmla="*/ 23 h 32"/>
                <a:gd name="T14" fmla="*/ 33 w 35"/>
                <a:gd name="T15" fmla="*/ 12 h 32"/>
                <a:gd name="T16" fmla="*/ 23 w 35"/>
                <a:gd name="T17" fmla="*/ 3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 h="32">
                  <a:moveTo>
                    <a:pt x="23" y="3"/>
                  </a:moveTo>
                  <a:cubicBezTo>
                    <a:pt x="18" y="0"/>
                    <a:pt x="13" y="0"/>
                    <a:pt x="10" y="1"/>
                  </a:cubicBezTo>
                  <a:cubicBezTo>
                    <a:pt x="6" y="2"/>
                    <a:pt x="3" y="5"/>
                    <a:pt x="2" y="9"/>
                  </a:cubicBezTo>
                  <a:cubicBezTo>
                    <a:pt x="0" y="13"/>
                    <a:pt x="0" y="17"/>
                    <a:pt x="1" y="20"/>
                  </a:cubicBezTo>
                  <a:cubicBezTo>
                    <a:pt x="3" y="24"/>
                    <a:pt x="6" y="27"/>
                    <a:pt x="11" y="29"/>
                  </a:cubicBezTo>
                  <a:cubicBezTo>
                    <a:pt x="16" y="31"/>
                    <a:pt x="21" y="32"/>
                    <a:pt x="25" y="31"/>
                  </a:cubicBezTo>
                  <a:cubicBezTo>
                    <a:pt x="28" y="29"/>
                    <a:pt x="31" y="27"/>
                    <a:pt x="33" y="23"/>
                  </a:cubicBezTo>
                  <a:cubicBezTo>
                    <a:pt x="35" y="19"/>
                    <a:pt x="35" y="15"/>
                    <a:pt x="33" y="12"/>
                  </a:cubicBezTo>
                  <a:cubicBezTo>
                    <a:pt x="32" y="8"/>
                    <a:pt x="28" y="5"/>
                    <a:pt x="23"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4" name="Freeform 55">
              <a:extLst>
                <a:ext uri="{FF2B5EF4-FFF2-40B4-BE49-F238E27FC236}">
                  <a16:creationId xmlns:a16="http://schemas.microsoft.com/office/drawing/2014/main" id="{9B01B03D-283E-4353-B117-5BD2E64984B0}"/>
                </a:ext>
              </a:extLst>
            </p:cNvPr>
            <p:cNvSpPr>
              <a:spLocks/>
            </p:cNvSpPr>
            <p:nvPr/>
          </p:nvSpPr>
          <p:spPr bwMode="auto">
            <a:xfrm>
              <a:off x="5581145" y="5347661"/>
              <a:ext cx="41275" cy="74613"/>
            </a:xfrm>
            <a:custGeom>
              <a:avLst/>
              <a:gdLst>
                <a:gd name="T0" fmla="*/ 22 w 22"/>
                <a:gd name="T1" fmla="*/ 0 h 40"/>
                <a:gd name="T2" fmla="*/ 22 w 22"/>
                <a:gd name="T3" fmla="*/ 40 h 40"/>
                <a:gd name="T4" fmla="*/ 11 w 22"/>
                <a:gd name="T5" fmla="*/ 40 h 40"/>
                <a:gd name="T6" fmla="*/ 11 w 22"/>
                <a:gd name="T7" fmla="*/ 14 h 40"/>
                <a:gd name="T8" fmla="*/ 6 w 22"/>
                <a:gd name="T9" fmla="*/ 17 h 40"/>
                <a:gd name="T10" fmla="*/ 0 w 22"/>
                <a:gd name="T11" fmla="*/ 19 h 40"/>
                <a:gd name="T12" fmla="*/ 0 w 22"/>
                <a:gd name="T13" fmla="*/ 11 h 40"/>
                <a:gd name="T14" fmla="*/ 8 w 22"/>
                <a:gd name="T15" fmla="*/ 6 h 40"/>
                <a:gd name="T16" fmla="*/ 13 w 22"/>
                <a:gd name="T17" fmla="*/ 0 h 40"/>
                <a:gd name="T18" fmla="*/ 22 w 22"/>
                <a:gd name="T19"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 h="40">
                  <a:moveTo>
                    <a:pt x="22" y="0"/>
                  </a:moveTo>
                  <a:cubicBezTo>
                    <a:pt x="22" y="40"/>
                    <a:pt x="22" y="40"/>
                    <a:pt x="22" y="40"/>
                  </a:cubicBezTo>
                  <a:cubicBezTo>
                    <a:pt x="11" y="40"/>
                    <a:pt x="11" y="40"/>
                    <a:pt x="11" y="40"/>
                  </a:cubicBezTo>
                  <a:cubicBezTo>
                    <a:pt x="11" y="14"/>
                    <a:pt x="11" y="14"/>
                    <a:pt x="11" y="14"/>
                  </a:cubicBezTo>
                  <a:cubicBezTo>
                    <a:pt x="9" y="15"/>
                    <a:pt x="8" y="16"/>
                    <a:pt x="6" y="17"/>
                  </a:cubicBezTo>
                  <a:cubicBezTo>
                    <a:pt x="4" y="18"/>
                    <a:pt x="2" y="19"/>
                    <a:pt x="0" y="19"/>
                  </a:cubicBezTo>
                  <a:cubicBezTo>
                    <a:pt x="0" y="11"/>
                    <a:pt x="0" y="11"/>
                    <a:pt x="0" y="11"/>
                  </a:cubicBezTo>
                  <a:cubicBezTo>
                    <a:pt x="4" y="10"/>
                    <a:pt x="6" y="8"/>
                    <a:pt x="8" y="6"/>
                  </a:cubicBezTo>
                  <a:cubicBezTo>
                    <a:pt x="10" y="5"/>
                    <a:pt x="12" y="3"/>
                    <a:pt x="13" y="0"/>
                  </a:cubicBezTo>
                  <a:lnTo>
                    <a:pt x="2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5" name="Freeform 56">
              <a:extLst>
                <a:ext uri="{FF2B5EF4-FFF2-40B4-BE49-F238E27FC236}">
                  <a16:creationId xmlns:a16="http://schemas.microsoft.com/office/drawing/2014/main" id="{E3DC6487-2035-4D8C-ABD9-65015B9327BC}"/>
                </a:ext>
              </a:extLst>
            </p:cNvPr>
            <p:cNvSpPr>
              <a:spLocks noEditPoints="1"/>
            </p:cNvSpPr>
            <p:nvPr/>
          </p:nvSpPr>
          <p:spPr bwMode="auto">
            <a:xfrm>
              <a:off x="5639883" y="5347661"/>
              <a:ext cx="60325" cy="74613"/>
            </a:xfrm>
            <a:custGeom>
              <a:avLst/>
              <a:gdLst>
                <a:gd name="T0" fmla="*/ 21 w 32"/>
                <a:gd name="T1" fmla="*/ 14 h 40"/>
                <a:gd name="T2" fmla="*/ 19 w 32"/>
                <a:gd name="T3" fmla="*/ 9 h 40"/>
                <a:gd name="T4" fmla="*/ 15 w 32"/>
                <a:gd name="T5" fmla="*/ 7 h 40"/>
                <a:gd name="T6" fmla="*/ 12 w 32"/>
                <a:gd name="T7" fmla="*/ 9 h 40"/>
                <a:gd name="T8" fmla="*/ 10 w 32"/>
                <a:gd name="T9" fmla="*/ 13 h 40"/>
                <a:gd name="T10" fmla="*/ 12 w 32"/>
                <a:gd name="T11" fmla="*/ 18 h 40"/>
                <a:gd name="T12" fmla="*/ 15 w 32"/>
                <a:gd name="T13" fmla="*/ 20 h 40"/>
                <a:gd name="T14" fmla="*/ 19 w 32"/>
                <a:gd name="T15" fmla="*/ 18 h 40"/>
                <a:gd name="T16" fmla="*/ 21 w 32"/>
                <a:gd name="T17" fmla="*/ 14 h 40"/>
                <a:gd name="T18" fmla="*/ 1 w 32"/>
                <a:gd name="T19" fmla="*/ 31 h 40"/>
                <a:gd name="T20" fmla="*/ 12 w 32"/>
                <a:gd name="T21" fmla="*/ 30 h 40"/>
                <a:gd name="T22" fmla="*/ 13 w 32"/>
                <a:gd name="T23" fmla="*/ 33 h 40"/>
                <a:gd name="T24" fmla="*/ 15 w 32"/>
                <a:gd name="T25" fmla="*/ 34 h 40"/>
                <a:gd name="T26" fmla="*/ 20 w 32"/>
                <a:gd name="T27" fmla="*/ 31 h 40"/>
                <a:gd name="T28" fmla="*/ 21 w 32"/>
                <a:gd name="T29" fmla="*/ 23 h 40"/>
                <a:gd name="T30" fmla="*/ 17 w 32"/>
                <a:gd name="T31" fmla="*/ 26 h 40"/>
                <a:gd name="T32" fmla="*/ 13 w 32"/>
                <a:gd name="T33" fmla="*/ 27 h 40"/>
                <a:gd name="T34" fmla="*/ 4 w 32"/>
                <a:gd name="T35" fmla="*/ 23 h 40"/>
                <a:gd name="T36" fmla="*/ 0 w 32"/>
                <a:gd name="T37" fmla="*/ 14 h 40"/>
                <a:gd name="T38" fmla="*/ 2 w 32"/>
                <a:gd name="T39" fmla="*/ 7 h 40"/>
                <a:gd name="T40" fmla="*/ 7 w 32"/>
                <a:gd name="T41" fmla="*/ 2 h 40"/>
                <a:gd name="T42" fmla="*/ 15 w 32"/>
                <a:gd name="T43" fmla="*/ 0 h 40"/>
                <a:gd name="T44" fmla="*/ 24 w 32"/>
                <a:gd name="T45" fmla="*/ 2 h 40"/>
                <a:gd name="T46" fmla="*/ 30 w 32"/>
                <a:gd name="T47" fmla="*/ 9 h 40"/>
                <a:gd name="T48" fmla="*/ 32 w 32"/>
                <a:gd name="T49" fmla="*/ 20 h 40"/>
                <a:gd name="T50" fmla="*/ 28 w 32"/>
                <a:gd name="T51" fmla="*/ 35 h 40"/>
                <a:gd name="T52" fmla="*/ 15 w 32"/>
                <a:gd name="T53" fmla="*/ 40 h 40"/>
                <a:gd name="T54" fmla="*/ 8 w 32"/>
                <a:gd name="T55" fmla="*/ 39 h 40"/>
                <a:gd name="T56" fmla="*/ 4 w 32"/>
                <a:gd name="T57" fmla="*/ 36 h 40"/>
                <a:gd name="T58" fmla="*/ 1 w 32"/>
                <a:gd name="T59" fmla="*/ 31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2" h="40">
                  <a:moveTo>
                    <a:pt x="21" y="14"/>
                  </a:moveTo>
                  <a:cubicBezTo>
                    <a:pt x="21" y="12"/>
                    <a:pt x="20" y="10"/>
                    <a:pt x="19" y="9"/>
                  </a:cubicBezTo>
                  <a:cubicBezTo>
                    <a:pt x="18" y="8"/>
                    <a:pt x="17" y="7"/>
                    <a:pt x="15" y="7"/>
                  </a:cubicBezTo>
                  <a:cubicBezTo>
                    <a:pt x="14" y="7"/>
                    <a:pt x="13" y="8"/>
                    <a:pt x="12" y="9"/>
                  </a:cubicBezTo>
                  <a:cubicBezTo>
                    <a:pt x="11" y="10"/>
                    <a:pt x="10" y="11"/>
                    <a:pt x="10" y="13"/>
                  </a:cubicBezTo>
                  <a:cubicBezTo>
                    <a:pt x="10" y="16"/>
                    <a:pt x="11" y="17"/>
                    <a:pt x="12" y="18"/>
                  </a:cubicBezTo>
                  <a:cubicBezTo>
                    <a:pt x="13" y="20"/>
                    <a:pt x="14" y="20"/>
                    <a:pt x="15" y="20"/>
                  </a:cubicBezTo>
                  <a:cubicBezTo>
                    <a:pt x="17" y="20"/>
                    <a:pt x="18" y="20"/>
                    <a:pt x="19" y="18"/>
                  </a:cubicBezTo>
                  <a:cubicBezTo>
                    <a:pt x="20" y="17"/>
                    <a:pt x="21" y="16"/>
                    <a:pt x="21" y="14"/>
                  </a:cubicBezTo>
                  <a:close/>
                  <a:moveTo>
                    <a:pt x="1" y="31"/>
                  </a:moveTo>
                  <a:cubicBezTo>
                    <a:pt x="12" y="30"/>
                    <a:pt x="12" y="30"/>
                    <a:pt x="12" y="30"/>
                  </a:cubicBezTo>
                  <a:cubicBezTo>
                    <a:pt x="12" y="31"/>
                    <a:pt x="12" y="32"/>
                    <a:pt x="13" y="33"/>
                  </a:cubicBezTo>
                  <a:cubicBezTo>
                    <a:pt x="14" y="33"/>
                    <a:pt x="15" y="34"/>
                    <a:pt x="15" y="34"/>
                  </a:cubicBezTo>
                  <a:cubicBezTo>
                    <a:pt x="17" y="34"/>
                    <a:pt x="19" y="33"/>
                    <a:pt x="20" y="31"/>
                  </a:cubicBezTo>
                  <a:cubicBezTo>
                    <a:pt x="20" y="30"/>
                    <a:pt x="21" y="27"/>
                    <a:pt x="21" y="23"/>
                  </a:cubicBezTo>
                  <a:cubicBezTo>
                    <a:pt x="20" y="24"/>
                    <a:pt x="19" y="25"/>
                    <a:pt x="17" y="26"/>
                  </a:cubicBezTo>
                  <a:cubicBezTo>
                    <a:pt x="16" y="26"/>
                    <a:pt x="14" y="27"/>
                    <a:pt x="13" y="27"/>
                  </a:cubicBezTo>
                  <a:cubicBezTo>
                    <a:pt x="9" y="27"/>
                    <a:pt x="6" y="26"/>
                    <a:pt x="4" y="23"/>
                  </a:cubicBezTo>
                  <a:cubicBezTo>
                    <a:pt x="1" y="21"/>
                    <a:pt x="0" y="17"/>
                    <a:pt x="0" y="14"/>
                  </a:cubicBezTo>
                  <a:cubicBezTo>
                    <a:pt x="0" y="11"/>
                    <a:pt x="1" y="9"/>
                    <a:pt x="2" y="7"/>
                  </a:cubicBezTo>
                  <a:cubicBezTo>
                    <a:pt x="3" y="5"/>
                    <a:pt x="5" y="3"/>
                    <a:pt x="7" y="2"/>
                  </a:cubicBezTo>
                  <a:cubicBezTo>
                    <a:pt x="9" y="1"/>
                    <a:pt x="12" y="0"/>
                    <a:pt x="15" y="0"/>
                  </a:cubicBezTo>
                  <a:cubicBezTo>
                    <a:pt x="19" y="0"/>
                    <a:pt x="22" y="1"/>
                    <a:pt x="24" y="2"/>
                  </a:cubicBezTo>
                  <a:cubicBezTo>
                    <a:pt x="27" y="4"/>
                    <a:pt x="29" y="6"/>
                    <a:pt x="30" y="9"/>
                  </a:cubicBezTo>
                  <a:cubicBezTo>
                    <a:pt x="31" y="11"/>
                    <a:pt x="32" y="15"/>
                    <a:pt x="32" y="20"/>
                  </a:cubicBezTo>
                  <a:cubicBezTo>
                    <a:pt x="32" y="27"/>
                    <a:pt x="31" y="32"/>
                    <a:pt x="28" y="35"/>
                  </a:cubicBezTo>
                  <a:cubicBezTo>
                    <a:pt x="25" y="39"/>
                    <a:pt x="21" y="40"/>
                    <a:pt x="15" y="40"/>
                  </a:cubicBezTo>
                  <a:cubicBezTo>
                    <a:pt x="12" y="40"/>
                    <a:pt x="10" y="40"/>
                    <a:pt x="8" y="39"/>
                  </a:cubicBezTo>
                  <a:cubicBezTo>
                    <a:pt x="6" y="38"/>
                    <a:pt x="5" y="37"/>
                    <a:pt x="4" y="36"/>
                  </a:cubicBezTo>
                  <a:cubicBezTo>
                    <a:pt x="2" y="35"/>
                    <a:pt x="2" y="33"/>
                    <a:pt x="1" y="3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6" name="Freeform 57">
              <a:extLst>
                <a:ext uri="{FF2B5EF4-FFF2-40B4-BE49-F238E27FC236}">
                  <a16:creationId xmlns:a16="http://schemas.microsoft.com/office/drawing/2014/main" id="{BD4D8A61-5B58-4064-98B6-EA0590331E60}"/>
                </a:ext>
              </a:extLst>
            </p:cNvPr>
            <p:cNvSpPr>
              <a:spLocks/>
            </p:cNvSpPr>
            <p:nvPr/>
          </p:nvSpPr>
          <p:spPr bwMode="auto">
            <a:xfrm>
              <a:off x="5704970" y="5349248"/>
              <a:ext cx="60325" cy="73025"/>
            </a:xfrm>
            <a:custGeom>
              <a:avLst/>
              <a:gdLst>
                <a:gd name="T0" fmla="*/ 4 w 32"/>
                <a:gd name="T1" fmla="*/ 0 h 39"/>
                <a:gd name="T2" fmla="*/ 30 w 32"/>
                <a:gd name="T3" fmla="*/ 0 h 39"/>
                <a:gd name="T4" fmla="*/ 30 w 32"/>
                <a:gd name="T5" fmla="*/ 8 h 39"/>
                <a:gd name="T6" fmla="*/ 13 w 32"/>
                <a:gd name="T7" fmla="*/ 8 h 39"/>
                <a:gd name="T8" fmla="*/ 12 w 32"/>
                <a:gd name="T9" fmla="*/ 14 h 39"/>
                <a:gd name="T10" fmla="*/ 15 w 32"/>
                <a:gd name="T11" fmla="*/ 13 h 39"/>
                <a:gd name="T12" fmla="*/ 19 w 32"/>
                <a:gd name="T13" fmla="*/ 13 h 39"/>
                <a:gd name="T14" fmla="*/ 28 w 32"/>
                <a:gd name="T15" fmla="*/ 16 h 39"/>
                <a:gd name="T16" fmla="*/ 32 w 32"/>
                <a:gd name="T17" fmla="*/ 25 h 39"/>
                <a:gd name="T18" fmla="*/ 30 w 32"/>
                <a:gd name="T19" fmla="*/ 32 h 39"/>
                <a:gd name="T20" fmla="*/ 25 w 32"/>
                <a:gd name="T21" fmla="*/ 37 h 39"/>
                <a:gd name="T22" fmla="*/ 16 w 32"/>
                <a:gd name="T23" fmla="*/ 39 h 39"/>
                <a:gd name="T24" fmla="*/ 9 w 32"/>
                <a:gd name="T25" fmla="*/ 39 h 39"/>
                <a:gd name="T26" fmla="*/ 5 w 32"/>
                <a:gd name="T27" fmla="*/ 36 h 39"/>
                <a:gd name="T28" fmla="*/ 2 w 32"/>
                <a:gd name="T29" fmla="*/ 33 h 39"/>
                <a:gd name="T30" fmla="*/ 0 w 32"/>
                <a:gd name="T31" fmla="*/ 29 h 39"/>
                <a:gd name="T32" fmla="*/ 11 w 32"/>
                <a:gd name="T33" fmla="*/ 27 h 39"/>
                <a:gd name="T34" fmla="*/ 12 w 32"/>
                <a:gd name="T35" fmla="*/ 31 h 39"/>
                <a:gd name="T36" fmla="*/ 16 w 32"/>
                <a:gd name="T37" fmla="*/ 33 h 39"/>
                <a:gd name="T38" fmla="*/ 20 w 32"/>
                <a:gd name="T39" fmla="*/ 31 h 39"/>
                <a:gd name="T40" fmla="*/ 21 w 32"/>
                <a:gd name="T41" fmla="*/ 26 h 39"/>
                <a:gd name="T42" fmla="*/ 20 w 32"/>
                <a:gd name="T43" fmla="*/ 21 h 39"/>
                <a:gd name="T44" fmla="*/ 16 w 32"/>
                <a:gd name="T45" fmla="*/ 19 h 39"/>
                <a:gd name="T46" fmla="*/ 13 w 32"/>
                <a:gd name="T47" fmla="*/ 20 h 39"/>
                <a:gd name="T48" fmla="*/ 10 w 32"/>
                <a:gd name="T49" fmla="*/ 22 h 39"/>
                <a:gd name="T50" fmla="*/ 1 w 32"/>
                <a:gd name="T51" fmla="*/ 21 h 39"/>
                <a:gd name="T52" fmla="*/ 4 w 32"/>
                <a:gd name="T53" fmla="*/ 0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2" h="39">
                  <a:moveTo>
                    <a:pt x="4" y="0"/>
                  </a:moveTo>
                  <a:cubicBezTo>
                    <a:pt x="30" y="0"/>
                    <a:pt x="30" y="0"/>
                    <a:pt x="30" y="0"/>
                  </a:cubicBezTo>
                  <a:cubicBezTo>
                    <a:pt x="30" y="8"/>
                    <a:pt x="30" y="8"/>
                    <a:pt x="30" y="8"/>
                  </a:cubicBezTo>
                  <a:cubicBezTo>
                    <a:pt x="13" y="8"/>
                    <a:pt x="13" y="8"/>
                    <a:pt x="13" y="8"/>
                  </a:cubicBezTo>
                  <a:cubicBezTo>
                    <a:pt x="12" y="14"/>
                    <a:pt x="12" y="14"/>
                    <a:pt x="12" y="14"/>
                  </a:cubicBezTo>
                  <a:cubicBezTo>
                    <a:pt x="13" y="14"/>
                    <a:pt x="14" y="13"/>
                    <a:pt x="15" y="13"/>
                  </a:cubicBezTo>
                  <a:cubicBezTo>
                    <a:pt x="17" y="13"/>
                    <a:pt x="18" y="13"/>
                    <a:pt x="19" y="13"/>
                  </a:cubicBezTo>
                  <a:cubicBezTo>
                    <a:pt x="23" y="13"/>
                    <a:pt x="26" y="14"/>
                    <a:pt x="28" y="16"/>
                  </a:cubicBezTo>
                  <a:cubicBezTo>
                    <a:pt x="31" y="18"/>
                    <a:pt x="32" y="21"/>
                    <a:pt x="32" y="25"/>
                  </a:cubicBezTo>
                  <a:cubicBezTo>
                    <a:pt x="32" y="27"/>
                    <a:pt x="31" y="30"/>
                    <a:pt x="30" y="32"/>
                  </a:cubicBezTo>
                  <a:cubicBezTo>
                    <a:pt x="29" y="35"/>
                    <a:pt x="27" y="36"/>
                    <a:pt x="25" y="37"/>
                  </a:cubicBezTo>
                  <a:cubicBezTo>
                    <a:pt x="22" y="39"/>
                    <a:pt x="20" y="39"/>
                    <a:pt x="16" y="39"/>
                  </a:cubicBezTo>
                  <a:cubicBezTo>
                    <a:pt x="13" y="39"/>
                    <a:pt x="11" y="39"/>
                    <a:pt x="9" y="39"/>
                  </a:cubicBezTo>
                  <a:cubicBezTo>
                    <a:pt x="8" y="38"/>
                    <a:pt x="6" y="37"/>
                    <a:pt x="5" y="36"/>
                  </a:cubicBezTo>
                  <a:cubicBezTo>
                    <a:pt x="4" y="35"/>
                    <a:pt x="2" y="34"/>
                    <a:pt x="2" y="33"/>
                  </a:cubicBezTo>
                  <a:cubicBezTo>
                    <a:pt x="1" y="32"/>
                    <a:pt x="0" y="30"/>
                    <a:pt x="0" y="29"/>
                  </a:cubicBezTo>
                  <a:cubicBezTo>
                    <a:pt x="11" y="27"/>
                    <a:pt x="11" y="27"/>
                    <a:pt x="11" y="27"/>
                  </a:cubicBezTo>
                  <a:cubicBezTo>
                    <a:pt x="11" y="29"/>
                    <a:pt x="11" y="30"/>
                    <a:pt x="12" y="31"/>
                  </a:cubicBezTo>
                  <a:cubicBezTo>
                    <a:pt x="13" y="32"/>
                    <a:pt x="15" y="33"/>
                    <a:pt x="16" y="33"/>
                  </a:cubicBezTo>
                  <a:cubicBezTo>
                    <a:pt x="17" y="33"/>
                    <a:pt x="19" y="32"/>
                    <a:pt x="20" y="31"/>
                  </a:cubicBezTo>
                  <a:cubicBezTo>
                    <a:pt x="21" y="30"/>
                    <a:pt x="21" y="28"/>
                    <a:pt x="21" y="26"/>
                  </a:cubicBezTo>
                  <a:cubicBezTo>
                    <a:pt x="21" y="24"/>
                    <a:pt x="21" y="22"/>
                    <a:pt x="20" y="21"/>
                  </a:cubicBezTo>
                  <a:cubicBezTo>
                    <a:pt x="19" y="20"/>
                    <a:pt x="17" y="19"/>
                    <a:pt x="16" y="19"/>
                  </a:cubicBezTo>
                  <a:cubicBezTo>
                    <a:pt x="15" y="19"/>
                    <a:pt x="14" y="20"/>
                    <a:pt x="13" y="20"/>
                  </a:cubicBezTo>
                  <a:cubicBezTo>
                    <a:pt x="12" y="20"/>
                    <a:pt x="11" y="21"/>
                    <a:pt x="10" y="22"/>
                  </a:cubicBezTo>
                  <a:cubicBezTo>
                    <a:pt x="1" y="21"/>
                    <a:pt x="1" y="21"/>
                    <a:pt x="1" y="21"/>
                  </a:cubicBezTo>
                  <a:lnTo>
                    <a:pt x="4"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7" name="Freeform 58">
              <a:extLst>
                <a:ext uri="{FF2B5EF4-FFF2-40B4-BE49-F238E27FC236}">
                  <a16:creationId xmlns:a16="http://schemas.microsoft.com/office/drawing/2014/main" id="{DCDD3F66-1FE9-4C27-BA82-07FB097310F3}"/>
                </a:ext>
              </a:extLst>
            </p:cNvPr>
            <p:cNvSpPr>
              <a:spLocks/>
            </p:cNvSpPr>
            <p:nvPr/>
          </p:nvSpPr>
          <p:spPr bwMode="auto">
            <a:xfrm>
              <a:off x="5770058" y="5347661"/>
              <a:ext cx="57150" cy="74613"/>
            </a:xfrm>
            <a:custGeom>
              <a:avLst/>
              <a:gdLst>
                <a:gd name="T0" fmla="*/ 10 w 31"/>
                <a:gd name="T1" fmla="*/ 12 h 40"/>
                <a:gd name="T2" fmla="*/ 0 w 31"/>
                <a:gd name="T3" fmla="*/ 10 h 40"/>
                <a:gd name="T4" fmla="*/ 5 w 31"/>
                <a:gd name="T5" fmla="*/ 3 h 40"/>
                <a:gd name="T6" fmla="*/ 15 w 31"/>
                <a:gd name="T7" fmla="*/ 0 h 40"/>
                <a:gd name="T8" fmla="*/ 26 w 31"/>
                <a:gd name="T9" fmla="*/ 3 h 40"/>
                <a:gd name="T10" fmla="*/ 30 w 31"/>
                <a:gd name="T11" fmla="*/ 10 h 40"/>
                <a:gd name="T12" fmla="*/ 28 w 31"/>
                <a:gd name="T13" fmla="*/ 15 h 40"/>
                <a:gd name="T14" fmla="*/ 24 w 31"/>
                <a:gd name="T15" fmla="*/ 18 h 40"/>
                <a:gd name="T16" fmla="*/ 27 w 31"/>
                <a:gd name="T17" fmla="*/ 20 h 40"/>
                <a:gd name="T18" fmla="*/ 30 w 31"/>
                <a:gd name="T19" fmla="*/ 23 h 40"/>
                <a:gd name="T20" fmla="*/ 31 w 31"/>
                <a:gd name="T21" fmla="*/ 27 h 40"/>
                <a:gd name="T22" fmla="*/ 30 w 31"/>
                <a:gd name="T23" fmla="*/ 34 h 40"/>
                <a:gd name="T24" fmla="*/ 25 w 31"/>
                <a:gd name="T25" fmla="*/ 39 h 40"/>
                <a:gd name="T26" fmla="*/ 16 w 31"/>
                <a:gd name="T27" fmla="*/ 40 h 40"/>
                <a:gd name="T28" fmla="*/ 8 w 31"/>
                <a:gd name="T29" fmla="*/ 39 h 40"/>
                <a:gd name="T30" fmla="*/ 3 w 31"/>
                <a:gd name="T31" fmla="*/ 35 h 40"/>
                <a:gd name="T32" fmla="*/ 0 w 31"/>
                <a:gd name="T33" fmla="*/ 29 h 40"/>
                <a:gd name="T34" fmla="*/ 10 w 31"/>
                <a:gd name="T35" fmla="*/ 28 h 40"/>
                <a:gd name="T36" fmla="*/ 12 w 31"/>
                <a:gd name="T37" fmla="*/ 32 h 40"/>
                <a:gd name="T38" fmla="*/ 16 w 31"/>
                <a:gd name="T39" fmla="*/ 34 h 40"/>
                <a:gd name="T40" fmla="*/ 19 w 31"/>
                <a:gd name="T41" fmla="*/ 32 h 40"/>
                <a:gd name="T42" fmla="*/ 21 w 31"/>
                <a:gd name="T43" fmla="*/ 28 h 40"/>
                <a:gd name="T44" fmla="*/ 19 w 31"/>
                <a:gd name="T45" fmla="*/ 24 h 40"/>
                <a:gd name="T46" fmla="*/ 15 w 31"/>
                <a:gd name="T47" fmla="*/ 22 h 40"/>
                <a:gd name="T48" fmla="*/ 12 w 31"/>
                <a:gd name="T49" fmla="*/ 23 h 40"/>
                <a:gd name="T50" fmla="*/ 13 w 31"/>
                <a:gd name="T51" fmla="*/ 15 h 40"/>
                <a:gd name="T52" fmla="*/ 14 w 31"/>
                <a:gd name="T53" fmla="*/ 15 h 40"/>
                <a:gd name="T54" fmla="*/ 17 w 31"/>
                <a:gd name="T55" fmla="*/ 14 h 40"/>
                <a:gd name="T56" fmla="*/ 19 w 31"/>
                <a:gd name="T57" fmla="*/ 11 h 40"/>
                <a:gd name="T58" fmla="*/ 18 w 31"/>
                <a:gd name="T59" fmla="*/ 8 h 40"/>
                <a:gd name="T60" fmla="*/ 15 w 31"/>
                <a:gd name="T61" fmla="*/ 7 h 40"/>
                <a:gd name="T62" fmla="*/ 12 w 31"/>
                <a:gd name="T63" fmla="*/ 8 h 40"/>
                <a:gd name="T64" fmla="*/ 10 w 31"/>
                <a:gd name="T65" fmla="*/ 12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1" h="40">
                  <a:moveTo>
                    <a:pt x="10" y="12"/>
                  </a:moveTo>
                  <a:cubicBezTo>
                    <a:pt x="0" y="10"/>
                    <a:pt x="0" y="10"/>
                    <a:pt x="0" y="10"/>
                  </a:cubicBezTo>
                  <a:cubicBezTo>
                    <a:pt x="1" y="7"/>
                    <a:pt x="3" y="5"/>
                    <a:pt x="5" y="3"/>
                  </a:cubicBezTo>
                  <a:cubicBezTo>
                    <a:pt x="7" y="1"/>
                    <a:pt x="11" y="0"/>
                    <a:pt x="15" y="0"/>
                  </a:cubicBezTo>
                  <a:cubicBezTo>
                    <a:pt x="20" y="0"/>
                    <a:pt x="24" y="1"/>
                    <a:pt x="26" y="3"/>
                  </a:cubicBezTo>
                  <a:cubicBezTo>
                    <a:pt x="28" y="5"/>
                    <a:pt x="30" y="7"/>
                    <a:pt x="30" y="10"/>
                  </a:cubicBezTo>
                  <a:cubicBezTo>
                    <a:pt x="30" y="12"/>
                    <a:pt x="29" y="13"/>
                    <a:pt x="28" y="15"/>
                  </a:cubicBezTo>
                  <a:cubicBezTo>
                    <a:pt x="27" y="16"/>
                    <a:pt x="26" y="17"/>
                    <a:pt x="24" y="18"/>
                  </a:cubicBezTo>
                  <a:cubicBezTo>
                    <a:pt x="25" y="19"/>
                    <a:pt x="27" y="19"/>
                    <a:pt x="27" y="20"/>
                  </a:cubicBezTo>
                  <a:cubicBezTo>
                    <a:pt x="29" y="20"/>
                    <a:pt x="30" y="21"/>
                    <a:pt x="30" y="23"/>
                  </a:cubicBezTo>
                  <a:cubicBezTo>
                    <a:pt x="31" y="24"/>
                    <a:pt x="31" y="26"/>
                    <a:pt x="31" y="27"/>
                  </a:cubicBezTo>
                  <a:cubicBezTo>
                    <a:pt x="31" y="30"/>
                    <a:pt x="31" y="32"/>
                    <a:pt x="30" y="34"/>
                  </a:cubicBezTo>
                  <a:cubicBezTo>
                    <a:pt x="29" y="36"/>
                    <a:pt x="27" y="38"/>
                    <a:pt x="25" y="39"/>
                  </a:cubicBezTo>
                  <a:cubicBezTo>
                    <a:pt x="22" y="40"/>
                    <a:pt x="19" y="40"/>
                    <a:pt x="16" y="40"/>
                  </a:cubicBezTo>
                  <a:cubicBezTo>
                    <a:pt x="12" y="40"/>
                    <a:pt x="10" y="40"/>
                    <a:pt x="8" y="39"/>
                  </a:cubicBezTo>
                  <a:cubicBezTo>
                    <a:pt x="6" y="38"/>
                    <a:pt x="4" y="37"/>
                    <a:pt x="3" y="35"/>
                  </a:cubicBezTo>
                  <a:cubicBezTo>
                    <a:pt x="1" y="34"/>
                    <a:pt x="0" y="32"/>
                    <a:pt x="0" y="29"/>
                  </a:cubicBezTo>
                  <a:cubicBezTo>
                    <a:pt x="10" y="28"/>
                    <a:pt x="10" y="28"/>
                    <a:pt x="10" y="28"/>
                  </a:cubicBezTo>
                  <a:cubicBezTo>
                    <a:pt x="11" y="30"/>
                    <a:pt x="11" y="32"/>
                    <a:pt x="12" y="32"/>
                  </a:cubicBezTo>
                  <a:cubicBezTo>
                    <a:pt x="13" y="33"/>
                    <a:pt x="14" y="34"/>
                    <a:pt x="16" y="34"/>
                  </a:cubicBezTo>
                  <a:cubicBezTo>
                    <a:pt x="17" y="34"/>
                    <a:pt x="18" y="33"/>
                    <a:pt x="19" y="32"/>
                  </a:cubicBezTo>
                  <a:cubicBezTo>
                    <a:pt x="20" y="31"/>
                    <a:pt x="21" y="30"/>
                    <a:pt x="21" y="28"/>
                  </a:cubicBezTo>
                  <a:cubicBezTo>
                    <a:pt x="21" y="26"/>
                    <a:pt x="20" y="25"/>
                    <a:pt x="19" y="24"/>
                  </a:cubicBezTo>
                  <a:cubicBezTo>
                    <a:pt x="18" y="23"/>
                    <a:pt x="17" y="22"/>
                    <a:pt x="15" y="22"/>
                  </a:cubicBezTo>
                  <a:cubicBezTo>
                    <a:pt x="15" y="22"/>
                    <a:pt x="14" y="23"/>
                    <a:pt x="12" y="23"/>
                  </a:cubicBezTo>
                  <a:cubicBezTo>
                    <a:pt x="13" y="15"/>
                    <a:pt x="13" y="15"/>
                    <a:pt x="13" y="15"/>
                  </a:cubicBezTo>
                  <a:cubicBezTo>
                    <a:pt x="13" y="15"/>
                    <a:pt x="14" y="15"/>
                    <a:pt x="14" y="15"/>
                  </a:cubicBezTo>
                  <a:cubicBezTo>
                    <a:pt x="15" y="15"/>
                    <a:pt x="17" y="15"/>
                    <a:pt x="17" y="14"/>
                  </a:cubicBezTo>
                  <a:cubicBezTo>
                    <a:pt x="18" y="13"/>
                    <a:pt x="19" y="12"/>
                    <a:pt x="19" y="11"/>
                  </a:cubicBezTo>
                  <a:cubicBezTo>
                    <a:pt x="19" y="10"/>
                    <a:pt x="18" y="9"/>
                    <a:pt x="18" y="8"/>
                  </a:cubicBezTo>
                  <a:cubicBezTo>
                    <a:pt x="17" y="7"/>
                    <a:pt x="16" y="7"/>
                    <a:pt x="15" y="7"/>
                  </a:cubicBezTo>
                  <a:cubicBezTo>
                    <a:pt x="14" y="7"/>
                    <a:pt x="13" y="7"/>
                    <a:pt x="12" y="8"/>
                  </a:cubicBezTo>
                  <a:cubicBezTo>
                    <a:pt x="11" y="9"/>
                    <a:pt x="11" y="10"/>
                    <a:pt x="1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8" name="Freeform 59">
              <a:extLst>
                <a:ext uri="{FF2B5EF4-FFF2-40B4-BE49-F238E27FC236}">
                  <a16:creationId xmlns:a16="http://schemas.microsoft.com/office/drawing/2014/main" id="{04F6FD11-E0D4-43B4-90C7-4A0E926EA480}"/>
                </a:ext>
              </a:extLst>
            </p:cNvPr>
            <p:cNvSpPr>
              <a:spLocks/>
            </p:cNvSpPr>
            <p:nvPr/>
          </p:nvSpPr>
          <p:spPr bwMode="auto">
            <a:xfrm>
              <a:off x="5277933" y="5415923"/>
              <a:ext cx="17463" cy="9525"/>
            </a:xfrm>
            <a:custGeom>
              <a:avLst/>
              <a:gdLst>
                <a:gd name="T0" fmla="*/ 0 w 11"/>
                <a:gd name="T1" fmla="*/ 6 h 6"/>
                <a:gd name="T2" fmla="*/ 5 w 11"/>
                <a:gd name="T3" fmla="*/ 5 h 6"/>
                <a:gd name="T4" fmla="*/ 11 w 11"/>
                <a:gd name="T5" fmla="*/ 2 h 6"/>
                <a:gd name="T6" fmla="*/ 8 w 11"/>
                <a:gd name="T7" fmla="*/ 1 h 6"/>
                <a:gd name="T8" fmla="*/ 4 w 11"/>
                <a:gd name="T9" fmla="*/ 0 h 6"/>
                <a:gd name="T10" fmla="*/ 0 w 11"/>
                <a:gd name="T11" fmla="*/ 6 h 6"/>
              </a:gdLst>
              <a:ahLst/>
              <a:cxnLst>
                <a:cxn ang="0">
                  <a:pos x="T0" y="T1"/>
                </a:cxn>
                <a:cxn ang="0">
                  <a:pos x="T2" y="T3"/>
                </a:cxn>
                <a:cxn ang="0">
                  <a:pos x="T4" y="T5"/>
                </a:cxn>
                <a:cxn ang="0">
                  <a:pos x="T6" y="T7"/>
                </a:cxn>
                <a:cxn ang="0">
                  <a:pos x="T8" y="T9"/>
                </a:cxn>
                <a:cxn ang="0">
                  <a:pos x="T10" y="T11"/>
                </a:cxn>
              </a:cxnLst>
              <a:rect l="0" t="0" r="r" b="b"/>
              <a:pathLst>
                <a:path w="11" h="6">
                  <a:moveTo>
                    <a:pt x="0" y="6"/>
                  </a:moveTo>
                  <a:lnTo>
                    <a:pt x="5" y="5"/>
                  </a:lnTo>
                  <a:lnTo>
                    <a:pt x="11" y="2"/>
                  </a:lnTo>
                  <a:lnTo>
                    <a:pt x="8" y="1"/>
                  </a:lnTo>
                  <a:lnTo>
                    <a:pt x="4" y="0"/>
                  </a:lnTo>
                  <a:lnTo>
                    <a:pt x="0" y="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9" name="Freeform 60">
              <a:extLst>
                <a:ext uri="{FF2B5EF4-FFF2-40B4-BE49-F238E27FC236}">
                  <a16:creationId xmlns:a16="http://schemas.microsoft.com/office/drawing/2014/main" id="{FE200AEE-D4A1-4E21-8F5C-297A49BDB2EA}"/>
                </a:ext>
              </a:extLst>
            </p:cNvPr>
            <p:cNvSpPr>
              <a:spLocks/>
            </p:cNvSpPr>
            <p:nvPr/>
          </p:nvSpPr>
          <p:spPr bwMode="auto">
            <a:xfrm>
              <a:off x="5377945" y="4187198"/>
              <a:ext cx="44450" cy="34925"/>
            </a:xfrm>
            <a:custGeom>
              <a:avLst/>
              <a:gdLst>
                <a:gd name="T0" fmla="*/ 22 w 24"/>
                <a:gd name="T1" fmla="*/ 11 h 19"/>
                <a:gd name="T2" fmla="*/ 24 w 24"/>
                <a:gd name="T3" fmla="*/ 8 h 19"/>
                <a:gd name="T4" fmla="*/ 24 w 24"/>
                <a:gd name="T5" fmla="*/ 4 h 19"/>
                <a:gd name="T6" fmla="*/ 21 w 24"/>
                <a:gd name="T7" fmla="*/ 0 h 19"/>
                <a:gd name="T8" fmla="*/ 16 w 24"/>
                <a:gd name="T9" fmla="*/ 0 h 19"/>
                <a:gd name="T10" fmla="*/ 8 w 24"/>
                <a:gd name="T11" fmla="*/ 4 h 19"/>
                <a:gd name="T12" fmla="*/ 0 w 24"/>
                <a:gd name="T13" fmla="*/ 7 h 19"/>
                <a:gd name="T14" fmla="*/ 5 w 24"/>
                <a:gd name="T15" fmla="*/ 19 h 19"/>
                <a:gd name="T16" fmla="*/ 13 w 24"/>
                <a:gd name="T17" fmla="*/ 16 h 19"/>
                <a:gd name="T18" fmla="*/ 22 w 24"/>
                <a:gd name="T19" fmla="*/ 11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19">
                  <a:moveTo>
                    <a:pt x="22" y="11"/>
                  </a:moveTo>
                  <a:cubicBezTo>
                    <a:pt x="23" y="10"/>
                    <a:pt x="24" y="9"/>
                    <a:pt x="24" y="8"/>
                  </a:cubicBezTo>
                  <a:cubicBezTo>
                    <a:pt x="24" y="6"/>
                    <a:pt x="24" y="5"/>
                    <a:pt x="24" y="4"/>
                  </a:cubicBezTo>
                  <a:cubicBezTo>
                    <a:pt x="23" y="2"/>
                    <a:pt x="22" y="1"/>
                    <a:pt x="21" y="0"/>
                  </a:cubicBezTo>
                  <a:cubicBezTo>
                    <a:pt x="19" y="0"/>
                    <a:pt x="18" y="0"/>
                    <a:pt x="16" y="0"/>
                  </a:cubicBezTo>
                  <a:cubicBezTo>
                    <a:pt x="15" y="1"/>
                    <a:pt x="12" y="2"/>
                    <a:pt x="8" y="4"/>
                  </a:cubicBezTo>
                  <a:cubicBezTo>
                    <a:pt x="0" y="7"/>
                    <a:pt x="0" y="7"/>
                    <a:pt x="0" y="7"/>
                  </a:cubicBezTo>
                  <a:cubicBezTo>
                    <a:pt x="5" y="19"/>
                    <a:pt x="5" y="19"/>
                    <a:pt x="5" y="19"/>
                  </a:cubicBezTo>
                  <a:cubicBezTo>
                    <a:pt x="13" y="16"/>
                    <a:pt x="13" y="16"/>
                    <a:pt x="13" y="16"/>
                  </a:cubicBezTo>
                  <a:cubicBezTo>
                    <a:pt x="18" y="13"/>
                    <a:pt x="21" y="12"/>
                    <a:pt x="22"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0" name="Freeform 61">
              <a:extLst>
                <a:ext uri="{FF2B5EF4-FFF2-40B4-BE49-F238E27FC236}">
                  <a16:creationId xmlns:a16="http://schemas.microsoft.com/office/drawing/2014/main" id="{86159E54-4EC5-4D56-BDA2-17DF7A37AF85}"/>
                </a:ext>
              </a:extLst>
            </p:cNvPr>
            <p:cNvSpPr>
              <a:spLocks/>
            </p:cNvSpPr>
            <p:nvPr/>
          </p:nvSpPr>
          <p:spPr bwMode="auto">
            <a:xfrm>
              <a:off x="6297108" y="4461836"/>
              <a:ext cx="36513" cy="46038"/>
            </a:xfrm>
            <a:custGeom>
              <a:avLst/>
              <a:gdLst>
                <a:gd name="T0" fmla="*/ 10 w 20"/>
                <a:gd name="T1" fmla="*/ 23 h 25"/>
                <a:gd name="T2" fmla="*/ 13 w 20"/>
                <a:gd name="T3" fmla="*/ 25 h 25"/>
                <a:gd name="T4" fmla="*/ 17 w 20"/>
                <a:gd name="T5" fmla="*/ 24 h 25"/>
                <a:gd name="T6" fmla="*/ 20 w 20"/>
                <a:gd name="T7" fmla="*/ 20 h 25"/>
                <a:gd name="T8" fmla="*/ 20 w 20"/>
                <a:gd name="T9" fmla="*/ 15 h 25"/>
                <a:gd name="T10" fmla="*/ 15 w 20"/>
                <a:gd name="T11" fmla="*/ 8 h 25"/>
                <a:gd name="T12" fmla="*/ 11 w 20"/>
                <a:gd name="T13" fmla="*/ 0 h 25"/>
                <a:gd name="T14" fmla="*/ 0 w 20"/>
                <a:gd name="T15" fmla="*/ 7 h 25"/>
                <a:gd name="T16" fmla="*/ 4 w 20"/>
                <a:gd name="T17" fmla="*/ 14 h 25"/>
                <a:gd name="T18" fmla="*/ 10 w 20"/>
                <a:gd name="T19" fmla="*/ 23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 h="25">
                  <a:moveTo>
                    <a:pt x="10" y="23"/>
                  </a:moveTo>
                  <a:cubicBezTo>
                    <a:pt x="11" y="24"/>
                    <a:pt x="12" y="24"/>
                    <a:pt x="13" y="25"/>
                  </a:cubicBezTo>
                  <a:cubicBezTo>
                    <a:pt x="15" y="25"/>
                    <a:pt x="16" y="24"/>
                    <a:pt x="17" y="24"/>
                  </a:cubicBezTo>
                  <a:cubicBezTo>
                    <a:pt x="19" y="23"/>
                    <a:pt x="20" y="21"/>
                    <a:pt x="20" y="20"/>
                  </a:cubicBezTo>
                  <a:cubicBezTo>
                    <a:pt x="20" y="19"/>
                    <a:pt x="20" y="17"/>
                    <a:pt x="20" y="15"/>
                  </a:cubicBezTo>
                  <a:cubicBezTo>
                    <a:pt x="19" y="14"/>
                    <a:pt x="18" y="12"/>
                    <a:pt x="15" y="8"/>
                  </a:cubicBezTo>
                  <a:cubicBezTo>
                    <a:pt x="11" y="0"/>
                    <a:pt x="11" y="0"/>
                    <a:pt x="11" y="0"/>
                  </a:cubicBezTo>
                  <a:cubicBezTo>
                    <a:pt x="0" y="7"/>
                    <a:pt x="0" y="7"/>
                    <a:pt x="0" y="7"/>
                  </a:cubicBezTo>
                  <a:cubicBezTo>
                    <a:pt x="4" y="14"/>
                    <a:pt x="4" y="14"/>
                    <a:pt x="4" y="14"/>
                  </a:cubicBezTo>
                  <a:cubicBezTo>
                    <a:pt x="7" y="19"/>
                    <a:pt x="9" y="22"/>
                    <a:pt x="10"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1" name="Freeform 62">
              <a:extLst>
                <a:ext uri="{FF2B5EF4-FFF2-40B4-BE49-F238E27FC236}">
                  <a16:creationId xmlns:a16="http://schemas.microsoft.com/office/drawing/2014/main" id="{0A8A6A06-FBF4-4AFC-BBBA-4E22E9C84C64}"/>
                </a:ext>
              </a:extLst>
            </p:cNvPr>
            <p:cNvSpPr>
              <a:spLocks/>
            </p:cNvSpPr>
            <p:nvPr/>
          </p:nvSpPr>
          <p:spPr bwMode="auto">
            <a:xfrm>
              <a:off x="4995358" y="4642811"/>
              <a:ext cx="39688" cy="28575"/>
            </a:xfrm>
            <a:custGeom>
              <a:avLst/>
              <a:gdLst>
                <a:gd name="T0" fmla="*/ 25 w 25"/>
                <a:gd name="T1" fmla="*/ 0 h 18"/>
                <a:gd name="T2" fmla="*/ 0 w 25"/>
                <a:gd name="T3" fmla="*/ 3 h 18"/>
                <a:gd name="T4" fmla="*/ 19 w 25"/>
                <a:gd name="T5" fmla="*/ 18 h 18"/>
                <a:gd name="T6" fmla="*/ 25 w 25"/>
                <a:gd name="T7" fmla="*/ 0 h 18"/>
              </a:gdLst>
              <a:ahLst/>
              <a:cxnLst>
                <a:cxn ang="0">
                  <a:pos x="T0" y="T1"/>
                </a:cxn>
                <a:cxn ang="0">
                  <a:pos x="T2" y="T3"/>
                </a:cxn>
                <a:cxn ang="0">
                  <a:pos x="T4" y="T5"/>
                </a:cxn>
                <a:cxn ang="0">
                  <a:pos x="T6" y="T7"/>
                </a:cxn>
              </a:cxnLst>
              <a:rect l="0" t="0" r="r" b="b"/>
              <a:pathLst>
                <a:path w="25" h="18">
                  <a:moveTo>
                    <a:pt x="25" y="0"/>
                  </a:moveTo>
                  <a:lnTo>
                    <a:pt x="0" y="3"/>
                  </a:lnTo>
                  <a:lnTo>
                    <a:pt x="19" y="18"/>
                  </a:lnTo>
                  <a:lnTo>
                    <a:pt x="2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2" name="Freeform 63">
              <a:extLst>
                <a:ext uri="{FF2B5EF4-FFF2-40B4-BE49-F238E27FC236}">
                  <a16:creationId xmlns:a16="http://schemas.microsoft.com/office/drawing/2014/main" id="{05BECB14-101A-40C8-91C0-90AB5D053C0D}"/>
                </a:ext>
              </a:extLst>
            </p:cNvPr>
            <p:cNvSpPr>
              <a:spLocks/>
            </p:cNvSpPr>
            <p:nvPr/>
          </p:nvSpPr>
          <p:spPr bwMode="auto">
            <a:xfrm>
              <a:off x="5774820" y="5565148"/>
              <a:ext cx="38100" cy="61913"/>
            </a:xfrm>
            <a:custGeom>
              <a:avLst/>
              <a:gdLst>
                <a:gd name="T0" fmla="*/ 7 w 21"/>
                <a:gd name="T1" fmla="*/ 10 h 33"/>
                <a:gd name="T2" fmla="*/ 4 w 21"/>
                <a:gd name="T3" fmla="*/ 12 h 33"/>
                <a:gd name="T4" fmla="*/ 2 w 21"/>
                <a:gd name="T5" fmla="*/ 15 h 33"/>
                <a:gd name="T6" fmla="*/ 1 w 21"/>
                <a:gd name="T7" fmla="*/ 19 h 33"/>
                <a:gd name="T8" fmla="*/ 0 w 21"/>
                <a:gd name="T9" fmla="*/ 23 h 33"/>
                <a:gd name="T10" fmla="*/ 2 w 21"/>
                <a:gd name="T11" fmla="*/ 26 h 33"/>
                <a:gd name="T12" fmla="*/ 9 w 21"/>
                <a:gd name="T13" fmla="*/ 32 h 33"/>
                <a:gd name="T14" fmla="*/ 12 w 21"/>
                <a:gd name="T15" fmla="*/ 33 h 33"/>
                <a:gd name="T16" fmla="*/ 15 w 21"/>
                <a:gd name="T17" fmla="*/ 33 h 33"/>
                <a:gd name="T18" fmla="*/ 19 w 21"/>
                <a:gd name="T19" fmla="*/ 29 h 33"/>
                <a:gd name="T20" fmla="*/ 20 w 21"/>
                <a:gd name="T21" fmla="*/ 26 h 33"/>
                <a:gd name="T22" fmla="*/ 21 w 21"/>
                <a:gd name="T23" fmla="*/ 24 h 33"/>
                <a:gd name="T24" fmla="*/ 20 w 21"/>
                <a:gd name="T25" fmla="*/ 20 h 33"/>
                <a:gd name="T26" fmla="*/ 14 w 21"/>
                <a:gd name="T27" fmla="*/ 16 h 33"/>
                <a:gd name="T28" fmla="*/ 14 w 21"/>
                <a:gd name="T29" fmla="*/ 11 h 33"/>
                <a:gd name="T30" fmla="*/ 17 w 21"/>
                <a:gd name="T31" fmla="*/ 11 h 33"/>
                <a:gd name="T32" fmla="*/ 18 w 21"/>
                <a:gd name="T33" fmla="*/ 8 h 33"/>
                <a:gd name="T34" fmla="*/ 18 w 21"/>
                <a:gd name="T35" fmla="*/ 5 h 33"/>
                <a:gd name="T36" fmla="*/ 18 w 21"/>
                <a:gd name="T37" fmla="*/ 2 h 33"/>
                <a:gd name="T38" fmla="*/ 15 w 21"/>
                <a:gd name="T39" fmla="*/ 2 h 33"/>
                <a:gd name="T40" fmla="*/ 10 w 21"/>
                <a:gd name="T41" fmla="*/ 8 h 33"/>
                <a:gd name="T42" fmla="*/ 9 w 21"/>
                <a:gd name="T43" fmla="*/ 9 h 33"/>
                <a:gd name="T44" fmla="*/ 7 w 21"/>
                <a:gd name="T45" fmla="*/ 1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1" h="33">
                  <a:moveTo>
                    <a:pt x="7" y="10"/>
                  </a:moveTo>
                  <a:cubicBezTo>
                    <a:pt x="5" y="10"/>
                    <a:pt x="4" y="12"/>
                    <a:pt x="4" y="12"/>
                  </a:cubicBezTo>
                  <a:cubicBezTo>
                    <a:pt x="1" y="14"/>
                    <a:pt x="2" y="15"/>
                    <a:pt x="2" y="15"/>
                  </a:cubicBezTo>
                  <a:cubicBezTo>
                    <a:pt x="2" y="16"/>
                    <a:pt x="1" y="19"/>
                    <a:pt x="1" y="19"/>
                  </a:cubicBezTo>
                  <a:cubicBezTo>
                    <a:pt x="0" y="20"/>
                    <a:pt x="0" y="23"/>
                    <a:pt x="0" y="23"/>
                  </a:cubicBezTo>
                  <a:cubicBezTo>
                    <a:pt x="0" y="24"/>
                    <a:pt x="2" y="26"/>
                    <a:pt x="2" y="26"/>
                  </a:cubicBezTo>
                  <a:cubicBezTo>
                    <a:pt x="3" y="29"/>
                    <a:pt x="9" y="32"/>
                    <a:pt x="9" y="32"/>
                  </a:cubicBezTo>
                  <a:cubicBezTo>
                    <a:pt x="10" y="33"/>
                    <a:pt x="11" y="33"/>
                    <a:pt x="12" y="33"/>
                  </a:cubicBezTo>
                  <a:cubicBezTo>
                    <a:pt x="13" y="33"/>
                    <a:pt x="14" y="33"/>
                    <a:pt x="15" y="33"/>
                  </a:cubicBezTo>
                  <a:cubicBezTo>
                    <a:pt x="19" y="33"/>
                    <a:pt x="19" y="29"/>
                    <a:pt x="19" y="29"/>
                  </a:cubicBezTo>
                  <a:cubicBezTo>
                    <a:pt x="18" y="28"/>
                    <a:pt x="20" y="26"/>
                    <a:pt x="20" y="26"/>
                  </a:cubicBezTo>
                  <a:cubicBezTo>
                    <a:pt x="21" y="25"/>
                    <a:pt x="21" y="24"/>
                    <a:pt x="21" y="24"/>
                  </a:cubicBezTo>
                  <a:cubicBezTo>
                    <a:pt x="20" y="23"/>
                    <a:pt x="20" y="20"/>
                    <a:pt x="20" y="20"/>
                  </a:cubicBezTo>
                  <a:cubicBezTo>
                    <a:pt x="18" y="19"/>
                    <a:pt x="14" y="16"/>
                    <a:pt x="14" y="16"/>
                  </a:cubicBezTo>
                  <a:cubicBezTo>
                    <a:pt x="11" y="12"/>
                    <a:pt x="14" y="11"/>
                    <a:pt x="14" y="11"/>
                  </a:cubicBezTo>
                  <a:cubicBezTo>
                    <a:pt x="16" y="12"/>
                    <a:pt x="17" y="11"/>
                    <a:pt x="17" y="11"/>
                  </a:cubicBezTo>
                  <a:cubicBezTo>
                    <a:pt x="19" y="11"/>
                    <a:pt x="18" y="8"/>
                    <a:pt x="18" y="8"/>
                  </a:cubicBezTo>
                  <a:cubicBezTo>
                    <a:pt x="18" y="6"/>
                    <a:pt x="18" y="5"/>
                    <a:pt x="18" y="5"/>
                  </a:cubicBezTo>
                  <a:cubicBezTo>
                    <a:pt x="19" y="2"/>
                    <a:pt x="18" y="2"/>
                    <a:pt x="18" y="2"/>
                  </a:cubicBezTo>
                  <a:cubicBezTo>
                    <a:pt x="16" y="0"/>
                    <a:pt x="15" y="2"/>
                    <a:pt x="15" y="2"/>
                  </a:cubicBezTo>
                  <a:cubicBezTo>
                    <a:pt x="14" y="4"/>
                    <a:pt x="10" y="8"/>
                    <a:pt x="10" y="8"/>
                  </a:cubicBezTo>
                  <a:cubicBezTo>
                    <a:pt x="9" y="8"/>
                    <a:pt x="9" y="9"/>
                    <a:pt x="9" y="9"/>
                  </a:cubicBezTo>
                  <a:cubicBezTo>
                    <a:pt x="8" y="10"/>
                    <a:pt x="7" y="10"/>
                    <a:pt x="7"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3" name="Freeform 64">
              <a:extLst>
                <a:ext uri="{FF2B5EF4-FFF2-40B4-BE49-F238E27FC236}">
                  <a16:creationId xmlns:a16="http://schemas.microsoft.com/office/drawing/2014/main" id="{C8E54980-2AFF-481A-9172-813B1144D964}"/>
                </a:ext>
              </a:extLst>
            </p:cNvPr>
            <p:cNvSpPr>
              <a:spLocks/>
            </p:cNvSpPr>
            <p:nvPr/>
          </p:nvSpPr>
          <p:spPr bwMode="auto">
            <a:xfrm>
              <a:off x="5417633" y="5504823"/>
              <a:ext cx="7938" cy="20638"/>
            </a:xfrm>
            <a:custGeom>
              <a:avLst/>
              <a:gdLst>
                <a:gd name="T0" fmla="*/ 0 w 4"/>
                <a:gd name="T1" fmla="*/ 0 h 11"/>
                <a:gd name="T2" fmla="*/ 2 w 4"/>
                <a:gd name="T3" fmla="*/ 5 h 11"/>
                <a:gd name="T4" fmla="*/ 2 w 4"/>
                <a:gd name="T5" fmla="*/ 7 h 11"/>
                <a:gd name="T6" fmla="*/ 3 w 4"/>
                <a:gd name="T7" fmla="*/ 10 h 11"/>
                <a:gd name="T8" fmla="*/ 4 w 4"/>
                <a:gd name="T9" fmla="*/ 9 h 11"/>
                <a:gd name="T10" fmla="*/ 3 w 4"/>
                <a:gd name="T11" fmla="*/ 3 h 11"/>
                <a:gd name="T12" fmla="*/ 3 w 4"/>
                <a:gd name="T13" fmla="*/ 0 h 11"/>
                <a:gd name="T14" fmla="*/ 0 w 4"/>
                <a:gd name="T15" fmla="*/ 0 h 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 h="11">
                  <a:moveTo>
                    <a:pt x="0" y="0"/>
                  </a:moveTo>
                  <a:cubicBezTo>
                    <a:pt x="1" y="3"/>
                    <a:pt x="2" y="4"/>
                    <a:pt x="2" y="5"/>
                  </a:cubicBezTo>
                  <a:cubicBezTo>
                    <a:pt x="2" y="6"/>
                    <a:pt x="2" y="7"/>
                    <a:pt x="2" y="7"/>
                  </a:cubicBezTo>
                  <a:cubicBezTo>
                    <a:pt x="4" y="9"/>
                    <a:pt x="3" y="8"/>
                    <a:pt x="3" y="10"/>
                  </a:cubicBezTo>
                  <a:cubicBezTo>
                    <a:pt x="4" y="11"/>
                    <a:pt x="4" y="10"/>
                    <a:pt x="4" y="9"/>
                  </a:cubicBezTo>
                  <a:cubicBezTo>
                    <a:pt x="4" y="8"/>
                    <a:pt x="4" y="5"/>
                    <a:pt x="3" y="3"/>
                  </a:cubicBezTo>
                  <a:cubicBezTo>
                    <a:pt x="3" y="2"/>
                    <a:pt x="3" y="1"/>
                    <a:pt x="3" y="0"/>
                  </a:cubicBezTo>
                  <a:cubicBezTo>
                    <a:pt x="2" y="0"/>
                    <a:pt x="1"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4" name="Freeform 65">
              <a:extLst>
                <a:ext uri="{FF2B5EF4-FFF2-40B4-BE49-F238E27FC236}">
                  <a16:creationId xmlns:a16="http://schemas.microsoft.com/office/drawing/2014/main" id="{70EA85F6-4343-4B69-A812-A3891ADC66F0}"/>
                </a:ext>
              </a:extLst>
            </p:cNvPr>
            <p:cNvSpPr>
              <a:spLocks/>
            </p:cNvSpPr>
            <p:nvPr/>
          </p:nvSpPr>
          <p:spPr bwMode="auto">
            <a:xfrm>
              <a:off x="5384295" y="5517523"/>
              <a:ext cx="33338" cy="12700"/>
            </a:xfrm>
            <a:custGeom>
              <a:avLst/>
              <a:gdLst>
                <a:gd name="T0" fmla="*/ 0 w 18"/>
                <a:gd name="T1" fmla="*/ 7 h 7"/>
                <a:gd name="T2" fmla="*/ 5 w 18"/>
                <a:gd name="T3" fmla="*/ 6 h 7"/>
                <a:gd name="T4" fmla="*/ 17 w 18"/>
                <a:gd name="T5" fmla="*/ 3 h 7"/>
                <a:gd name="T6" fmla="*/ 18 w 18"/>
                <a:gd name="T7" fmla="*/ 2 h 7"/>
                <a:gd name="T8" fmla="*/ 18 w 18"/>
                <a:gd name="T9" fmla="*/ 2 h 7"/>
                <a:gd name="T10" fmla="*/ 17 w 18"/>
                <a:gd name="T11" fmla="*/ 0 h 7"/>
                <a:gd name="T12" fmla="*/ 0 w 18"/>
                <a:gd name="T13" fmla="*/ 7 h 7"/>
              </a:gdLst>
              <a:ahLst/>
              <a:cxnLst>
                <a:cxn ang="0">
                  <a:pos x="T0" y="T1"/>
                </a:cxn>
                <a:cxn ang="0">
                  <a:pos x="T2" y="T3"/>
                </a:cxn>
                <a:cxn ang="0">
                  <a:pos x="T4" y="T5"/>
                </a:cxn>
                <a:cxn ang="0">
                  <a:pos x="T6" y="T7"/>
                </a:cxn>
                <a:cxn ang="0">
                  <a:pos x="T8" y="T9"/>
                </a:cxn>
                <a:cxn ang="0">
                  <a:pos x="T10" y="T11"/>
                </a:cxn>
                <a:cxn ang="0">
                  <a:pos x="T12" y="T13"/>
                </a:cxn>
              </a:cxnLst>
              <a:rect l="0" t="0" r="r" b="b"/>
              <a:pathLst>
                <a:path w="18" h="7">
                  <a:moveTo>
                    <a:pt x="0" y="7"/>
                  </a:moveTo>
                  <a:cubicBezTo>
                    <a:pt x="1" y="7"/>
                    <a:pt x="3" y="6"/>
                    <a:pt x="5" y="6"/>
                  </a:cubicBezTo>
                  <a:cubicBezTo>
                    <a:pt x="9" y="6"/>
                    <a:pt x="15" y="5"/>
                    <a:pt x="17" y="3"/>
                  </a:cubicBezTo>
                  <a:cubicBezTo>
                    <a:pt x="18" y="3"/>
                    <a:pt x="18" y="3"/>
                    <a:pt x="18" y="2"/>
                  </a:cubicBezTo>
                  <a:cubicBezTo>
                    <a:pt x="18" y="2"/>
                    <a:pt x="18" y="2"/>
                    <a:pt x="18" y="2"/>
                  </a:cubicBezTo>
                  <a:cubicBezTo>
                    <a:pt x="18" y="1"/>
                    <a:pt x="17" y="1"/>
                    <a:pt x="17" y="0"/>
                  </a:cubicBezTo>
                  <a:cubicBezTo>
                    <a:pt x="12" y="4"/>
                    <a:pt x="3" y="5"/>
                    <a:pt x="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5" name="Freeform 66">
              <a:extLst>
                <a:ext uri="{FF2B5EF4-FFF2-40B4-BE49-F238E27FC236}">
                  <a16:creationId xmlns:a16="http://schemas.microsoft.com/office/drawing/2014/main" id="{DD769AD1-4A03-4B7F-9DE7-52A5BE103254}"/>
                </a:ext>
              </a:extLst>
            </p:cNvPr>
            <p:cNvSpPr>
              <a:spLocks/>
            </p:cNvSpPr>
            <p:nvPr/>
          </p:nvSpPr>
          <p:spPr bwMode="auto">
            <a:xfrm>
              <a:off x="5849433" y="4149098"/>
              <a:ext cx="63500" cy="68263"/>
            </a:xfrm>
            <a:custGeom>
              <a:avLst/>
              <a:gdLst>
                <a:gd name="T0" fmla="*/ 12 w 34"/>
                <a:gd name="T1" fmla="*/ 36 h 37"/>
                <a:gd name="T2" fmla="*/ 24 w 34"/>
                <a:gd name="T3" fmla="*/ 35 h 37"/>
                <a:gd name="T4" fmla="*/ 32 w 34"/>
                <a:gd name="T5" fmla="*/ 23 h 37"/>
                <a:gd name="T6" fmla="*/ 32 w 34"/>
                <a:gd name="T7" fmla="*/ 9 h 37"/>
                <a:gd name="T8" fmla="*/ 22 w 34"/>
                <a:gd name="T9" fmla="*/ 2 h 37"/>
                <a:gd name="T10" fmla="*/ 10 w 34"/>
                <a:gd name="T11" fmla="*/ 3 h 37"/>
                <a:gd name="T12" fmla="*/ 2 w 34"/>
                <a:gd name="T13" fmla="*/ 15 h 37"/>
                <a:gd name="T14" fmla="*/ 3 w 34"/>
                <a:gd name="T15" fmla="*/ 29 h 37"/>
                <a:gd name="T16" fmla="*/ 12 w 34"/>
                <a:gd name="T17" fmla="*/ 36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4" h="37">
                  <a:moveTo>
                    <a:pt x="12" y="36"/>
                  </a:moveTo>
                  <a:cubicBezTo>
                    <a:pt x="17" y="37"/>
                    <a:pt x="21" y="37"/>
                    <a:pt x="24" y="35"/>
                  </a:cubicBezTo>
                  <a:cubicBezTo>
                    <a:pt x="28" y="33"/>
                    <a:pt x="31" y="29"/>
                    <a:pt x="32" y="23"/>
                  </a:cubicBezTo>
                  <a:cubicBezTo>
                    <a:pt x="34" y="17"/>
                    <a:pt x="34" y="12"/>
                    <a:pt x="32" y="9"/>
                  </a:cubicBezTo>
                  <a:cubicBezTo>
                    <a:pt x="30" y="5"/>
                    <a:pt x="26" y="3"/>
                    <a:pt x="22" y="2"/>
                  </a:cubicBezTo>
                  <a:cubicBezTo>
                    <a:pt x="17" y="0"/>
                    <a:pt x="13" y="1"/>
                    <a:pt x="10" y="3"/>
                  </a:cubicBezTo>
                  <a:cubicBezTo>
                    <a:pt x="6" y="5"/>
                    <a:pt x="3" y="9"/>
                    <a:pt x="2" y="15"/>
                  </a:cubicBezTo>
                  <a:cubicBezTo>
                    <a:pt x="0" y="20"/>
                    <a:pt x="1" y="25"/>
                    <a:pt x="3" y="29"/>
                  </a:cubicBezTo>
                  <a:cubicBezTo>
                    <a:pt x="5" y="33"/>
                    <a:pt x="8" y="35"/>
                    <a:pt x="12" y="3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6" name="Freeform 67">
              <a:extLst>
                <a:ext uri="{FF2B5EF4-FFF2-40B4-BE49-F238E27FC236}">
                  <a16:creationId xmlns:a16="http://schemas.microsoft.com/office/drawing/2014/main" id="{73BA7010-9DCC-4238-AEE8-C7FC41AEDFD1}"/>
                </a:ext>
              </a:extLst>
            </p:cNvPr>
            <p:cNvSpPr>
              <a:spLocks noEditPoints="1"/>
            </p:cNvSpPr>
            <p:nvPr/>
          </p:nvSpPr>
          <p:spPr bwMode="auto">
            <a:xfrm>
              <a:off x="4862008" y="4030036"/>
              <a:ext cx="1677988" cy="1673225"/>
            </a:xfrm>
            <a:custGeom>
              <a:avLst/>
              <a:gdLst>
                <a:gd name="T0" fmla="*/ 812 w 905"/>
                <a:gd name="T1" fmla="*/ 404 h 905"/>
                <a:gd name="T2" fmla="*/ 774 w 905"/>
                <a:gd name="T3" fmla="*/ 279 h 905"/>
                <a:gd name="T4" fmla="*/ 779 w 905"/>
                <a:gd name="T5" fmla="*/ 210 h 905"/>
                <a:gd name="T6" fmla="*/ 721 w 905"/>
                <a:gd name="T7" fmla="*/ 187 h 905"/>
                <a:gd name="T8" fmla="*/ 685 w 905"/>
                <a:gd name="T9" fmla="*/ 149 h 905"/>
                <a:gd name="T10" fmla="*/ 617 w 905"/>
                <a:gd name="T11" fmla="*/ 113 h 905"/>
                <a:gd name="T12" fmla="*/ 564 w 905"/>
                <a:gd name="T13" fmla="*/ 108 h 905"/>
                <a:gd name="T14" fmla="*/ 460 w 905"/>
                <a:gd name="T15" fmla="*/ 45 h 905"/>
                <a:gd name="T16" fmla="*/ 375 w 905"/>
                <a:gd name="T17" fmla="*/ 52 h 905"/>
                <a:gd name="T18" fmla="*/ 348 w 905"/>
                <a:gd name="T19" fmla="*/ 78 h 905"/>
                <a:gd name="T20" fmla="*/ 362 w 905"/>
                <a:gd name="T21" fmla="*/ 92 h 905"/>
                <a:gd name="T22" fmla="*/ 312 w 905"/>
                <a:gd name="T23" fmla="*/ 104 h 905"/>
                <a:gd name="T24" fmla="*/ 250 w 905"/>
                <a:gd name="T25" fmla="*/ 96 h 905"/>
                <a:gd name="T26" fmla="*/ 175 w 905"/>
                <a:gd name="T27" fmla="*/ 151 h 905"/>
                <a:gd name="T28" fmla="*/ 121 w 905"/>
                <a:gd name="T29" fmla="*/ 211 h 905"/>
                <a:gd name="T30" fmla="*/ 120 w 905"/>
                <a:gd name="T31" fmla="*/ 281 h 905"/>
                <a:gd name="T32" fmla="*/ 132 w 905"/>
                <a:gd name="T33" fmla="*/ 289 h 905"/>
                <a:gd name="T34" fmla="*/ 95 w 905"/>
                <a:gd name="T35" fmla="*/ 410 h 905"/>
                <a:gd name="T36" fmla="*/ 41 w 905"/>
                <a:gd name="T37" fmla="*/ 453 h 905"/>
                <a:gd name="T38" fmla="*/ 51 w 905"/>
                <a:gd name="T39" fmla="*/ 518 h 905"/>
                <a:gd name="T40" fmla="*/ 101 w 905"/>
                <a:gd name="T41" fmla="*/ 526 h 905"/>
                <a:gd name="T42" fmla="*/ 238 w 905"/>
                <a:gd name="T43" fmla="*/ 764 h 905"/>
                <a:gd name="T44" fmla="*/ 218 w 905"/>
                <a:gd name="T45" fmla="*/ 741 h 905"/>
                <a:gd name="T46" fmla="*/ 196 w 905"/>
                <a:gd name="T47" fmla="*/ 742 h 905"/>
                <a:gd name="T48" fmla="*/ 289 w 905"/>
                <a:gd name="T49" fmla="*/ 829 h 905"/>
                <a:gd name="T50" fmla="*/ 284 w 905"/>
                <a:gd name="T51" fmla="*/ 801 h 905"/>
                <a:gd name="T52" fmla="*/ 309 w 905"/>
                <a:gd name="T53" fmla="*/ 811 h 905"/>
                <a:gd name="T54" fmla="*/ 317 w 905"/>
                <a:gd name="T55" fmla="*/ 787 h 905"/>
                <a:gd name="T56" fmla="*/ 310 w 905"/>
                <a:gd name="T57" fmla="*/ 842 h 905"/>
                <a:gd name="T58" fmla="*/ 352 w 905"/>
                <a:gd name="T59" fmla="*/ 858 h 905"/>
                <a:gd name="T60" fmla="*/ 420 w 905"/>
                <a:gd name="T61" fmla="*/ 807 h 905"/>
                <a:gd name="T62" fmla="*/ 413 w 905"/>
                <a:gd name="T63" fmla="*/ 875 h 905"/>
                <a:gd name="T64" fmla="*/ 399 w 905"/>
                <a:gd name="T65" fmla="*/ 866 h 905"/>
                <a:gd name="T66" fmla="*/ 430 w 905"/>
                <a:gd name="T67" fmla="*/ 858 h 905"/>
                <a:gd name="T68" fmla="*/ 479 w 905"/>
                <a:gd name="T69" fmla="*/ 856 h 905"/>
                <a:gd name="T70" fmla="*/ 477 w 905"/>
                <a:gd name="T71" fmla="*/ 831 h 905"/>
                <a:gd name="T72" fmla="*/ 529 w 905"/>
                <a:gd name="T73" fmla="*/ 866 h 905"/>
                <a:gd name="T74" fmla="*/ 486 w 905"/>
                <a:gd name="T75" fmla="*/ 850 h 905"/>
                <a:gd name="T76" fmla="*/ 516 w 905"/>
                <a:gd name="T77" fmla="*/ 820 h 905"/>
                <a:gd name="T78" fmla="*/ 599 w 905"/>
                <a:gd name="T79" fmla="*/ 840 h 905"/>
                <a:gd name="T80" fmla="*/ 588 w 905"/>
                <a:gd name="T81" fmla="*/ 834 h 905"/>
                <a:gd name="T82" fmla="*/ 584 w 905"/>
                <a:gd name="T83" fmla="*/ 805 h 905"/>
                <a:gd name="T84" fmla="*/ 599 w 905"/>
                <a:gd name="T85" fmla="*/ 796 h 905"/>
                <a:gd name="T86" fmla="*/ 616 w 905"/>
                <a:gd name="T87" fmla="*/ 825 h 905"/>
                <a:gd name="T88" fmla="*/ 655 w 905"/>
                <a:gd name="T89" fmla="*/ 793 h 905"/>
                <a:gd name="T90" fmla="*/ 654 w 905"/>
                <a:gd name="T91" fmla="*/ 760 h 905"/>
                <a:gd name="T92" fmla="*/ 663 w 905"/>
                <a:gd name="T93" fmla="*/ 752 h 905"/>
                <a:gd name="T94" fmla="*/ 668 w 905"/>
                <a:gd name="T95" fmla="*/ 737 h 905"/>
                <a:gd name="T96" fmla="*/ 676 w 905"/>
                <a:gd name="T97" fmla="*/ 737 h 905"/>
                <a:gd name="T98" fmla="*/ 677 w 905"/>
                <a:gd name="T99" fmla="*/ 721 h 905"/>
                <a:gd name="T100" fmla="*/ 691 w 905"/>
                <a:gd name="T101" fmla="*/ 738 h 905"/>
                <a:gd name="T102" fmla="*/ 665 w 905"/>
                <a:gd name="T103" fmla="*/ 771 h 905"/>
                <a:gd name="T104" fmla="*/ 688 w 905"/>
                <a:gd name="T105" fmla="*/ 807 h 905"/>
                <a:gd name="T106" fmla="*/ 679 w 905"/>
                <a:gd name="T107" fmla="*/ 769 h 905"/>
                <a:gd name="T108" fmla="*/ 705 w 905"/>
                <a:gd name="T109" fmla="*/ 766 h 905"/>
                <a:gd name="T110" fmla="*/ 778 w 905"/>
                <a:gd name="T111" fmla="*/ 296 h 905"/>
                <a:gd name="T112" fmla="*/ 810 w 905"/>
                <a:gd name="T113" fmla="*/ 386 h 905"/>
                <a:gd name="T114" fmla="*/ 843 w 905"/>
                <a:gd name="T115" fmla="*/ 516 h 905"/>
                <a:gd name="T116" fmla="*/ 807 w 905"/>
                <a:gd name="T117" fmla="*/ 478 h 9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905" h="905">
                  <a:moveTo>
                    <a:pt x="453" y="0"/>
                  </a:moveTo>
                  <a:cubicBezTo>
                    <a:pt x="203" y="0"/>
                    <a:pt x="0" y="203"/>
                    <a:pt x="0" y="453"/>
                  </a:cubicBezTo>
                  <a:cubicBezTo>
                    <a:pt x="0" y="702"/>
                    <a:pt x="203" y="905"/>
                    <a:pt x="453" y="905"/>
                  </a:cubicBezTo>
                  <a:cubicBezTo>
                    <a:pt x="703" y="905"/>
                    <a:pt x="905" y="702"/>
                    <a:pt x="905" y="453"/>
                  </a:cubicBezTo>
                  <a:cubicBezTo>
                    <a:pt x="905" y="203"/>
                    <a:pt x="703" y="0"/>
                    <a:pt x="453" y="0"/>
                  </a:cubicBezTo>
                  <a:close/>
                  <a:moveTo>
                    <a:pt x="858" y="430"/>
                  </a:moveTo>
                  <a:cubicBezTo>
                    <a:pt x="849" y="431"/>
                    <a:pt x="849" y="431"/>
                    <a:pt x="849" y="431"/>
                  </a:cubicBezTo>
                  <a:cubicBezTo>
                    <a:pt x="846" y="400"/>
                    <a:pt x="846" y="400"/>
                    <a:pt x="846" y="400"/>
                  </a:cubicBezTo>
                  <a:cubicBezTo>
                    <a:pt x="835" y="401"/>
                    <a:pt x="835" y="401"/>
                    <a:pt x="835" y="401"/>
                  </a:cubicBezTo>
                  <a:cubicBezTo>
                    <a:pt x="838" y="430"/>
                    <a:pt x="838" y="430"/>
                    <a:pt x="838" y="430"/>
                  </a:cubicBezTo>
                  <a:cubicBezTo>
                    <a:pt x="829" y="431"/>
                    <a:pt x="829" y="431"/>
                    <a:pt x="829" y="431"/>
                  </a:cubicBezTo>
                  <a:cubicBezTo>
                    <a:pt x="826" y="402"/>
                    <a:pt x="826" y="402"/>
                    <a:pt x="826" y="402"/>
                  </a:cubicBezTo>
                  <a:cubicBezTo>
                    <a:pt x="812" y="404"/>
                    <a:pt x="812" y="404"/>
                    <a:pt x="812" y="404"/>
                  </a:cubicBezTo>
                  <a:cubicBezTo>
                    <a:pt x="816" y="435"/>
                    <a:pt x="816" y="435"/>
                    <a:pt x="816" y="435"/>
                  </a:cubicBezTo>
                  <a:cubicBezTo>
                    <a:pt x="807" y="436"/>
                    <a:pt x="807" y="436"/>
                    <a:pt x="807" y="436"/>
                  </a:cubicBezTo>
                  <a:cubicBezTo>
                    <a:pt x="802" y="393"/>
                    <a:pt x="802" y="393"/>
                    <a:pt x="802" y="393"/>
                  </a:cubicBezTo>
                  <a:cubicBezTo>
                    <a:pt x="854" y="388"/>
                    <a:pt x="854" y="388"/>
                    <a:pt x="854" y="388"/>
                  </a:cubicBezTo>
                  <a:lnTo>
                    <a:pt x="858" y="430"/>
                  </a:lnTo>
                  <a:close/>
                  <a:moveTo>
                    <a:pt x="799" y="241"/>
                  </a:moveTo>
                  <a:cubicBezTo>
                    <a:pt x="802" y="246"/>
                    <a:pt x="804" y="250"/>
                    <a:pt x="804" y="253"/>
                  </a:cubicBezTo>
                  <a:cubicBezTo>
                    <a:pt x="805" y="256"/>
                    <a:pt x="805" y="258"/>
                    <a:pt x="804" y="261"/>
                  </a:cubicBezTo>
                  <a:cubicBezTo>
                    <a:pt x="803" y="264"/>
                    <a:pt x="801" y="266"/>
                    <a:pt x="798" y="267"/>
                  </a:cubicBezTo>
                  <a:cubicBezTo>
                    <a:pt x="795" y="269"/>
                    <a:pt x="791" y="270"/>
                    <a:pt x="788" y="269"/>
                  </a:cubicBezTo>
                  <a:cubicBezTo>
                    <a:pt x="784" y="268"/>
                    <a:pt x="781" y="266"/>
                    <a:pt x="778" y="262"/>
                  </a:cubicBezTo>
                  <a:cubicBezTo>
                    <a:pt x="778" y="265"/>
                    <a:pt x="778" y="267"/>
                    <a:pt x="778" y="269"/>
                  </a:cubicBezTo>
                  <a:cubicBezTo>
                    <a:pt x="777" y="272"/>
                    <a:pt x="776" y="275"/>
                    <a:pt x="774" y="279"/>
                  </a:cubicBezTo>
                  <a:cubicBezTo>
                    <a:pt x="769" y="291"/>
                    <a:pt x="769" y="291"/>
                    <a:pt x="769" y="291"/>
                  </a:cubicBezTo>
                  <a:cubicBezTo>
                    <a:pt x="762" y="279"/>
                    <a:pt x="762" y="279"/>
                    <a:pt x="762" y="279"/>
                  </a:cubicBezTo>
                  <a:cubicBezTo>
                    <a:pt x="767" y="266"/>
                    <a:pt x="767" y="266"/>
                    <a:pt x="767" y="266"/>
                  </a:cubicBezTo>
                  <a:cubicBezTo>
                    <a:pt x="769" y="261"/>
                    <a:pt x="770" y="258"/>
                    <a:pt x="770" y="257"/>
                  </a:cubicBezTo>
                  <a:cubicBezTo>
                    <a:pt x="771" y="255"/>
                    <a:pt x="771" y="254"/>
                    <a:pt x="770" y="253"/>
                  </a:cubicBezTo>
                  <a:cubicBezTo>
                    <a:pt x="770" y="252"/>
                    <a:pt x="769" y="250"/>
                    <a:pt x="768" y="248"/>
                  </a:cubicBezTo>
                  <a:cubicBezTo>
                    <a:pt x="766" y="246"/>
                    <a:pt x="766" y="246"/>
                    <a:pt x="766" y="246"/>
                  </a:cubicBezTo>
                  <a:cubicBezTo>
                    <a:pt x="748" y="257"/>
                    <a:pt x="748" y="257"/>
                    <a:pt x="748" y="257"/>
                  </a:cubicBezTo>
                  <a:cubicBezTo>
                    <a:pt x="742" y="247"/>
                    <a:pt x="742" y="247"/>
                    <a:pt x="742" y="247"/>
                  </a:cubicBezTo>
                  <a:cubicBezTo>
                    <a:pt x="786" y="220"/>
                    <a:pt x="786" y="220"/>
                    <a:pt x="786" y="220"/>
                  </a:cubicBezTo>
                  <a:lnTo>
                    <a:pt x="799" y="241"/>
                  </a:lnTo>
                  <a:close/>
                  <a:moveTo>
                    <a:pt x="750" y="176"/>
                  </a:moveTo>
                  <a:cubicBezTo>
                    <a:pt x="779" y="210"/>
                    <a:pt x="779" y="210"/>
                    <a:pt x="779" y="210"/>
                  </a:cubicBezTo>
                  <a:cubicBezTo>
                    <a:pt x="772" y="216"/>
                    <a:pt x="772" y="216"/>
                    <a:pt x="772" y="216"/>
                  </a:cubicBezTo>
                  <a:cubicBezTo>
                    <a:pt x="761" y="203"/>
                    <a:pt x="761" y="203"/>
                    <a:pt x="761" y="203"/>
                  </a:cubicBezTo>
                  <a:cubicBezTo>
                    <a:pt x="728" y="230"/>
                    <a:pt x="728" y="230"/>
                    <a:pt x="728" y="230"/>
                  </a:cubicBezTo>
                  <a:cubicBezTo>
                    <a:pt x="721" y="221"/>
                    <a:pt x="721" y="221"/>
                    <a:pt x="721" y="221"/>
                  </a:cubicBezTo>
                  <a:cubicBezTo>
                    <a:pt x="754" y="194"/>
                    <a:pt x="754" y="194"/>
                    <a:pt x="754" y="194"/>
                  </a:cubicBezTo>
                  <a:cubicBezTo>
                    <a:pt x="744" y="181"/>
                    <a:pt x="744" y="181"/>
                    <a:pt x="744" y="181"/>
                  </a:cubicBezTo>
                  <a:lnTo>
                    <a:pt x="750" y="176"/>
                  </a:lnTo>
                  <a:close/>
                  <a:moveTo>
                    <a:pt x="742" y="167"/>
                  </a:moveTo>
                  <a:cubicBezTo>
                    <a:pt x="736" y="174"/>
                    <a:pt x="736" y="174"/>
                    <a:pt x="736" y="174"/>
                  </a:cubicBezTo>
                  <a:cubicBezTo>
                    <a:pt x="714" y="153"/>
                    <a:pt x="714" y="153"/>
                    <a:pt x="714" y="153"/>
                  </a:cubicBezTo>
                  <a:cubicBezTo>
                    <a:pt x="706" y="162"/>
                    <a:pt x="706" y="162"/>
                    <a:pt x="706" y="162"/>
                  </a:cubicBezTo>
                  <a:cubicBezTo>
                    <a:pt x="727" y="181"/>
                    <a:pt x="727" y="181"/>
                    <a:pt x="727" y="181"/>
                  </a:cubicBezTo>
                  <a:cubicBezTo>
                    <a:pt x="721" y="187"/>
                    <a:pt x="721" y="187"/>
                    <a:pt x="721" y="187"/>
                  </a:cubicBezTo>
                  <a:cubicBezTo>
                    <a:pt x="700" y="168"/>
                    <a:pt x="700" y="168"/>
                    <a:pt x="700" y="168"/>
                  </a:cubicBezTo>
                  <a:cubicBezTo>
                    <a:pt x="691" y="178"/>
                    <a:pt x="691" y="178"/>
                    <a:pt x="691" y="178"/>
                  </a:cubicBezTo>
                  <a:cubicBezTo>
                    <a:pt x="714" y="200"/>
                    <a:pt x="714" y="200"/>
                    <a:pt x="714" y="200"/>
                  </a:cubicBezTo>
                  <a:cubicBezTo>
                    <a:pt x="708" y="206"/>
                    <a:pt x="708" y="206"/>
                    <a:pt x="708" y="206"/>
                  </a:cubicBezTo>
                  <a:cubicBezTo>
                    <a:pt x="677" y="177"/>
                    <a:pt x="677" y="177"/>
                    <a:pt x="677" y="177"/>
                  </a:cubicBezTo>
                  <a:cubicBezTo>
                    <a:pt x="711" y="139"/>
                    <a:pt x="711" y="139"/>
                    <a:pt x="711" y="139"/>
                  </a:cubicBezTo>
                  <a:lnTo>
                    <a:pt x="742" y="167"/>
                  </a:lnTo>
                  <a:close/>
                  <a:moveTo>
                    <a:pt x="665" y="105"/>
                  </a:moveTo>
                  <a:cubicBezTo>
                    <a:pt x="680" y="116"/>
                    <a:pt x="680" y="116"/>
                    <a:pt x="680" y="116"/>
                  </a:cubicBezTo>
                  <a:cubicBezTo>
                    <a:pt x="686" y="120"/>
                    <a:pt x="689" y="122"/>
                    <a:pt x="691" y="124"/>
                  </a:cubicBezTo>
                  <a:cubicBezTo>
                    <a:pt x="693" y="127"/>
                    <a:pt x="694" y="130"/>
                    <a:pt x="695" y="133"/>
                  </a:cubicBezTo>
                  <a:cubicBezTo>
                    <a:pt x="695" y="136"/>
                    <a:pt x="694" y="140"/>
                    <a:pt x="692" y="143"/>
                  </a:cubicBezTo>
                  <a:cubicBezTo>
                    <a:pt x="690" y="146"/>
                    <a:pt x="688" y="148"/>
                    <a:pt x="685" y="149"/>
                  </a:cubicBezTo>
                  <a:cubicBezTo>
                    <a:pt x="683" y="150"/>
                    <a:pt x="681" y="150"/>
                    <a:pt x="679" y="150"/>
                  </a:cubicBezTo>
                  <a:cubicBezTo>
                    <a:pt x="676" y="150"/>
                    <a:pt x="674" y="149"/>
                    <a:pt x="672" y="149"/>
                  </a:cubicBezTo>
                  <a:cubicBezTo>
                    <a:pt x="670" y="148"/>
                    <a:pt x="666" y="145"/>
                    <a:pt x="662" y="143"/>
                  </a:cubicBezTo>
                  <a:cubicBezTo>
                    <a:pt x="656" y="138"/>
                    <a:pt x="656" y="138"/>
                    <a:pt x="656" y="138"/>
                  </a:cubicBezTo>
                  <a:cubicBezTo>
                    <a:pt x="645" y="154"/>
                    <a:pt x="645" y="154"/>
                    <a:pt x="645" y="154"/>
                  </a:cubicBezTo>
                  <a:cubicBezTo>
                    <a:pt x="635" y="148"/>
                    <a:pt x="635" y="148"/>
                    <a:pt x="635" y="148"/>
                  </a:cubicBezTo>
                  <a:lnTo>
                    <a:pt x="665" y="105"/>
                  </a:lnTo>
                  <a:close/>
                  <a:moveTo>
                    <a:pt x="632" y="87"/>
                  </a:moveTo>
                  <a:cubicBezTo>
                    <a:pt x="629" y="95"/>
                    <a:pt x="629" y="95"/>
                    <a:pt x="629" y="95"/>
                  </a:cubicBezTo>
                  <a:cubicBezTo>
                    <a:pt x="603" y="84"/>
                    <a:pt x="603" y="84"/>
                    <a:pt x="603" y="84"/>
                  </a:cubicBezTo>
                  <a:cubicBezTo>
                    <a:pt x="598" y="95"/>
                    <a:pt x="598" y="95"/>
                    <a:pt x="598" y="95"/>
                  </a:cubicBezTo>
                  <a:cubicBezTo>
                    <a:pt x="620" y="105"/>
                    <a:pt x="620" y="105"/>
                    <a:pt x="620" y="105"/>
                  </a:cubicBezTo>
                  <a:cubicBezTo>
                    <a:pt x="617" y="113"/>
                    <a:pt x="617" y="113"/>
                    <a:pt x="617" y="113"/>
                  </a:cubicBezTo>
                  <a:cubicBezTo>
                    <a:pt x="595" y="103"/>
                    <a:pt x="595" y="103"/>
                    <a:pt x="595" y="103"/>
                  </a:cubicBezTo>
                  <a:cubicBezTo>
                    <a:pt x="586" y="123"/>
                    <a:pt x="586" y="123"/>
                    <a:pt x="586" y="123"/>
                  </a:cubicBezTo>
                  <a:cubicBezTo>
                    <a:pt x="576" y="119"/>
                    <a:pt x="576" y="119"/>
                    <a:pt x="576" y="119"/>
                  </a:cubicBezTo>
                  <a:cubicBezTo>
                    <a:pt x="596" y="71"/>
                    <a:pt x="596" y="71"/>
                    <a:pt x="596" y="71"/>
                  </a:cubicBezTo>
                  <a:lnTo>
                    <a:pt x="632" y="87"/>
                  </a:lnTo>
                  <a:close/>
                  <a:moveTo>
                    <a:pt x="523" y="77"/>
                  </a:moveTo>
                  <a:cubicBezTo>
                    <a:pt x="525" y="72"/>
                    <a:pt x="527" y="68"/>
                    <a:pt x="529" y="65"/>
                  </a:cubicBezTo>
                  <a:cubicBezTo>
                    <a:pt x="531" y="63"/>
                    <a:pt x="534" y="61"/>
                    <a:pt x="536" y="59"/>
                  </a:cubicBezTo>
                  <a:cubicBezTo>
                    <a:pt x="539" y="58"/>
                    <a:pt x="542" y="57"/>
                    <a:pt x="545" y="57"/>
                  </a:cubicBezTo>
                  <a:cubicBezTo>
                    <a:pt x="548" y="56"/>
                    <a:pt x="553" y="57"/>
                    <a:pt x="557" y="58"/>
                  </a:cubicBezTo>
                  <a:cubicBezTo>
                    <a:pt x="565" y="60"/>
                    <a:pt x="571" y="64"/>
                    <a:pt x="575" y="70"/>
                  </a:cubicBezTo>
                  <a:cubicBezTo>
                    <a:pt x="578" y="76"/>
                    <a:pt x="579" y="83"/>
                    <a:pt x="577" y="91"/>
                  </a:cubicBezTo>
                  <a:cubicBezTo>
                    <a:pt x="575" y="99"/>
                    <a:pt x="570" y="105"/>
                    <a:pt x="564" y="108"/>
                  </a:cubicBezTo>
                  <a:cubicBezTo>
                    <a:pt x="558" y="111"/>
                    <a:pt x="551" y="112"/>
                    <a:pt x="543" y="110"/>
                  </a:cubicBezTo>
                  <a:cubicBezTo>
                    <a:pt x="535" y="108"/>
                    <a:pt x="529" y="104"/>
                    <a:pt x="526" y="98"/>
                  </a:cubicBezTo>
                  <a:cubicBezTo>
                    <a:pt x="522" y="92"/>
                    <a:pt x="521" y="85"/>
                    <a:pt x="523" y="77"/>
                  </a:cubicBezTo>
                  <a:close/>
                  <a:moveTo>
                    <a:pt x="460" y="45"/>
                  </a:moveTo>
                  <a:cubicBezTo>
                    <a:pt x="473" y="66"/>
                    <a:pt x="473" y="66"/>
                    <a:pt x="473" y="66"/>
                  </a:cubicBezTo>
                  <a:cubicBezTo>
                    <a:pt x="487" y="46"/>
                    <a:pt x="487" y="46"/>
                    <a:pt x="487" y="46"/>
                  </a:cubicBezTo>
                  <a:cubicBezTo>
                    <a:pt x="500" y="47"/>
                    <a:pt x="500" y="47"/>
                    <a:pt x="500" y="47"/>
                  </a:cubicBezTo>
                  <a:cubicBezTo>
                    <a:pt x="477" y="76"/>
                    <a:pt x="477" y="76"/>
                    <a:pt x="477" y="76"/>
                  </a:cubicBezTo>
                  <a:cubicBezTo>
                    <a:pt x="476" y="97"/>
                    <a:pt x="476" y="97"/>
                    <a:pt x="476" y="97"/>
                  </a:cubicBezTo>
                  <a:cubicBezTo>
                    <a:pt x="465" y="97"/>
                    <a:pt x="465" y="97"/>
                    <a:pt x="465" y="97"/>
                  </a:cubicBezTo>
                  <a:cubicBezTo>
                    <a:pt x="466" y="75"/>
                    <a:pt x="466" y="75"/>
                    <a:pt x="466" y="75"/>
                  </a:cubicBezTo>
                  <a:cubicBezTo>
                    <a:pt x="447" y="44"/>
                    <a:pt x="447" y="44"/>
                    <a:pt x="447" y="44"/>
                  </a:cubicBezTo>
                  <a:lnTo>
                    <a:pt x="460" y="45"/>
                  </a:lnTo>
                  <a:close/>
                  <a:moveTo>
                    <a:pt x="441" y="44"/>
                  </a:moveTo>
                  <a:cubicBezTo>
                    <a:pt x="442" y="53"/>
                    <a:pt x="442" y="53"/>
                    <a:pt x="442" y="53"/>
                  </a:cubicBezTo>
                  <a:cubicBezTo>
                    <a:pt x="425" y="54"/>
                    <a:pt x="425" y="54"/>
                    <a:pt x="425" y="54"/>
                  </a:cubicBezTo>
                  <a:cubicBezTo>
                    <a:pt x="428" y="97"/>
                    <a:pt x="428" y="97"/>
                    <a:pt x="428" y="97"/>
                  </a:cubicBezTo>
                  <a:cubicBezTo>
                    <a:pt x="417" y="98"/>
                    <a:pt x="417" y="98"/>
                    <a:pt x="417" y="98"/>
                  </a:cubicBezTo>
                  <a:cubicBezTo>
                    <a:pt x="413" y="55"/>
                    <a:pt x="413" y="55"/>
                    <a:pt x="413" y="55"/>
                  </a:cubicBezTo>
                  <a:cubicBezTo>
                    <a:pt x="397" y="56"/>
                    <a:pt x="397" y="56"/>
                    <a:pt x="397" y="56"/>
                  </a:cubicBezTo>
                  <a:cubicBezTo>
                    <a:pt x="396" y="48"/>
                    <a:pt x="396" y="48"/>
                    <a:pt x="396" y="48"/>
                  </a:cubicBezTo>
                  <a:lnTo>
                    <a:pt x="441" y="44"/>
                  </a:lnTo>
                  <a:close/>
                  <a:moveTo>
                    <a:pt x="386" y="50"/>
                  </a:moveTo>
                  <a:cubicBezTo>
                    <a:pt x="395" y="101"/>
                    <a:pt x="395" y="101"/>
                    <a:pt x="395" y="101"/>
                  </a:cubicBezTo>
                  <a:cubicBezTo>
                    <a:pt x="384" y="103"/>
                    <a:pt x="384" y="103"/>
                    <a:pt x="384" y="103"/>
                  </a:cubicBezTo>
                  <a:cubicBezTo>
                    <a:pt x="375" y="52"/>
                    <a:pt x="375" y="52"/>
                    <a:pt x="375" y="52"/>
                  </a:cubicBezTo>
                  <a:lnTo>
                    <a:pt x="386" y="50"/>
                  </a:lnTo>
                  <a:close/>
                  <a:moveTo>
                    <a:pt x="324" y="70"/>
                  </a:moveTo>
                  <a:cubicBezTo>
                    <a:pt x="325" y="68"/>
                    <a:pt x="327" y="65"/>
                    <a:pt x="330" y="63"/>
                  </a:cubicBezTo>
                  <a:cubicBezTo>
                    <a:pt x="333" y="61"/>
                    <a:pt x="336" y="60"/>
                    <a:pt x="340" y="59"/>
                  </a:cubicBezTo>
                  <a:cubicBezTo>
                    <a:pt x="347" y="57"/>
                    <a:pt x="353" y="57"/>
                    <a:pt x="357" y="59"/>
                  </a:cubicBezTo>
                  <a:cubicBezTo>
                    <a:pt x="361" y="60"/>
                    <a:pt x="364" y="63"/>
                    <a:pt x="365" y="68"/>
                  </a:cubicBezTo>
                  <a:cubicBezTo>
                    <a:pt x="354" y="71"/>
                    <a:pt x="354" y="71"/>
                    <a:pt x="354" y="71"/>
                  </a:cubicBezTo>
                  <a:cubicBezTo>
                    <a:pt x="353" y="69"/>
                    <a:pt x="352" y="67"/>
                    <a:pt x="350" y="67"/>
                  </a:cubicBezTo>
                  <a:cubicBezTo>
                    <a:pt x="348" y="66"/>
                    <a:pt x="345" y="66"/>
                    <a:pt x="342" y="67"/>
                  </a:cubicBezTo>
                  <a:cubicBezTo>
                    <a:pt x="339" y="68"/>
                    <a:pt x="337" y="69"/>
                    <a:pt x="335" y="71"/>
                  </a:cubicBezTo>
                  <a:cubicBezTo>
                    <a:pt x="334" y="72"/>
                    <a:pt x="334" y="73"/>
                    <a:pt x="334" y="74"/>
                  </a:cubicBezTo>
                  <a:cubicBezTo>
                    <a:pt x="335" y="76"/>
                    <a:pt x="336" y="76"/>
                    <a:pt x="337" y="77"/>
                  </a:cubicBezTo>
                  <a:cubicBezTo>
                    <a:pt x="339" y="78"/>
                    <a:pt x="342" y="78"/>
                    <a:pt x="348" y="78"/>
                  </a:cubicBezTo>
                  <a:cubicBezTo>
                    <a:pt x="354" y="77"/>
                    <a:pt x="358" y="77"/>
                    <a:pt x="361" y="78"/>
                  </a:cubicBezTo>
                  <a:cubicBezTo>
                    <a:pt x="364" y="79"/>
                    <a:pt x="366" y="80"/>
                    <a:pt x="368" y="81"/>
                  </a:cubicBezTo>
                  <a:cubicBezTo>
                    <a:pt x="370" y="83"/>
                    <a:pt x="372" y="86"/>
                    <a:pt x="373" y="89"/>
                  </a:cubicBezTo>
                  <a:cubicBezTo>
                    <a:pt x="373" y="92"/>
                    <a:pt x="373" y="95"/>
                    <a:pt x="372" y="98"/>
                  </a:cubicBezTo>
                  <a:cubicBezTo>
                    <a:pt x="371" y="101"/>
                    <a:pt x="369" y="103"/>
                    <a:pt x="366" y="105"/>
                  </a:cubicBezTo>
                  <a:cubicBezTo>
                    <a:pt x="364" y="107"/>
                    <a:pt x="360" y="109"/>
                    <a:pt x="355" y="110"/>
                  </a:cubicBezTo>
                  <a:cubicBezTo>
                    <a:pt x="348" y="112"/>
                    <a:pt x="342" y="112"/>
                    <a:pt x="338" y="110"/>
                  </a:cubicBezTo>
                  <a:cubicBezTo>
                    <a:pt x="333" y="108"/>
                    <a:pt x="330" y="105"/>
                    <a:pt x="328" y="100"/>
                  </a:cubicBezTo>
                  <a:cubicBezTo>
                    <a:pt x="338" y="96"/>
                    <a:pt x="338" y="96"/>
                    <a:pt x="338" y="96"/>
                  </a:cubicBezTo>
                  <a:cubicBezTo>
                    <a:pt x="340" y="99"/>
                    <a:pt x="342" y="101"/>
                    <a:pt x="344" y="102"/>
                  </a:cubicBezTo>
                  <a:cubicBezTo>
                    <a:pt x="346" y="103"/>
                    <a:pt x="349" y="103"/>
                    <a:pt x="353" y="102"/>
                  </a:cubicBezTo>
                  <a:cubicBezTo>
                    <a:pt x="356" y="101"/>
                    <a:pt x="359" y="99"/>
                    <a:pt x="360" y="97"/>
                  </a:cubicBezTo>
                  <a:cubicBezTo>
                    <a:pt x="362" y="96"/>
                    <a:pt x="362" y="94"/>
                    <a:pt x="362" y="92"/>
                  </a:cubicBezTo>
                  <a:cubicBezTo>
                    <a:pt x="361" y="91"/>
                    <a:pt x="361" y="90"/>
                    <a:pt x="360" y="89"/>
                  </a:cubicBezTo>
                  <a:cubicBezTo>
                    <a:pt x="359" y="89"/>
                    <a:pt x="357" y="88"/>
                    <a:pt x="355" y="88"/>
                  </a:cubicBezTo>
                  <a:cubicBezTo>
                    <a:pt x="354" y="88"/>
                    <a:pt x="351" y="88"/>
                    <a:pt x="346" y="88"/>
                  </a:cubicBezTo>
                  <a:cubicBezTo>
                    <a:pt x="339" y="89"/>
                    <a:pt x="335" y="88"/>
                    <a:pt x="332" y="87"/>
                  </a:cubicBezTo>
                  <a:cubicBezTo>
                    <a:pt x="328" y="85"/>
                    <a:pt x="325" y="82"/>
                    <a:pt x="324" y="78"/>
                  </a:cubicBezTo>
                  <a:cubicBezTo>
                    <a:pt x="323" y="76"/>
                    <a:pt x="323" y="73"/>
                    <a:pt x="324" y="70"/>
                  </a:cubicBezTo>
                  <a:close/>
                  <a:moveTo>
                    <a:pt x="286" y="79"/>
                  </a:moveTo>
                  <a:cubicBezTo>
                    <a:pt x="292" y="77"/>
                    <a:pt x="296" y="75"/>
                    <a:pt x="299" y="75"/>
                  </a:cubicBezTo>
                  <a:cubicBezTo>
                    <a:pt x="302" y="75"/>
                    <a:pt x="304" y="75"/>
                    <a:pt x="307" y="77"/>
                  </a:cubicBezTo>
                  <a:cubicBezTo>
                    <a:pt x="309" y="78"/>
                    <a:pt x="311" y="80"/>
                    <a:pt x="312" y="83"/>
                  </a:cubicBezTo>
                  <a:cubicBezTo>
                    <a:pt x="314" y="87"/>
                    <a:pt x="314" y="90"/>
                    <a:pt x="313" y="94"/>
                  </a:cubicBezTo>
                  <a:cubicBezTo>
                    <a:pt x="311" y="97"/>
                    <a:pt x="309" y="100"/>
                    <a:pt x="304" y="102"/>
                  </a:cubicBezTo>
                  <a:cubicBezTo>
                    <a:pt x="307" y="103"/>
                    <a:pt x="310" y="103"/>
                    <a:pt x="312" y="104"/>
                  </a:cubicBezTo>
                  <a:cubicBezTo>
                    <a:pt x="314" y="105"/>
                    <a:pt x="317" y="106"/>
                    <a:pt x="321" y="109"/>
                  </a:cubicBezTo>
                  <a:cubicBezTo>
                    <a:pt x="331" y="115"/>
                    <a:pt x="331" y="115"/>
                    <a:pt x="331" y="115"/>
                  </a:cubicBezTo>
                  <a:cubicBezTo>
                    <a:pt x="319" y="121"/>
                    <a:pt x="319" y="121"/>
                    <a:pt x="319" y="121"/>
                  </a:cubicBezTo>
                  <a:cubicBezTo>
                    <a:pt x="307" y="114"/>
                    <a:pt x="307" y="114"/>
                    <a:pt x="307" y="114"/>
                  </a:cubicBezTo>
                  <a:cubicBezTo>
                    <a:pt x="302" y="112"/>
                    <a:pt x="300" y="110"/>
                    <a:pt x="298" y="109"/>
                  </a:cubicBezTo>
                  <a:cubicBezTo>
                    <a:pt x="297" y="109"/>
                    <a:pt x="295" y="109"/>
                    <a:pt x="294" y="109"/>
                  </a:cubicBezTo>
                  <a:cubicBezTo>
                    <a:pt x="293" y="109"/>
                    <a:pt x="291" y="110"/>
                    <a:pt x="289" y="111"/>
                  </a:cubicBezTo>
                  <a:cubicBezTo>
                    <a:pt x="286" y="112"/>
                    <a:pt x="286" y="112"/>
                    <a:pt x="286" y="112"/>
                  </a:cubicBezTo>
                  <a:cubicBezTo>
                    <a:pt x="295" y="131"/>
                    <a:pt x="295" y="131"/>
                    <a:pt x="295" y="131"/>
                  </a:cubicBezTo>
                  <a:cubicBezTo>
                    <a:pt x="285" y="136"/>
                    <a:pt x="285" y="136"/>
                    <a:pt x="285" y="136"/>
                  </a:cubicBezTo>
                  <a:cubicBezTo>
                    <a:pt x="264" y="89"/>
                    <a:pt x="264" y="89"/>
                    <a:pt x="264" y="89"/>
                  </a:cubicBezTo>
                  <a:lnTo>
                    <a:pt x="286" y="79"/>
                  </a:lnTo>
                  <a:close/>
                  <a:moveTo>
                    <a:pt x="250" y="96"/>
                  </a:moveTo>
                  <a:cubicBezTo>
                    <a:pt x="255" y="104"/>
                    <a:pt x="255" y="104"/>
                    <a:pt x="255" y="104"/>
                  </a:cubicBezTo>
                  <a:cubicBezTo>
                    <a:pt x="229" y="120"/>
                    <a:pt x="229" y="120"/>
                    <a:pt x="229" y="120"/>
                  </a:cubicBezTo>
                  <a:cubicBezTo>
                    <a:pt x="235" y="130"/>
                    <a:pt x="235" y="130"/>
                    <a:pt x="235" y="130"/>
                  </a:cubicBezTo>
                  <a:cubicBezTo>
                    <a:pt x="259" y="115"/>
                    <a:pt x="259" y="115"/>
                    <a:pt x="259" y="115"/>
                  </a:cubicBezTo>
                  <a:cubicBezTo>
                    <a:pt x="264" y="122"/>
                    <a:pt x="264" y="122"/>
                    <a:pt x="264" y="122"/>
                  </a:cubicBezTo>
                  <a:cubicBezTo>
                    <a:pt x="240" y="137"/>
                    <a:pt x="240" y="137"/>
                    <a:pt x="240" y="137"/>
                  </a:cubicBezTo>
                  <a:cubicBezTo>
                    <a:pt x="247" y="149"/>
                    <a:pt x="247" y="149"/>
                    <a:pt x="247" y="149"/>
                  </a:cubicBezTo>
                  <a:cubicBezTo>
                    <a:pt x="274" y="132"/>
                    <a:pt x="274" y="132"/>
                    <a:pt x="274" y="132"/>
                  </a:cubicBezTo>
                  <a:cubicBezTo>
                    <a:pt x="278" y="139"/>
                    <a:pt x="278" y="139"/>
                    <a:pt x="278" y="139"/>
                  </a:cubicBezTo>
                  <a:cubicBezTo>
                    <a:pt x="242" y="162"/>
                    <a:pt x="242" y="162"/>
                    <a:pt x="242" y="162"/>
                  </a:cubicBezTo>
                  <a:cubicBezTo>
                    <a:pt x="214" y="119"/>
                    <a:pt x="214" y="119"/>
                    <a:pt x="214" y="119"/>
                  </a:cubicBezTo>
                  <a:lnTo>
                    <a:pt x="250" y="96"/>
                  </a:lnTo>
                  <a:close/>
                  <a:moveTo>
                    <a:pt x="175" y="151"/>
                  </a:moveTo>
                  <a:cubicBezTo>
                    <a:pt x="210" y="171"/>
                    <a:pt x="210" y="171"/>
                    <a:pt x="210" y="171"/>
                  </a:cubicBezTo>
                  <a:cubicBezTo>
                    <a:pt x="196" y="133"/>
                    <a:pt x="196" y="133"/>
                    <a:pt x="196" y="133"/>
                  </a:cubicBezTo>
                  <a:cubicBezTo>
                    <a:pt x="206" y="125"/>
                    <a:pt x="206" y="125"/>
                    <a:pt x="206" y="125"/>
                  </a:cubicBezTo>
                  <a:cubicBezTo>
                    <a:pt x="223" y="177"/>
                    <a:pt x="223" y="177"/>
                    <a:pt x="223" y="177"/>
                  </a:cubicBezTo>
                  <a:cubicBezTo>
                    <a:pt x="214" y="185"/>
                    <a:pt x="214" y="185"/>
                    <a:pt x="214" y="185"/>
                  </a:cubicBezTo>
                  <a:cubicBezTo>
                    <a:pt x="165" y="159"/>
                    <a:pt x="165" y="159"/>
                    <a:pt x="165" y="159"/>
                  </a:cubicBezTo>
                  <a:lnTo>
                    <a:pt x="175" y="151"/>
                  </a:lnTo>
                  <a:close/>
                  <a:moveTo>
                    <a:pt x="160" y="165"/>
                  </a:moveTo>
                  <a:cubicBezTo>
                    <a:pt x="197" y="201"/>
                    <a:pt x="197" y="201"/>
                    <a:pt x="197" y="201"/>
                  </a:cubicBezTo>
                  <a:cubicBezTo>
                    <a:pt x="189" y="209"/>
                    <a:pt x="189" y="209"/>
                    <a:pt x="189" y="209"/>
                  </a:cubicBezTo>
                  <a:cubicBezTo>
                    <a:pt x="152" y="174"/>
                    <a:pt x="152" y="174"/>
                    <a:pt x="152" y="174"/>
                  </a:cubicBezTo>
                  <a:lnTo>
                    <a:pt x="160" y="165"/>
                  </a:lnTo>
                  <a:close/>
                  <a:moveTo>
                    <a:pt x="121" y="211"/>
                  </a:moveTo>
                  <a:cubicBezTo>
                    <a:pt x="163" y="214"/>
                    <a:pt x="163" y="214"/>
                    <a:pt x="163" y="214"/>
                  </a:cubicBezTo>
                  <a:cubicBezTo>
                    <a:pt x="135" y="193"/>
                    <a:pt x="135" y="193"/>
                    <a:pt x="135" y="193"/>
                  </a:cubicBezTo>
                  <a:cubicBezTo>
                    <a:pt x="142" y="184"/>
                    <a:pt x="142" y="184"/>
                    <a:pt x="142" y="184"/>
                  </a:cubicBezTo>
                  <a:cubicBezTo>
                    <a:pt x="182" y="216"/>
                    <a:pt x="182" y="216"/>
                    <a:pt x="182" y="216"/>
                  </a:cubicBezTo>
                  <a:cubicBezTo>
                    <a:pt x="175" y="225"/>
                    <a:pt x="175" y="225"/>
                    <a:pt x="175" y="225"/>
                  </a:cubicBezTo>
                  <a:cubicBezTo>
                    <a:pt x="134" y="222"/>
                    <a:pt x="134" y="222"/>
                    <a:pt x="134" y="222"/>
                  </a:cubicBezTo>
                  <a:cubicBezTo>
                    <a:pt x="161" y="243"/>
                    <a:pt x="161" y="243"/>
                    <a:pt x="161" y="243"/>
                  </a:cubicBezTo>
                  <a:cubicBezTo>
                    <a:pt x="155" y="252"/>
                    <a:pt x="155" y="252"/>
                    <a:pt x="155" y="252"/>
                  </a:cubicBezTo>
                  <a:cubicBezTo>
                    <a:pt x="114" y="220"/>
                    <a:pt x="114" y="220"/>
                    <a:pt x="114" y="220"/>
                  </a:cubicBezTo>
                  <a:lnTo>
                    <a:pt x="121" y="211"/>
                  </a:lnTo>
                  <a:close/>
                  <a:moveTo>
                    <a:pt x="88" y="264"/>
                  </a:moveTo>
                  <a:cubicBezTo>
                    <a:pt x="112" y="278"/>
                    <a:pt x="112" y="278"/>
                    <a:pt x="112" y="278"/>
                  </a:cubicBezTo>
                  <a:cubicBezTo>
                    <a:pt x="116" y="280"/>
                    <a:pt x="119" y="281"/>
                    <a:pt x="120" y="281"/>
                  </a:cubicBezTo>
                  <a:cubicBezTo>
                    <a:pt x="122" y="282"/>
                    <a:pt x="124" y="282"/>
                    <a:pt x="126" y="281"/>
                  </a:cubicBezTo>
                  <a:cubicBezTo>
                    <a:pt x="128" y="280"/>
                    <a:pt x="130" y="278"/>
                    <a:pt x="132" y="275"/>
                  </a:cubicBezTo>
                  <a:cubicBezTo>
                    <a:pt x="133" y="272"/>
                    <a:pt x="134" y="270"/>
                    <a:pt x="134" y="268"/>
                  </a:cubicBezTo>
                  <a:cubicBezTo>
                    <a:pt x="134" y="266"/>
                    <a:pt x="133" y="264"/>
                    <a:pt x="131" y="263"/>
                  </a:cubicBezTo>
                  <a:cubicBezTo>
                    <a:pt x="130" y="262"/>
                    <a:pt x="127" y="260"/>
                    <a:pt x="124" y="258"/>
                  </a:cubicBezTo>
                  <a:cubicBezTo>
                    <a:pt x="99" y="244"/>
                    <a:pt x="99" y="244"/>
                    <a:pt x="99" y="244"/>
                  </a:cubicBezTo>
                  <a:cubicBezTo>
                    <a:pt x="104" y="234"/>
                    <a:pt x="104" y="234"/>
                    <a:pt x="104" y="234"/>
                  </a:cubicBezTo>
                  <a:cubicBezTo>
                    <a:pt x="128" y="248"/>
                    <a:pt x="128" y="248"/>
                    <a:pt x="128" y="248"/>
                  </a:cubicBezTo>
                  <a:cubicBezTo>
                    <a:pt x="134" y="251"/>
                    <a:pt x="137" y="253"/>
                    <a:pt x="139" y="255"/>
                  </a:cubicBezTo>
                  <a:cubicBezTo>
                    <a:pt x="141" y="257"/>
                    <a:pt x="142" y="259"/>
                    <a:pt x="143" y="261"/>
                  </a:cubicBezTo>
                  <a:cubicBezTo>
                    <a:pt x="144" y="263"/>
                    <a:pt x="144" y="266"/>
                    <a:pt x="144" y="269"/>
                  </a:cubicBezTo>
                  <a:cubicBezTo>
                    <a:pt x="143" y="272"/>
                    <a:pt x="142" y="275"/>
                    <a:pt x="140" y="279"/>
                  </a:cubicBezTo>
                  <a:cubicBezTo>
                    <a:pt x="137" y="284"/>
                    <a:pt x="134" y="287"/>
                    <a:pt x="132" y="289"/>
                  </a:cubicBezTo>
                  <a:cubicBezTo>
                    <a:pt x="130" y="291"/>
                    <a:pt x="127" y="292"/>
                    <a:pt x="125" y="293"/>
                  </a:cubicBezTo>
                  <a:cubicBezTo>
                    <a:pt x="123" y="293"/>
                    <a:pt x="120" y="293"/>
                    <a:pt x="118" y="293"/>
                  </a:cubicBezTo>
                  <a:cubicBezTo>
                    <a:pt x="115" y="292"/>
                    <a:pt x="111" y="290"/>
                    <a:pt x="106" y="287"/>
                  </a:cubicBezTo>
                  <a:cubicBezTo>
                    <a:pt x="82" y="274"/>
                    <a:pt x="82" y="274"/>
                    <a:pt x="82" y="274"/>
                  </a:cubicBezTo>
                  <a:lnTo>
                    <a:pt x="88" y="264"/>
                  </a:lnTo>
                  <a:close/>
                  <a:moveTo>
                    <a:pt x="45" y="402"/>
                  </a:moveTo>
                  <a:cubicBezTo>
                    <a:pt x="82" y="384"/>
                    <a:pt x="82" y="384"/>
                    <a:pt x="82" y="384"/>
                  </a:cubicBezTo>
                  <a:cubicBezTo>
                    <a:pt x="48" y="379"/>
                    <a:pt x="48" y="379"/>
                    <a:pt x="48" y="379"/>
                  </a:cubicBezTo>
                  <a:cubicBezTo>
                    <a:pt x="50" y="368"/>
                    <a:pt x="50" y="368"/>
                    <a:pt x="50" y="368"/>
                  </a:cubicBezTo>
                  <a:cubicBezTo>
                    <a:pt x="101" y="376"/>
                    <a:pt x="101" y="376"/>
                    <a:pt x="101" y="376"/>
                  </a:cubicBezTo>
                  <a:cubicBezTo>
                    <a:pt x="99" y="387"/>
                    <a:pt x="99" y="387"/>
                    <a:pt x="99" y="387"/>
                  </a:cubicBezTo>
                  <a:cubicBezTo>
                    <a:pt x="62" y="405"/>
                    <a:pt x="62" y="405"/>
                    <a:pt x="62" y="405"/>
                  </a:cubicBezTo>
                  <a:cubicBezTo>
                    <a:pt x="95" y="410"/>
                    <a:pt x="95" y="410"/>
                    <a:pt x="95" y="410"/>
                  </a:cubicBezTo>
                  <a:cubicBezTo>
                    <a:pt x="94" y="421"/>
                    <a:pt x="94" y="421"/>
                    <a:pt x="94" y="421"/>
                  </a:cubicBezTo>
                  <a:cubicBezTo>
                    <a:pt x="43" y="413"/>
                    <a:pt x="43" y="413"/>
                    <a:pt x="43" y="413"/>
                  </a:cubicBezTo>
                  <a:lnTo>
                    <a:pt x="45" y="402"/>
                  </a:lnTo>
                  <a:close/>
                  <a:moveTo>
                    <a:pt x="42" y="427"/>
                  </a:moveTo>
                  <a:cubicBezTo>
                    <a:pt x="94" y="430"/>
                    <a:pt x="94" y="430"/>
                    <a:pt x="94" y="430"/>
                  </a:cubicBezTo>
                  <a:cubicBezTo>
                    <a:pt x="93" y="441"/>
                    <a:pt x="93" y="441"/>
                    <a:pt x="93" y="441"/>
                  </a:cubicBezTo>
                  <a:cubicBezTo>
                    <a:pt x="42" y="439"/>
                    <a:pt x="42" y="439"/>
                    <a:pt x="42" y="439"/>
                  </a:cubicBezTo>
                  <a:lnTo>
                    <a:pt x="42" y="427"/>
                  </a:lnTo>
                  <a:close/>
                  <a:moveTo>
                    <a:pt x="43" y="487"/>
                  </a:moveTo>
                  <a:cubicBezTo>
                    <a:pt x="63" y="486"/>
                    <a:pt x="63" y="486"/>
                    <a:pt x="63" y="486"/>
                  </a:cubicBezTo>
                  <a:cubicBezTo>
                    <a:pt x="62" y="464"/>
                    <a:pt x="62" y="464"/>
                    <a:pt x="62" y="464"/>
                  </a:cubicBezTo>
                  <a:cubicBezTo>
                    <a:pt x="42" y="465"/>
                    <a:pt x="42" y="465"/>
                    <a:pt x="42" y="465"/>
                  </a:cubicBezTo>
                  <a:cubicBezTo>
                    <a:pt x="41" y="453"/>
                    <a:pt x="41" y="453"/>
                    <a:pt x="41" y="453"/>
                  </a:cubicBezTo>
                  <a:cubicBezTo>
                    <a:pt x="92" y="450"/>
                    <a:pt x="92" y="450"/>
                    <a:pt x="92" y="450"/>
                  </a:cubicBezTo>
                  <a:cubicBezTo>
                    <a:pt x="93" y="462"/>
                    <a:pt x="93" y="462"/>
                    <a:pt x="93" y="462"/>
                  </a:cubicBezTo>
                  <a:cubicBezTo>
                    <a:pt x="71" y="463"/>
                    <a:pt x="71" y="463"/>
                    <a:pt x="71" y="463"/>
                  </a:cubicBezTo>
                  <a:cubicBezTo>
                    <a:pt x="72" y="486"/>
                    <a:pt x="72" y="486"/>
                    <a:pt x="72" y="486"/>
                  </a:cubicBezTo>
                  <a:cubicBezTo>
                    <a:pt x="94" y="484"/>
                    <a:pt x="94" y="484"/>
                    <a:pt x="94" y="484"/>
                  </a:cubicBezTo>
                  <a:cubicBezTo>
                    <a:pt x="95" y="496"/>
                    <a:pt x="95" y="496"/>
                    <a:pt x="95" y="496"/>
                  </a:cubicBezTo>
                  <a:cubicBezTo>
                    <a:pt x="43" y="499"/>
                    <a:pt x="43" y="499"/>
                    <a:pt x="43" y="499"/>
                  </a:cubicBezTo>
                  <a:lnTo>
                    <a:pt x="43" y="487"/>
                  </a:lnTo>
                  <a:close/>
                  <a:moveTo>
                    <a:pt x="98" y="546"/>
                  </a:moveTo>
                  <a:cubicBezTo>
                    <a:pt x="95" y="551"/>
                    <a:pt x="89" y="555"/>
                    <a:pt x="81" y="557"/>
                  </a:cubicBezTo>
                  <a:cubicBezTo>
                    <a:pt x="73" y="559"/>
                    <a:pt x="66" y="558"/>
                    <a:pt x="60" y="554"/>
                  </a:cubicBezTo>
                  <a:cubicBezTo>
                    <a:pt x="54" y="550"/>
                    <a:pt x="51" y="544"/>
                    <a:pt x="49" y="536"/>
                  </a:cubicBezTo>
                  <a:cubicBezTo>
                    <a:pt x="48" y="529"/>
                    <a:pt x="48" y="523"/>
                    <a:pt x="51" y="518"/>
                  </a:cubicBezTo>
                  <a:cubicBezTo>
                    <a:pt x="53" y="515"/>
                    <a:pt x="55" y="513"/>
                    <a:pt x="59" y="511"/>
                  </a:cubicBezTo>
                  <a:cubicBezTo>
                    <a:pt x="64" y="521"/>
                    <a:pt x="64" y="521"/>
                    <a:pt x="64" y="521"/>
                  </a:cubicBezTo>
                  <a:cubicBezTo>
                    <a:pt x="61" y="523"/>
                    <a:pt x="60" y="524"/>
                    <a:pt x="58" y="527"/>
                  </a:cubicBezTo>
                  <a:cubicBezTo>
                    <a:pt x="57" y="529"/>
                    <a:pt x="57" y="532"/>
                    <a:pt x="58" y="535"/>
                  </a:cubicBezTo>
                  <a:cubicBezTo>
                    <a:pt x="59" y="539"/>
                    <a:pt x="61" y="542"/>
                    <a:pt x="64" y="544"/>
                  </a:cubicBezTo>
                  <a:cubicBezTo>
                    <a:pt x="67" y="546"/>
                    <a:pt x="72" y="547"/>
                    <a:pt x="78" y="545"/>
                  </a:cubicBezTo>
                  <a:cubicBezTo>
                    <a:pt x="84" y="544"/>
                    <a:pt x="89" y="542"/>
                    <a:pt x="91" y="539"/>
                  </a:cubicBezTo>
                  <a:cubicBezTo>
                    <a:pt x="93" y="536"/>
                    <a:pt x="94" y="532"/>
                    <a:pt x="93" y="528"/>
                  </a:cubicBezTo>
                  <a:cubicBezTo>
                    <a:pt x="92" y="525"/>
                    <a:pt x="91" y="522"/>
                    <a:pt x="89" y="521"/>
                  </a:cubicBezTo>
                  <a:cubicBezTo>
                    <a:pt x="86" y="519"/>
                    <a:pt x="83" y="518"/>
                    <a:pt x="79" y="518"/>
                  </a:cubicBezTo>
                  <a:cubicBezTo>
                    <a:pt x="80" y="506"/>
                    <a:pt x="80" y="506"/>
                    <a:pt x="80" y="506"/>
                  </a:cubicBezTo>
                  <a:cubicBezTo>
                    <a:pt x="86" y="507"/>
                    <a:pt x="91" y="509"/>
                    <a:pt x="94" y="512"/>
                  </a:cubicBezTo>
                  <a:cubicBezTo>
                    <a:pt x="98" y="515"/>
                    <a:pt x="100" y="520"/>
                    <a:pt x="101" y="526"/>
                  </a:cubicBezTo>
                  <a:cubicBezTo>
                    <a:pt x="103" y="533"/>
                    <a:pt x="102" y="540"/>
                    <a:pt x="98" y="546"/>
                  </a:cubicBezTo>
                  <a:close/>
                  <a:moveTo>
                    <a:pt x="115" y="330"/>
                  </a:moveTo>
                  <a:cubicBezTo>
                    <a:pt x="102" y="331"/>
                    <a:pt x="102" y="331"/>
                    <a:pt x="102" y="331"/>
                  </a:cubicBezTo>
                  <a:cubicBezTo>
                    <a:pt x="95" y="353"/>
                    <a:pt x="95" y="353"/>
                    <a:pt x="95" y="353"/>
                  </a:cubicBezTo>
                  <a:cubicBezTo>
                    <a:pt x="105" y="361"/>
                    <a:pt x="105" y="361"/>
                    <a:pt x="105" y="361"/>
                  </a:cubicBezTo>
                  <a:cubicBezTo>
                    <a:pt x="101" y="373"/>
                    <a:pt x="101" y="373"/>
                    <a:pt x="101" y="373"/>
                  </a:cubicBezTo>
                  <a:cubicBezTo>
                    <a:pt x="59" y="336"/>
                    <a:pt x="59" y="336"/>
                    <a:pt x="59" y="336"/>
                  </a:cubicBezTo>
                  <a:cubicBezTo>
                    <a:pt x="62" y="324"/>
                    <a:pt x="62" y="324"/>
                    <a:pt x="62" y="324"/>
                  </a:cubicBezTo>
                  <a:cubicBezTo>
                    <a:pt x="118" y="318"/>
                    <a:pt x="118" y="318"/>
                    <a:pt x="118" y="318"/>
                  </a:cubicBezTo>
                  <a:lnTo>
                    <a:pt x="115" y="330"/>
                  </a:lnTo>
                  <a:close/>
                  <a:moveTo>
                    <a:pt x="252" y="762"/>
                  </a:moveTo>
                  <a:cubicBezTo>
                    <a:pt x="252" y="763"/>
                    <a:pt x="251" y="764"/>
                    <a:pt x="250" y="764"/>
                  </a:cubicBezTo>
                  <a:cubicBezTo>
                    <a:pt x="248" y="765"/>
                    <a:pt x="239" y="763"/>
                    <a:pt x="238" y="764"/>
                  </a:cubicBezTo>
                  <a:cubicBezTo>
                    <a:pt x="233" y="764"/>
                    <a:pt x="232" y="764"/>
                    <a:pt x="231" y="766"/>
                  </a:cubicBezTo>
                  <a:cubicBezTo>
                    <a:pt x="231" y="767"/>
                    <a:pt x="231" y="770"/>
                    <a:pt x="229" y="770"/>
                  </a:cubicBezTo>
                  <a:cubicBezTo>
                    <a:pt x="227" y="769"/>
                    <a:pt x="222" y="768"/>
                    <a:pt x="219" y="768"/>
                  </a:cubicBezTo>
                  <a:cubicBezTo>
                    <a:pt x="218" y="768"/>
                    <a:pt x="217" y="768"/>
                    <a:pt x="216" y="768"/>
                  </a:cubicBezTo>
                  <a:cubicBezTo>
                    <a:pt x="205" y="781"/>
                    <a:pt x="197" y="792"/>
                    <a:pt x="185" y="804"/>
                  </a:cubicBezTo>
                  <a:cubicBezTo>
                    <a:pt x="185" y="804"/>
                    <a:pt x="183" y="805"/>
                    <a:pt x="183" y="805"/>
                  </a:cubicBezTo>
                  <a:cubicBezTo>
                    <a:pt x="191" y="792"/>
                    <a:pt x="199" y="779"/>
                    <a:pt x="208" y="766"/>
                  </a:cubicBezTo>
                  <a:cubicBezTo>
                    <a:pt x="209" y="764"/>
                    <a:pt x="208" y="763"/>
                    <a:pt x="208" y="763"/>
                  </a:cubicBezTo>
                  <a:cubicBezTo>
                    <a:pt x="207" y="761"/>
                    <a:pt x="210" y="758"/>
                    <a:pt x="212" y="758"/>
                  </a:cubicBezTo>
                  <a:cubicBezTo>
                    <a:pt x="212" y="758"/>
                    <a:pt x="213" y="758"/>
                    <a:pt x="214" y="758"/>
                  </a:cubicBezTo>
                  <a:cubicBezTo>
                    <a:pt x="219" y="750"/>
                    <a:pt x="219" y="750"/>
                    <a:pt x="221" y="747"/>
                  </a:cubicBezTo>
                  <a:cubicBezTo>
                    <a:pt x="219" y="746"/>
                    <a:pt x="211" y="743"/>
                    <a:pt x="213" y="741"/>
                  </a:cubicBezTo>
                  <a:cubicBezTo>
                    <a:pt x="214" y="741"/>
                    <a:pt x="216" y="741"/>
                    <a:pt x="218" y="741"/>
                  </a:cubicBezTo>
                  <a:cubicBezTo>
                    <a:pt x="220" y="742"/>
                    <a:pt x="222" y="742"/>
                    <a:pt x="223" y="743"/>
                  </a:cubicBezTo>
                  <a:cubicBezTo>
                    <a:pt x="227" y="739"/>
                    <a:pt x="229" y="736"/>
                    <a:pt x="231" y="731"/>
                  </a:cubicBezTo>
                  <a:cubicBezTo>
                    <a:pt x="231" y="730"/>
                    <a:pt x="234" y="726"/>
                    <a:pt x="233" y="726"/>
                  </a:cubicBezTo>
                  <a:cubicBezTo>
                    <a:pt x="233" y="724"/>
                    <a:pt x="233" y="724"/>
                    <a:pt x="233" y="723"/>
                  </a:cubicBezTo>
                  <a:cubicBezTo>
                    <a:pt x="237" y="725"/>
                    <a:pt x="239" y="727"/>
                    <a:pt x="239" y="731"/>
                  </a:cubicBezTo>
                  <a:cubicBezTo>
                    <a:pt x="239" y="731"/>
                    <a:pt x="239" y="734"/>
                    <a:pt x="239" y="735"/>
                  </a:cubicBezTo>
                  <a:cubicBezTo>
                    <a:pt x="236" y="738"/>
                    <a:pt x="234" y="742"/>
                    <a:pt x="231" y="745"/>
                  </a:cubicBezTo>
                  <a:cubicBezTo>
                    <a:pt x="232" y="746"/>
                    <a:pt x="233" y="746"/>
                    <a:pt x="234" y="746"/>
                  </a:cubicBezTo>
                  <a:cubicBezTo>
                    <a:pt x="237" y="748"/>
                    <a:pt x="239" y="748"/>
                    <a:pt x="242" y="750"/>
                  </a:cubicBezTo>
                  <a:cubicBezTo>
                    <a:pt x="243" y="749"/>
                    <a:pt x="244" y="750"/>
                    <a:pt x="244" y="749"/>
                  </a:cubicBezTo>
                  <a:cubicBezTo>
                    <a:pt x="252" y="753"/>
                    <a:pt x="253" y="761"/>
                    <a:pt x="252" y="762"/>
                  </a:cubicBezTo>
                  <a:close/>
                  <a:moveTo>
                    <a:pt x="189" y="735"/>
                  </a:moveTo>
                  <a:cubicBezTo>
                    <a:pt x="192" y="737"/>
                    <a:pt x="195" y="739"/>
                    <a:pt x="196" y="742"/>
                  </a:cubicBezTo>
                  <a:cubicBezTo>
                    <a:pt x="197" y="743"/>
                    <a:pt x="201" y="748"/>
                    <a:pt x="203" y="754"/>
                  </a:cubicBezTo>
                  <a:cubicBezTo>
                    <a:pt x="204" y="757"/>
                    <a:pt x="205" y="758"/>
                    <a:pt x="204" y="761"/>
                  </a:cubicBezTo>
                  <a:cubicBezTo>
                    <a:pt x="199" y="758"/>
                    <a:pt x="200" y="757"/>
                    <a:pt x="198" y="752"/>
                  </a:cubicBezTo>
                  <a:cubicBezTo>
                    <a:pt x="198" y="750"/>
                    <a:pt x="197" y="748"/>
                    <a:pt x="193" y="744"/>
                  </a:cubicBezTo>
                  <a:cubicBezTo>
                    <a:pt x="193" y="742"/>
                    <a:pt x="189" y="738"/>
                    <a:pt x="189" y="735"/>
                  </a:cubicBezTo>
                  <a:close/>
                  <a:moveTo>
                    <a:pt x="262" y="820"/>
                  </a:moveTo>
                  <a:cubicBezTo>
                    <a:pt x="262" y="818"/>
                    <a:pt x="260" y="817"/>
                    <a:pt x="260" y="815"/>
                  </a:cubicBezTo>
                  <a:cubicBezTo>
                    <a:pt x="266" y="807"/>
                    <a:pt x="274" y="789"/>
                    <a:pt x="281" y="779"/>
                  </a:cubicBezTo>
                  <a:cubicBezTo>
                    <a:pt x="282" y="777"/>
                    <a:pt x="283" y="776"/>
                    <a:pt x="284" y="776"/>
                  </a:cubicBezTo>
                  <a:cubicBezTo>
                    <a:pt x="284" y="777"/>
                    <a:pt x="285" y="777"/>
                    <a:pt x="283" y="781"/>
                  </a:cubicBezTo>
                  <a:cubicBezTo>
                    <a:pt x="283" y="782"/>
                    <a:pt x="263" y="819"/>
                    <a:pt x="265" y="821"/>
                  </a:cubicBezTo>
                  <a:cubicBezTo>
                    <a:pt x="263" y="821"/>
                    <a:pt x="263" y="821"/>
                    <a:pt x="262" y="820"/>
                  </a:cubicBezTo>
                  <a:close/>
                  <a:moveTo>
                    <a:pt x="289" y="829"/>
                  </a:moveTo>
                  <a:cubicBezTo>
                    <a:pt x="288" y="830"/>
                    <a:pt x="288" y="830"/>
                    <a:pt x="287" y="830"/>
                  </a:cubicBezTo>
                  <a:cubicBezTo>
                    <a:pt x="286" y="830"/>
                    <a:pt x="284" y="829"/>
                    <a:pt x="282" y="828"/>
                  </a:cubicBezTo>
                  <a:cubicBezTo>
                    <a:pt x="280" y="826"/>
                    <a:pt x="275" y="818"/>
                    <a:pt x="276" y="816"/>
                  </a:cubicBezTo>
                  <a:cubicBezTo>
                    <a:pt x="276" y="816"/>
                    <a:pt x="276" y="816"/>
                    <a:pt x="276" y="816"/>
                  </a:cubicBezTo>
                  <a:cubicBezTo>
                    <a:pt x="278" y="822"/>
                    <a:pt x="286" y="820"/>
                    <a:pt x="294" y="818"/>
                  </a:cubicBezTo>
                  <a:cubicBezTo>
                    <a:pt x="300" y="816"/>
                    <a:pt x="305" y="813"/>
                    <a:pt x="305" y="812"/>
                  </a:cubicBezTo>
                  <a:cubicBezTo>
                    <a:pt x="305" y="811"/>
                    <a:pt x="305" y="810"/>
                    <a:pt x="304" y="809"/>
                  </a:cubicBezTo>
                  <a:cubicBezTo>
                    <a:pt x="304" y="810"/>
                    <a:pt x="301" y="811"/>
                    <a:pt x="297" y="812"/>
                  </a:cubicBezTo>
                  <a:cubicBezTo>
                    <a:pt x="288" y="814"/>
                    <a:pt x="275" y="816"/>
                    <a:pt x="273" y="815"/>
                  </a:cubicBezTo>
                  <a:cubicBezTo>
                    <a:pt x="270" y="814"/>
                    <a:pt x="270" y="813"/>
                    <a:pt x="273" y="809"/>
                  </a:cubicBezTo>
                  <a:cubicBezTo>
                    <a:pt x="279" y="807"/>
                    <a:pt x="290" y="805"/>
                    <a:pt x="297" y="802"/>
                  </a:cubicBezTo>
                  <a:cubicBezTo>
                    <a:pt x="297" y="801"/>
                    <a:pt x="299" y="801"/>
                    <a:pt x="298" y="799"/>
                  </a:cubicBezTo>
                  <a:cubicBezTo>
                    <a:pt x="295" y="800"/>
                    <a:pt x="286" y="801"/>
                    <a:pt x="284" y="801"/>
                  </a:cubicBezTo>
                  <a:cubicBezTo>
                    <a:pt x="281" y="798"/>
                    <a:pt x="283" y="795"/>
                    <a:pt x="284" y="792"/>
                  </a:cubicBezTo>
                  <a:cubicBezTo>
                    <a:pt x="285" y="792"/>
                    <a:pt x="284" y="792"/>
                    <a:pt x="285" y="792"/>
                  </a:cubicBezTo>
                  <a:cubicBezTo>
                    <a:pt x="287" y="794"/>
                    <a:pt x="294" y="792"/>
                    <a:pt x="295" y="791"/>
                  </a:cubicBezTo>
                  <a:cubicBezTo>
                    <a:pt x="294" y="789"/>
                    <a:pt x="292" y="784"/>
                    <a:pt x="293" y="785"/>
                  </a:cubicBezTo>
                  <a:cubicBezTo>
                    <a:pt x="295" y="786"/>
                    <a:pt x="295" y="787"/>
                    <a:pt x="298" y="787"/>
                  </a:cubicBezTo>
                  <a:cubicBezTo>
                    <a:pt x="298" y="787"/>
                    <a:pt x="299" y="787"/>
                    <a:pt x="298" y="787"/>
                  </a:cubicBezTo>
                  <a:cubicBezTo>
                    <a:pt x="297" y="786"/>
                    <a:pt x="295" y="785"/>
                    <a:pt x="295" y="784"/>
                  </a:cubicBezTo>
                  <a:cubicBezTo>
                    <a:pt x="296" y="782"/>
                    <a:pt x="298" y="782"/>
                    <a:pt x="299" y="783"/>
                  </a:cubicBezTo>
                  <a:cubicBezTo>
                    <a:pt x="301" y="784"/>
                    <a:pt x="308" y="789"/>
                    <a:pt x="308" y="789"/>
                  </a:cubicBezTo>
                  <a:cubicBezTo>
                    <a:pt x="309" y="790"/>
                    <a:pt x="309" y="790"/>
                    <a:pt x="309" y="790"/>
                  </a:cubicBezTo>
                  <a:cubicBezTo>
                    <a:pt x="310" y="791"/>
                    <a:pt x="310" y="792"/>
                    <a:pt x="310" y="793"/>
                  </a:cubicBezTo>
                  <a:cubicBezTo>
                    <a:pt x="310" y="796"/>
                    <a:pt x="308" y="797"/>
                    <a:pt x="305" y="797"/>
                  </a:cubicBezTo>
                  <a:cubicBezTo>
                    <a:pt x="306" y="802"/>
                    <a:pt x="306" y="806"/>
                    <a:pt x="309" y="811"/>
                  </a:cubicBezTo>
                  <a:cubicBezTo>
                    <a:pt x="311" y="809"/>
                    <a:pt x="313" y="809"/>
                    <a:pt x="313" y="808"/>
                  </a:cubicBezTo>
                  <a:cubicBezTo>
                    <a:pt x="316" y="810"/>
                    <a:pt x="317" y="811"/>
                    <a:pt x="317" y="814"/>
                  </a:cubicBezTo>
                  <a:cubicBezTo>
                    <a:pt x="315" y="818"/>
                    <a:pt x="310" y="817"/>
                    <a:pt x="309" y="819"/>
                  </a:cubicBezTo>
                  <a:cubicBezTo>
                    <a:pt x="308" y="823"/>
                    <a:pt x="309" y="831"/>
                    <a:pt x="307" y="834"/>
                  </a:cubicBezTo>
                  <a:cubicBezTo>
                    <a:pt x="307" y="835"/>
                    <a:pt x="306" y="835"/>
                    <a:pt x="305" y="834"/>
                  </a:cubicBezTo>
                  <a:cubicBezTo>
                    <a:pt x="304" y="831"/>
                    <a:pt x="305" y="824"/>
                    <a:pt x="305" y="820"/>
                  </a:cubicBezTo>
                  <a:cubicBezTo>
                    <a:pt x="303" y="821"/>
                    <a:pt x="299" y="823"/>
                    <a:pt x="295" y="823"/>
                  </a:cubicBezTo>
                  <a:cubicBezTo>
                    <a:pt x="295" y="824"/>
                    <a:pt x="295" y="824"/>
                    <a:pt x="295" y="825"/>
                  </a:cubicBezTo>
                  <a:cubicBezTo>
                    <a:pt x="297" y="826"/>
                    <a:pt x="297" y="827"/>
                    <a:pt x="298" y="828"/>
                  </a:cubicBezTo>
                  <a:cubicBezTo>
                    <a:pt x="298" y="829"/>
                    <a:pt x="296" y="830"/>
                    <a:pt x="296" y="831"/>
                  </a:cubicBezTo>
                  <a:cubicBezTo>
                    <a:pt x="295" y="831"/>
                    <a:pt x="293" y="830"/>
                    <a:pt x="291" y="829"/>
                  </a:cubicBezTo>
                  <a:cubicBezTo>
                    <a:pt x="290" y="829"/>
                    <a:pt x="289" y="829"/>
                    <a:pt x="289" y="829"/>
                  </a:cubicBezTo>
                  <a:close/>
                  <a:moveTo>
                    <a:pt x="317" y="787"/>
                  </a:moveTo>
                  <a:cubicBezTo>
                    <a:pt x="317" y="785"/>
                    <a:pt x="319" y="786"/>
                    <a:pt x="320" y="786"/>
                  </a:cubicBezTo>
                  <a:cubicBezTo>
                    <a:pt x="323" y="788"/>
                    <a:pt x="325" y="789"/>
                    <a:pt x="326" y="794"/>
                  </a:cubicBezTo>
                  <a:cubicBezTo>
                    <a:pt x="326" y="795"/>
                    <a:pt x="326" y="796"/>
                    <a:pt x="325" y="798"/>
                  </a:cubicBezTo>
                  <a:cubicBezTo>
                    <a:pt x="323" y="798"/>
                    <a:pt x="319" y="798"/>
                    <a:pt x="319" y="795"/>
                  </a:cubicBezTo>
                  <a:cubicBezTo>
                    <a:pt x="318" y="793"/>
                    <a:pt x="316" y="788"/>
                    <a:pt x="317" y="787"/>
                  </a:cubicBezTo>
                  <a:close/>
                  <a:moveTo>
                    <a:pt x="341" y="802"/>
                  </a:moveTo>
                  <a:cubicBezTo>
                    <a:pt x="334" y="803"/>
                    <a:pt x="319" y="845"/>
                    <a:pt x="312" y="854"/>
                  </a:cubicBezTo>
                  <a:cubicBezTo>
                    <a:pt x="308" y="861"/>
                    <a:pt x="306" y="861"/>
                    <a:pt x="303" y="858"/>
                  </a:cubicBezTo>
                  <a:cubicBezTo>
                    <a:pt x="299" y="854"/>
                    <a:pt x="294" y="836"/>
                    <a:pt x="295" y="832"/>
                  </a:cubicBezTo>
                  <a:cubicBezTo>
                    <a:pt x="296" y="833"/>
                    <a:pt x="297" y="836"/>
                    <a:pt x="297" y="837"/>
                  </a:cubicBezTo>
                  <a:cubicBezTo>
                    <a:pt x="298" y="836"/>
                    <a:pt x="297" y="836"/>
                    <a:pt x="298" y="835"/>
                  </a:cubicBezTo>
                  <a:cubicBezTo>
                    <a:pt x="299" y="838"/>
                    <a:pt x="303" y="846"/>
                    <a:pt x="304" y="847"/>
                  </a:cubicBezTo>
                  <a:cubicBezTo>
                    <a:pt x="307" y="849"/>
                    <a:pt x="308" y="844"/>
                    <a:pt x="310" y="842"/>
                  </a:cubicBezTo>
                  <a:cubicBezTo>
                    <a:pt x="314" y="834"/>
                    <a:pt x="325" y="807"/>
                    <a:pt x="329" y="799"/>
                  </a:cubicBezTo>
                  <a:cubicBezTo>
                    <a:pt x="332" y="794"/>
                    <a:pt x="334" y="789"/>
                    <a:pt x="331" y="786"/>
                  </a:cubicBezTo>
                  <a:cubicBezTo>
                    <a:pt x="320" y="780"/>
                    <a:pt x="306" y="784"/>
                    <a:pt x="296" y="778"/>
                  </a:cubicBezTo>
                  <a:cubicBezTo>
                    <a:pt x="296" y="778"/>
                    <a:pt x="296" y="778"/>
                    <a:pt x="296" y="778"/>
                  </a:cubicBezTo>
                  <a:cubicBezTo>
                    <a:pt x="302" y="776"/>
                    <a:pt x="328" y="782"/>
                    <a:pt x="328" y="782"/>
                  </a:cubicBezTo>
                  <a:cubicBezTo>
                    <a:pt x="336" y="784"/>
                    <a:pt x="346" y="792"/>
                    <a:pt x="341" y="802"/>
                  </a:cubicBezTo>
                  <a:close/>
                  <a:moveTo>
                    <a:pt x="365" y="858"/>
                  </a:moveTo>
                  <a:cubicBezTo>
                    <a:pt x="365" y="858"/>
                    <a:pt x="363" y="859"/>
                    <a:pt x="362" y="859"/>
                  </a:cubicBezTo>
                  <a:cubicBezTo>
                    <a:pt x="362" y="859"/>
                    <a:pt x="362" y="860"/>
                    <a:pt x="360" y="861"/>
                  </a:cubicBezTo>
                  <a:cubicBezTo>
                    <a:pt x="360" y="861"/>
                    <a:pt x="358" y="862"/>
                    <a:pt x="356" y="861"/>
                  </a:cubicBezTo>
                  <a:cubicBezTo>
                    <a:pt x="356" y="861"/>
                    <a:pt x="355" y="860"/>
                    <a:pt x="354" y="860"/>
                  </a:cubicBezTo>
                  <a:cubicBezTo>
                    <a:pt x="354" y="860"/>
                    <a:pt x="352" y="859"/>
                    <a:pt x="351" y="859"/>
                  </a:cubicBezTo>
                  <a:cubicBezTo>
                    <a:pt x="351" y="859"/>
                    <a:pt x="349" y="859"/>
                    <a:pt x="352" y="858"/>
                  </a:cubicBezTo>
                  <a:cubicBezTo>
                    <a:pt x="352" y="858"/>
                    <a:pt x="352" y="857"/>
                    <a:pt x="353" y="857"/>
                  </a:cubicBezTo>
                  <a:cubicBezTo>
                    <a:pt x="353" y="857"/>
                    <a:pt x="354" y="857"/>
                    <a:pt x="354" y="857"/>
                  </a:cubicBezTo>
                  <a:cubicBezTo>
                    <a:pt x="354" y="857"/>
                    <a:pt x="354" y="856"/>
                    <a:pt x="355" y="857"/>
                  </a:cubicBezTo>
                  <a:cubicBezTo>
                    <a:pt x="355" y="857"/>
                    <a:pt x="356" y="858"/>
                    <a:pt x="357" y="855"/>
                  </a:cubicBezTo>
                  <a:cubicBezTo>
                    <a:pt x="357" y="855"/>
                    <a:pt x="357" y="855"/>
                    <a:pt x="358" y="855"/>
                  </a:cubicBezTo>
                  <a:cubicBezTo>
                    <a:pt x="358" y="855"/>
                    <a:pt x="362" y="853"/>
                    <a:pt x="371" y="847"/>
                  </a:cubicBezTo>
                  <a:cubicBezTo>
                    <a:pt x="371" y="847"/>
                    <a:pt x="379" y="842"/>
                    <a:pt x="384" y="837"/>
                  </a:cubicBezTo>
                  <a:cubicBezTo>
                    <a:pt x="384" y="837"/>
                    <a:pt x="388" y="834"/>
                    <a:pt x="393" y="830"/>
                  </a:cubicBezTo>
                  <a:cubicBezTo>
                    <a:pt x="393" y="830"/>
                    <a:pt x="406" y="820"/>
                    <a:pt x="408" y="817"/>
                  </a:cubicBezTo>
                  <a:cubicBezTo>
                    <a:pt x="408" y="817"/>
                    <a:pt x="399" y="812"/>
                    <a:pt x="400" y="808"/>
                  </a:cubicBezTo>
                  <a:cubicBezTo>
                    <a:pt x="400" y="808"/>
                    <a:pt x="401" y="806"/>
                    <a:pt x="402" y="808"/>
                  </a:cubicBezTo>
                  <a:cubicBezTo>
                    <a:pt x="402" y="808"/>
                    <a:pt x="406" y="811"/>
                    <a:pt x="413" y="810"/>
                  </a:cubicBezTo>
                  <a:cubicBezTo>
                    <a:pt x="413" y="810"/>
                    <a:pt x="416" y="810"/>
                    <a:pt x="420" y="807"/>
                  </a:cubicBezTo>
                  <a:cubicBezTo>
                    <a:pt x="420" y="807"/>
                    <a:pt x="425" y="806"/>
                    <a:pt x="427" y="815"/>
                  </a:cubicBezTo>
                  <a:cubicBezTo>
                    <a:pt x="427" y="815"/>
                    <a:pt x="427" y="819"/>
                    <a:pt x="425" y="818"/>
                  </a:cubicBezTo>
                  <a:cubicBezTo>
                    <a:pt x="425" y="818"/>
                    <a:pt x="422" y="818"/>
                    <a:pt x="419" y="819"/>
                  </a:cubicBezTo>
                  <a:cubicBezTo>
                    <a:pt x="419" y="819"/>
                    <a:pt x="418" y="818"/>
                    <a:pt x="416" y="820"/>
                  </a:cubicBezTo>
                  <a:cubicBezTo>
                    <a:pt x="416" y="820"/>
                    <a:pt x="410" y="826"/>
                    <a:pt x="397" y="834"/>
                  </a:cubicBezTo>
                  <a:cubicBezTo>
                    <a:pt x="397" y="834"/>
                    <a:pt x="390" y="839"/>
                    <a:pt x="381" y="848"/>
                  </a:cubicBezTo>
                  <a:cubicBezTo>
                    <a:pt x="381" y="848"/>
                    <a:pt x="374" y="854"/>
                    <a:pt x="365" y="858"/>
                  </a:cubicBezTo>
                  <a:close/>
                  <a:moveTo>
                    <a:pt x="430" y="858"/>
                  </a:moveTo>
                  <a:cubicBezTo>
                    <a:pt x="430" y="858"/>
                    <a:pt x="430" y="859"/>
                    <a:pt x="430" y="860"/>
                  </a:cubicBezTo>
                  <a:cubicBezTo>
                    <a:pt x="430" y="860"/>
                    <a:pt x="430" y="862"/>
                    <a:pt x="427" y="862"/>
                  </a:cubicBezTo>
                  <a:cubicBezTo>
                    <a:pt x="427" y="862"/>
                    <a:pt x="420" y="864"/>
                    <a:pt x="419" y="866"/>
                  </a:cubicBezTo>
                  <a:cubicBezTo>
                    <a:pt x="419" y="866"/>
                    <a:pt x="415" y="869"/>
                    <a:pt x="416" y="872"/>
                  </a:cubicBezTo>
                  <a:cubicBezTo>
                    <a:pt x="416" y="872"/>
                    <a:pt x="416" y="874"/>
                    <a:pt x="413" y="875"/>
                  </a:cubicBezTo>
                  <a:cubicBezTo>
                    <a:pt x="413" y="875"/>
                    <a:pt x="411" y="875"/>
                    <a:pt x="409" y="875"/>
                  </a:cubicBezTo>
                  <a:cubicBezTo>
                    <a:pt x="409" y="875"/>
                    <a:pt x="407" y="873"/>
                    <a:pt x="404" y="875"/>
                  </a:cubicBezTo>
                  <a:cubicBezTo>
                    <a:pt x="404" y="875"/>
                    <a:pt x="404" y="876"/>
                    <a:pt x="402" y="875"/>
                  </a:cubicBezTo>
                  <a:cubicBezTo>
                    <a:pt x="402" y="875"/>
                    <a:pt x="402" y="874"/>
                    <a:pt x="401" y="874"/>
                  </a:cubicBezTo>
                  <a:cubicBezTo>
                    <a:pt x="401" y="874"/>
                    <a:pt x="400" y="873"/>
                    <a:pt x="400" y="872"/>
                  </a:cubicBezTo>
                  <a:cubicBezTo>
                    <a:pt x="400" y="872"/>
                    <a:pt x="400" y="870"/>
                    <a:pt x="398" y="869"/>
                  </a:cubicBezTo>
                  <a:cubicBezTo>
                    <a:pt x="398" y="869"/>
                    <a:pt x="397" y="869"/>
                    <a:pt x="397" y="867"/>
                  </a:cubicBezTo>
                  <a:cubicBezTo>
                    <a:pt x="397" y="867"/>
                    <a:pt x="396" y="861"/>
                    <a:pt x="395" y="858"/>
                  </a:cubicBezTo>
                  <a:cubicBezTo>
                    <a:pt x="395" y="858"/>
                    <a:pt x="394" y="855"/>
                    <a:pt x="391" y="854"/>
                  </a:cubicBezTo>
                  <a:cubicBezTo>
                    <a:pt x="391" y="854"/>
                    <a:pt x="387" y="848"/>
                    <a:pt x="389" y="848"/>
                  </a:cubicBezTo>
                  <a:cubicBezTo>
                    <a:pt x="389" y="848"/>
                    <a:pt x="393" y="848"/>
                    <a:pt x="396" y="854"/>
                  </a:cubicBezTo>
                  <a:cubicBezTo>
                    <a:pt x="396" y="854"/>
                    <a:pt x="396" y="856"/>
                    <a:pt x="396" y="858"/>
                  </a:cubicBezTo>
                  <a:cubicBezTo>
                    <a:pt x="396" y="858"/>
                    <a:pt x="397" y="859"/>
                    <a:pt x="399" y="866"/>
                  </a:cubicBezTo>
                  <a:cubicBezTo>
                    <a:pt x="399" y="866"/>
                    <a:pt x="400" y="867"/>
                    <a:pt x="400" y="865"/>
                  </a:cubicBezTo>
                  <a:cubicBezTo>
                    <a:pt x="402" y="863"/>
                    <a:pt x="402" y="863"/>
                    <a:pt x="402" y="863"/>
                  </a:cubicBezTo>
                  <a:cubicBezTo>
                    <a:pt x="402" y="863"/>
                    <a:pt x="403" y="861"/>
                    <a:pt x="404" y="862"/>
                  </a:cubicBezTo>
                  <a:cubicBezTo>
                    <a:pt x="404" y="862"/>
                    <a:pt x="404" y="863"/>
                    <a:pt x="405" y="862"/>
                  </a:cubicBezTo>
                  <a:cubicBezTo>
                    <a:pt x="405" y="862"/>
                    <a:pt x="408" y="860"/>
                    <a:pt x="410" y="858"/>
                  </a:cubicBezTo>
                  <a:cubicBezTo>
                    <a:pt x="410" y="858"/>
                    <a:pt x="413" y="856"/>
                    <a:pt x="412" y="855"/>
                  </a:cubicBezTo>
                  <a:cubicBezTo>
                    <a:pt x="412" y="855"/>
                    <a:pt x="409" y="851"/>
                    <a:pt x="408" y="850"/>
                  </a:cubicBezTo>
                  <a:cubicBezTo>
                    <a:pt x="408" y="850"/>
                    <a:pt x="405" y="848"/>
                    <a:pt x="407" y="848"/>
                  </a:cubicBezTo>
                  <a:cubicBezTo>
                    <a:pt x="407" y="848"/>
                    <a:pt x="408" y="848"/>
                    <a:pt x="411" y="849"/>
                  </a:cubicBezTo>
                  <a:cubicBezTo>
                    <a:pt x="411" y="849"/>
                    <a:pt x="417" y="850"/>
                    <a:pt x="419" y="848"/>
                  </a:cubicBezTo>
                  <a:cubicBezTo>
                    <a:pt x="419" y="848"/>
                    <a:pt x="419" y="846"/>
                    <a:pt x="421" y="847"/>
                  </a:cubicBezTo>
                  <a:cubicBezTo>
                    <a:pt x="421" y="847"/>
                    <a:pt x="424" y="850"/>
                    <a:pt x="425" y="850"/>
                  </a:cubicBezTo>
                  <a:cubicBezTo>
                    <a:pt x="425" y="850"/>
                    <a:pt x="431" y="852"/>
                    <a:pt x="430" y="858"/>
                  </a:cubicBezTo>
                  <a:close/>
                  <a:moveTo>
                    <a:pt x="485" y="876"/>
                  </a:moveTo>
                  <a:cubicBezTo>
                    <a:pt x="485" y="876"/>
                    <a:pt x="485" y="878"/>
                    <a:pt x="483" y="877"/>
                  </a:cubicBezTo>
                  <a:cubicBezTo>
                    <a:pt x="483" y="877"/>
                    <a:pt x="477" y="874"/>
                    <a:pt x="475" y="866"/>
                  </a:cubicBezTo>
                  <a:cubicBezTo>
                    <a:pt x="475" y="866"/>
                    <a:pt x="473" y="857"/>
                    <a:pt x="473" y="856"/>
                  </a:cubicBezTo>
                  <a:cubicBezTo>
                    <a:pt x="473" y="856"/>
                    <a:pt x="473" y="856"/>
                    <a:pt x="473" y="854"/>
                  </a:cubicBezTo>
                  <a:cubicBezTo>
                    <a:pt x="472" y="848"/>
                    <a:pt x="472" y="848"/>
                    <a:pt x="472" y="848"/>
                  </a:cubicBezTo>
                  <a:cubicBezTo>
                    <a:pt x="472" y="848"/>
                    <a:pt x="472" y="848"/>
                    <a:pt x="473" y="847"/>
                  </a:cubicBezTo>
                  <a:cubicBezTo>
                    <a:pt x="473" y="847"/>
                    <a:pt x="472" y="846"/>
                    <a:pt x="473" y="845"/>
                  </a:cubicBezTo>
                  <a:cubicBezTo>
                    <a:pt x="473" y="845"/>
                    <a:pt x="473" y="845"/>
                    <a:pt x="473" y="845"/>
                  </a:cubicBezTo>
                  <a:cubicBezTo>
                    <a:pt x="473" y="845"/>
                    <a:pt x="473" y="842"/>
                    <a:pt x="474" y="843"/>
                  </a:cubicBezTo>
                  <a:cubicBezTo>
                    <a:pt x="474" y="843"/>
                    <a:pt x="475" y="844"/>
                    <a:pt x="474" y="846"/>
                  </a:cubicBezTo>
                  <a:cubicBezTo>
                    <a:pt x="474" y="846"/>
                    <a:pt x="473" y="848"/>
                    <a:pt x="477" y="855"/>
                  </a:cubicBezTo>
                  <a:cubicBezTo>
                    <a:pt x="477" y="855"/>
                    <a:pt x="478" y="856"/>
                    <a:pt x="479" y="856"/>
                  </a:cubicBezTo>
                  <a:cubicBezTo>
                    <a:pt x="479" y="856"/>
                    <a:pt x="480" y="857"/>
                    <a:pt x="481" y="860"/>
                  </a:cubicBezTo>
                  <a:cubicBezTo>
                    <a:pt x="481" y="860"/>
                    <a:pt x="481" y="862"/>
                    <a:pt x="481" y="862"/>
                  </a:cubicBezTo>
                  <a:cubicBezTo>
                    <a:pt x="481" y="862"/>
                    <a:pt x="480" y="864"/>
                    <a:pt x="482" y="863"/>
                  </a:cubicBezTo>
                  <a:cubicBezTo>
                    <a:pt x="482" y="863"/>
                    <a:pt x="483" y="863"/>
                    <a:pt x="483" y="864"/>
                  </a:cubicBezTo>
                  <a:cubicBezTo>
                    <a:pt x="483" y="864"/>
                    <a:pt x="483" y="867"/>
                    <a:pt x="483" y="868"/>
                  </a:cubicBezTo>
                  <a:cubicBezTo>
                    <a:pt x="483" y="868"/>
                    <a:pt x="484" y="869"/>
                    <a:pt x="484" y="870"/>
                  </a:cubicBezTo>
                  <a:cubicBezTo>
                    <a:pt x="484" y="870"/>
                    <a:pt x="484" y="871"/>
                    <a:pt x="484" y="871"/>
                  </a:cubicBezTo>
                  <a:cubicBezTo>
                    <a:pt x="484" y="871"/>
                    <a:pt x="485" y="871"/>
                    <a:pt x="485" y="871"/>
                  </a:cubicBezTo>
                  <a:cubicBezTo>
                    <a:pt x="485" y="871"/>
                    <a:pt x="486" y="876"/>
                    <a:pt x="485" y="876"/>
                  </a:cubicBezTo>
                  <a:close/>
                  <a:moveTo>
                    <a:pt x="482" y="834"/>
                  </a:moveTo>
                  <a:cubicBezTo>
                    <a:pt x="482" y="834"/>
                    <a:pt x="481" y="833"/>
                    <a:pt x="480" y="833"/>
                  </a:cubicBezTo>
                  <a:cubicBezTo>
                    <a:pt x="480" y="833"/>
                    <a:pt x="479" y="833"/>
                    <a:pt x="478" y="833"/>
                  </a:cubicBezTo>
                  <a:cubicBezTo>
                    <a:pt x="478" y="833"/>
                    <a:pt x="476" y="833"/>
                    <a:pt x="477" y="831"/>
                  </a:cubicBezTo>
                  <a:cubicBezTo>
                    <a:pt x="477" y="831"/>
                    <a:pt x="479" y="827"/>
                    <a:pt x="478" y="823"/>
                  </a:cubicBezTo>
                  <a:cubicBezTo>
                    <a:pt x="478" y="823"/>
                    <a:pt x="478" y="822"/>
                    <a:pt x="479" y="821"/>
                  </a:cubicBezTo>
                  <a:cubicBezTo>
                    <a:pt x="479" y="821"/>
                    <a:pt x="479" y="820"/>
                    <a:pt x="480" y="821"/>
                  </a:cubicBezTo>
                  <a:cubicBezTo>
                    <a:pt x="480" y="821"/>
                    <a:pt x="485" y="828"/>
                    <a:pt x="485" y="832"/>
                  </a:cubicBezTo>
                  <a:cubicBezTo>
                    <a:pt x="485" y="832"/>
                    <a:pt x="486" y="835"/>
                    <a:pt x="482" y="834"/>
                  </a:cubicBezTo>
                  <a:close/>
                  <a:moveTo>
                    <a:pt x="540" y="838"/>
                  </a:moveTo>
                  <a:cubicBezTo>
                    <a:pt x="540" y="838"/>
                    <a:pt x="539" y="842"/>
                    <a:pt x="537" y="843"/>
                  </a:cubicBezTo>
                  <a:cubicBezTo>
                    <a:pt x="537" y="843"/>
                    <a:pt x="536" y="844"/>
                    <a:pt x="536" y="846"/>
                  </a:cubicBezTo>
                  <a:cubicBezTo>
                    <a:pt x="536" y="846"/>
                    <a:pt x="533" y="852"/>
                    <a:pt x="531" y="853"/>
                  </a:cubicBezTo>
                  <a:cubicBezTo>
                    <a:pt x="531" y="853"/>
                    <a:pt x="528" y="855"/>
                    <a:pt x="529" y="857"/>
                  </a:cubicBezTo>
                  <a:cubicBezTo>
                    <a:pt x="529" y="857"/>
                    <a:pt x="533" y="860"/>
                    <a:pt x="532" y="864"/>
                  </a:cubicBezTo>
                  <a:cubicBezTo>
                    <a:pt x="532" y="864"/>
                    <a:pt x="532" y="865"/>
                    <a:pt x="531" y="865"/>
                  </a:cubicBezTo>
                  <a:cubicBezTo>
                    <a:pt x="531" y="865"/>
                    <a:pt x="530" y="866"/>
                    <a:pt x="529" y="866"/>
                  </a:cubicBezTo>
                  <a:cubicBezTo>
                    <a:pt x="529" y="866"/>
                    <a:pt x="528" y="866"/>
                    <a:pt x="528" y="866"/>
                  </a:cubicBezTo>
                  <a:cubicBezTo>
                    <a:pt x="528" y="866"/>
                    <a:pt x="524" y="868"/>
                    <a:pt x="522" y="868"/>
                  </a:cubicBezTo>
                  <a:cubicBezTo>
                    <a:pt x="522" y="868"/>
                    <a:pt x="520" y="868"/>
                    <a:pt x="517" y="868"/>
                  </a:cubicBezTo>
                  <a:cubicBezTo>
                    <a:pt x="517" y="868"/>
                    <a:pt x="517" y="867"/>
                    <a:pt x="516" y="868"/>
                  </a:cubicBezTo>
                  <a:cubicBezTo>
                    <a:pt x="516" y="868"/>
                    <a:pt x="512" y="873"/>
                    <a:pt x="507" y="869"/>
                  </a:cubicBezTo>
                  <a:cubicBezTo>
                    <a:pt x="507" y="869"/>
                    <a:pt x="506" y="868"/>
                    <a:pt x="505" y="867"/>
                  </a:cubicBezTo>
                  <a:cubicBezTo>
                    <a:pt x="504" y="867"/>
                    <a:pt x="503" y="866"/>
                    <a:pt x="502" y="866"/>
                  </a:cubicBezTo>
                  <a:cubicBezTo>
                    <a:pt x="502" y="866"/>
                    <a:pt x="496" y="862"/>
                    <a:pt x="494" y="861"/>
                  </a:cubicBezTo>
                  <a:cubicBezTo>
                    <a:pt x="494" y="861"/>
                    <a:pt x="490" y="858"/>
                    <a:pt x="490" y="856"/>
                  </a:cubicBezTo>
                  <a:cubicBezTo>
                    <a:pt x="490" y="856"/>
                    <a:pt x="489" y="853"/>
                    <a:pt x="487" y="853"/>
                  </a:cubicBezTo>
                  <a:cubicBezTo>
                    <a:pt x="487" y="853"/>
                    <a:pt x="486" y="853"/>
                    <a:pt x="486" y="851"/>
                  </a:cubicBezTo>
                  <a:cubicBezTo>
                    <a:pt x="486" y="851"/>
                    <a:pt x="486" y="851"/>
                    <a:pt x="486" y="851"/>
                  </a:cubicBezTo>
                  <a:cubicBezTo>
                    <a:pt x="486" y="851"/>
                    <a:pt x="486" y="851"/>
                    <a:pt x="486" y="850"/>
                  </a:cubicBezTo>
                  <a:cubicBezTo>
                    <a:pt x="486" y="850"/>
                    <a:pt x="485" y="849"/>
                    <a:pt x="487" y="846"/>
                  </a:cubicBezTo>
                  <a:cubicBezTo>
                    <a:pt x="487" y="846"/>
                    <a:pt x="489" y="844"/>
                    <a:pt x="491" y="843"/>
                  </a:cubicBezTo>
                  <a:cubicBezTo>
                    <a:pt x="491" y="843"/>
                    <a:pt x="495" y="839"/>
                    <a:pt x="498" y="837"/>
                  </a:cubicBezTo>
                  <a:cubicBezTo>
                    <a:pt x="498" y="837"/>
                    <a:pt x="499" y="836"/>
                    <a:pt x="500" y="835"/>
                  </a:cubicBezTo>
                  <a:cubicBezTo>
                    <a:pt x="501" y="834"/>
                    <a:pt x="502" y="833"/>
                    <a:pt x="502" y="833"/>
                  </a:cubicBezTo>
                  <a:cubicBezTo>
                    <a:pt x="502" y="833"/>
                    <a:pt x="504" y="831"/>
                    <a:pt x="506" y="830"/>
                  </a:cubicBezTo>
                  <a:cubicBezTo>
                    <a:pt x="506" y="830"/>
                    <a:pt x="509" y="829"/>
                    <a:pt x="509" y="828"/>
                  </a:cubicBezTo>
                  <a:cubicBezTo>
                    <a:pt x="509" y="828"/>
                    <a:pt x="509" y="825"/>
                    <a:pt x="509" y="824"/>
                  </a:cubicBezTo>
                  <a:cubicBezTo>
                    <a:pt x="507" y="809"/>
                    <a:pt x="507" y="809"/>
                    <a:pt x="507" y="809"/>
                  </a:cubicBezTo>
                  <a:cubicBezTo>
                    <a:pt x="507" y="809"/>
                    <a:pt x="507" y="808"/>
                    <a:pt x="508" y="809"/>
                  </a:cubicBezTo>
                  <a:cubicBezTo>
                    <a:pt x="508" y="809"/>
                    <a:pt x="509" y="809"/>
                    <a:pt x="510" y="809"/>
                  </a:cubicBezTo>
                  <a:cubicBezTo>
                    <a:pt x="510" y="809"/>
                    <a:pt x="512" y="808"/>
                    <a:pt x="513" y="812"/>
                  </a:cubicBezTo>
                  <a:cubicBezTo>
                    <a:pt x="513" y="812"/>
                    <a:pt x="515" y="816"/>
                    <a:pt x="516" y="820"/>
                  </a:cubicBezTo>
                  <a:cubicBezTo>
                    <a:pt x="516" y="820"/>
                    <a:pt x="516" y="825"/>
                    <a:pt x="516" y="826"/>
                  </a:cubicBezTo>
                  <a:cubicBezTo>
                    <a:pt x="516" y="826"/>
                    <a:pt x="516" y="828"/>
                    <a:pt x="518" y="828"/>
                  </a:cubicBezTo>
                  <a:cubicBezTo>
                    <a:pt x="518" y="828"/>
                    <a:pt x="520" y="828"/>
                    <a:pt x="523" y="828"/>
                  </a:cubicBezTo>
                  <a:cubicBezTo>
                    <a:pt x="527" y="829"/>
                    <a:pt x="531" y="829"/>
                    <a:pt x="533" y="829"/>
                  </a:cubicBezTo>
                  <a:cubicBezTo>
                    <a:pt x="533" y="829"/>
                    <a:pt x="537" y="830"/>
                    <a:pt x="541" y="835"/>
                  </a:cubicBezTo>
                  <a:cubicBezTo>
                    <a:pt x="541" y="835"/>
                    <a:pt x="542" y="835"/>
                    <a:pt x="540" y="838"/>
                  </a:cubicBezTo>
                  <a:close/>
                  <a:moveTo>
                    <a:pt x="604" y="809"/>
                  </a:moveTo>
                  <a:cubicBezTo>
                    <a:pt x="604" y="809"/>
                    <a:pt x="603" y="809"/>
                    <a:pt x="603" y="811"/>
                  </a:cubicBezTo>
                  <a:cubicBezTo>
                    <a:pt x="603" y="811"/>
                    <a:pt x="602" y="814"/>
                    <a:pt x="603" y="816"/>
                  </a:cubicBezTo>
                  <a:cubicBezTo>
                    <a:pt x="603" y="816"/>
                    <a:pt x="603" y="818"/>
                    <a:pt x="602" y="821"/>
                  </a:cubicBezTo>
                  <a:cubicBezTo>
                    <a:pt x="602" y="821"/>
                    <a:pt x="598" y="826"/>
                    <a:pt x="601" y="831"/>
                  </a:cubicBezTo>
                  <a:cubicBezTo>
                    <a:pt x="601" y="831"/>
                    <a:pt x="604" y="834"/>
                    <a:pt x="601" y="836"/>
                  </a:cubicBezTo>
                  <a:cubicBezTo>
                    <a:pt x="601" y="836"/>
                    <a:pt x="600" y="837"/>
                    <a:pt x="599" y="840"/>
                  </a:cubicBezTo>
                  <a:cubicBezTo>
                    <a:pt x="599" y="840"/>
                    <a:pt x="599" y="842"/>
                    <a:pt x="599" y="842"/>
                  </a:cubicBezTo>
                  <a:cubicBezTo>
                    <a:pt x="599" y="842"/>
                    <a:pt x="598" y="844"/>
                    <a:pt x="598" y="845"/>
                  </a:cubicBezTo>
                  <a:cubicBezTo>
                    <a:pt x="598" y="845"/>
                    <a:pt x="598" y="847"/>
                    <a:pt x="595" y="848"/>
                  </a:cubicBezTo>
                  <a:cubicBezTo>
                    <a:pt x="595" y="848"/>
                    <a:pt x="593" y="850"/>
                    <a:pt x="592" y="851"/>
                  </a:cubicBezTo>
                  <a:cubicBezTo>
                    <a:pt x="592" y="851"/>
                    <a:pt x="591" y="853"/>
                    <a:pt x="590" y="853"/>
                  </a:cubicBezTo>
                  <a:cubicBezTo>
                    <a:pt x="590" y="853"/>
                    <a:pt x="590" y="853"/>
                    <a:pt x="590" y="854"/>
                  </a:cubicBezTo>
                  <a:cubicBezTo>
                    <a:pt x="590" y="854"/>
                    <a:pt x="589" y="856"/>
                    <a:pt x="586" y="857"/>
                  </a:cubicBezTo>
                  <a:cubicBezTo>
                    <a:pt x="586" y="857"/>
                    <a:pt x="586" y="850"/>
                    <a:pt x="586" y="848"/>
                  </a:cubicBezTo>
                  <a:cubicBezTo>
                    <a:pt x="586" y="848"/>
                    <a:pt x="586" y="845"/>
                    <a:pt x="586" y="843"/>
                  </a:cubicBezTo>
                  <a:cubicBezTo>
                    <a:pt x="586" y="843"/>
                    <a:pt x="586" y="840"/>
                    <a:pt x="588" y="840"/>
                  </a:cubicBezTo>
                  <a:cubicBezTo>
                    <a:pt x="588" y="840"/>
                    <a:pt x="588" y="841"/>
                    <a:pt x="588" y="840"/>
                  </a:cubicBezTo>
                  <a:cubicBezTo>
                    <a:pt x="588" y="840"/>
                    <a:pt x="590" y="836"/>
                    <a:pt x="590" y="835"/>
                  </a:cubicBezTo>
                  <a:cubicBezTo>
                    <a:pt x="590" y="835"/>
                    <a:pt x="588" y="834"/>
                    <a:pt x="588" y="834"/>
                  </a:cubicBezTo>
                  <a:cubicBezTo>
                    <a:pt x="588" y="834"/>
                    <a:pt x="587" y="833"/>
                    <a:pt x="587" y="832"/>
                  </a:cubicBezTo>
                  <a:cubicBezTo>
                    <a:pt x="587" y="832"/>
                    <a:pt x="587" y="832"/>
                    <a:pt x="586" y="831"/>
                  </a:cubicBezTo>
                  <a:cubicBezTo>
                    <a:pt x="586" y="831"/>
                    <a:pt x="584" y="830"/>
                    <a:pt x="584" y="831"/>
                  </a:cubicBezTo>
                  <a:cubicBezTo>
                    <a:pt x="584" y="831"/>
                    <a:pt x="584" y="831"/>
                    <a:pt x="582" y="831"/>
                  </a:cubicBezTo>
                  <a:cubicBezTo>
                    <a:pt x="582" y="831"/>
                    <a:pt x="573" y="829"/>
                    <a:pt x="577" y="827"/>
                  </a:cubicBezTo>
                  <a:cubicBezTo>
                    <a:pt x="577" y="827"/>
                    <a:pt x="582" y="827"/>
                    <a:pt x="585" y="822"/>
                  </a:cubicBezTo>
                  <a:cubicBezTo>
                    <a:pt x="585" y="822"/>
                    <a:pt x="586" y="822"/>
                    <a:pt x="587" y="814"/>
                  </a:cubicBezTo>
                  <a:cubicBezTo>
                    <a:pt x="587" y="814"/>
                    <a:pt x="587" y="813"/>
                    <a:pt x="586" y="813"/>
                  </a:cubicBezTo>
                  <a:cubicBezTo>
                    <a:pt x="586" y="813"/>
                    <a:pt x="585" y="812"/>
                    <a:pt x="586" y="812"/>
                  </a:cubicBezTo>
                  <a:cubicBezTo>
                    <a:pt x="586" y="812"/>
                    <a:pt x="586" y="811"/>
                    <a:pt x="585" y="810"/>
                  </a:cubicBezTo>
                  <a:cubicBezTo>
                    <a:pt x="585" y="810"/>
                    <a:pt x="584" y="809"/>
                    <a:pt x="585" y="808"/>
                  </a:cubicBezTo>
                  <a:cubicBezTo>
                    <a:pt x="585" y="808"/>
                    <a:pt x="585" y="807"/>
                    <a:pt x="584" y="806"/>
                  </a:cubicBezTo>
                  <a:cubicBezTo>
                    <a:pt x="584" y="806"/>
                    <a:pt x="584" y="806"/>
                    <a:pt x="584" y="805"/>
                  </a:cubicBezTo>
                  <a:cubicBezTo>
                    <a:pt x="584" y="805"/>
                    <a:pt x="584" y="805"/>
                    <a:pt x="583" y="803"/>
                  </a:cubicBezTo>
                  <a:cubicBezTo>
                    <a:pt x="583" y="803"/>
                    <a:pt x="583" y="803"/>
                    <a:pt x="584" y="802"/>
                  </a:cubicBezTo>
                  <a:cubicBezTo>
                    <a:pt x="584" y="802"/>
                    <a:pt x="585" y="803"/>
                    <a:pt x="584" y="801"/>
                  </a:cubicBezTo>
                  <a:cubicBezTo>
                    <a:pt x="584" y="801"/>
                    <a:pt x="583" y="800"/>
                    <a:pt x="582" y="799"/>
                  </a:cubicBezTo>
                  <a:cubicBezTo>
                    <a:pt x="581" y="798"/>
                    <a:pt x="581" y="798"/>
                    <a:pt x="581" y="798"/>
                  </a:cubicBezTo>
                  <a:cubicBezTo>
                    <a:pt x="577" y="791"/>
                    <a:pt x="577" y="791"/>
                    <a:pt x="577" y="791"/>
                  </a:cubicBezTo>
                  <a:cubicBezTo>
                    <a:pt x="577" y="791"/>
                    <a:pt x="574" y="788"/>
                    <a:pt x="578" y="789"/>
                  </a:cubicBezTo>
                  <a:cubicBezTo>
                    <a:pt x="578" y="789"/>
                    <a:pt x="581" y="788"/>
                    <a:pt x="584" y="789"/>
                  </a:cubicBezTo>
                  <a:cubicBezTo>
                    <a:pt x="584" y="789"/>
                    <a:pt x="587" y="789"/>
                    <a:pt x="589" y="789"/>
                  </a:cubicBezTo>
                  <a:cubicBezTo>
                    <a:pt x="589" y="789"/>
                    <a:pt x="590" y="788"/>
                    <a:pt x="591" y="792"/>
                  </a:cubicBezTo>
                  <a:cubicBezTo>
                    <a:pt x="591" y="792"/>
                    <a:pt x="593" y="795"/>
                    <a:pt x="593" y="795"/>
                  </a:cubicBezTo>
                  <a:cubicBezTo>
                    <a:pt x="593" y="795"/>
                    <a:pt x="598" y="796"/>
                    <a:pt x="599" y="797"/>
                  </a:cubicBezTo>
                  <a:cubicBezTo>
                    <a:pt x="599" y="797"/>
                    <a:pt x="599" y="797"/>
                    <a:pt x="599" y="796"/>
                  </a:cubicBezTo>
                  <a:cubicBezTo>
                    <a:pt x="599" y="796"/>
                    <a:pt x="601" y="796"/>
                    <a:pt x="603" y="798"/>
                  </a:cubicBezTo>
                  <a:cubicBezTo>
                    <a:pt x="603" y="798"/>
                    <a:pt x="602" y="800"/>
                    <a:pt x="604" y="799"/>
                  </a:cubicBezTo>
                  <a:cubicBezTo>
                    <a:pt x="604" y="799"/>
                    <a:pt x="606" y="799"/>
                    <a:pt x="606" y="802"/>
                  </a:cubicBezTo>
                  <a:cubicBezTo>
                    <a:pt x="606" y="802"/>
                    <a:pt x="607" y="806"/>
                    <a:pt x="604" y="809"/>
                  </a:cubicBezTo>
                  <a:close/>
                  <a:moveTo>
                    <a:pt x="632" y="834"/>
                  </a:moveTo>
                  <a:cubicBezTo>
                    <a:pt x="632" y="834"/>
                    <a:pt x="631" y="837"/>
                    <a:pt x="628" y="838"/>
                  </a:cubicBezTo>
                  <a:cubicBezTo>
                    <a:pt x="628" y="838"/>
                    <a:pt x="626" y="839"/>
                    <a:pt x="624" y="839"/>
                  </a:cubicBezTo>
                  <a:cubicBezTo>
                    <a:pt x="624" y="839"/>
                    <a:pt x="622" y="839"/>
                    <a:pt x="622" y="838"/>
                  </a:cubicBezTo>
                  <a:cubicBezTo>
                    <a:pt x="622" y="838"/>
                    <a:pt x="621" y="838"/>
                    <a:pt x="620" y="839"/>
                  </a:cubicBezTo>
                  <a:cubicBezTo>
                    <a:pt x="620" y="839"/>
                    <a:pt x="619" y="839"/>
                    <a:pt x="618" y="837"/>
                  </a:cubicBezTo>
                  <a:cubicBezTo>
                    <a:pt x="618" y="837"/>
                    <a:pt x="616" y="836"/>
                    <a:pt x="616" y="834"/>
                  </a:cubicBezTo>
                  <a:cubicBezTo>
                    <a:pt x="616" y="834"/>
                    <a:pt x="616" y="831"/>
                    <a:pt x="615" y="829"/>
                  </a:cubicBezTo>
                  <a:cubicBezTo>
                    <a:pt x="615" y="829"/>
                    <a:pt x="613" y="824"/>
                    <a:pt x="616" y="825"/>
                  </a:cubicBezTo>
                  <a:cubicBezTo>
                    <a:pt x="616" y="825"/>
                    <a:pt x="617" y="825"/>
                    <a:pt x="619" y="824"/>
                  </a:cubicBezTo>
                  <a:cubicBezTo>
                    <a:pt x="619" y="824"/>
                    <a:pt x="622" y="825"/>
                    <a:pt x="626" y="826"/>
                  </a:cubicBezTo>
                  <a:cubicBezTo>
                    <a:pt x="626" y="826"/>
                    <a:pt x="629" y="828"/>
                    <a:pt x="630" y="828"/>
                  </a:cubicBezTo>
                  <a:cubicBezTo>
                    <a:pt x="630" y="828"/>
                    <a:pt x="632" y="828"/>
                    <a:pt x="632" y="831"/>
                  </a:cubicBezTo>
                  <a:cubicBezTo>
                    <a:pt x="632" y="831"/>
                    <a:pt x="632" y="832"/>
                    <a:pt x="632" y="833"/>
                  </a:cubicBezTo>
                  <a:cubicBezTo>
                    <a:pt x="632" y="833"/>
                    <a:pt x="632" y="834"/>
                    <a:pt x="632" y="834"/>
                  </a:cubicBezTo>
                  <a:close/>
                  <a:moveTo>
                    <a:pt x="667" y="773"/>
                  </a:moveTo>
                  <a:cubicBezTo>
                    <a:pt x="667" y="773"/>
                    <a:pt x="665" y="772"/>
                    <a:pt x="664" y="772"/>
                  </a:cubicBezTo>
                  <a:cubicBezTo>
                    <a:pt x="664" y="772"/>
                    <a:pt x="662" y="770"/>
                    <a:pt x="662" y="773"/>
                  </a:cubicBezTo>
                  <a:cubicBezTo>
                    <a:pt x="662" y="773"/>
                    <a:pt x="656" y="778"/>
                    <a:pt x="656" y="783"/>
                  </a:cubicBezTo>
                  <a:cubicBezTo>
                    <a:pt x="656" y="783"/>
                    <a:pt x="656" y="784"/>
                    <a:pt x="657" y="785"/>
                  </a:cubicBezTo>
                  <a:cubicBezTo>
                    <a:pt x="657" y="785"/>
                    <a:pt x="657" y="788"/>
                    <a:pt x="656" y="789"/>
                  </a:cubicBezTo>
                  <a:cubicBezTo>
                    <a:pt x="656" y="789"/>
                    <a:pt x="656" y="792"/>
                    <a:pt x="655" y="793"/>
                  </a:cubicBezTo>
                  <a:cubicBezTo>
                    <a:pt x="655" y="793"/>
                    <a:pt x="654" y="793"/>
                    <a:pt x="653" y="794"/>
                  </a:cubicBezTo>
                  <a:cubicBezTo>
                    <a:pt x="653" y="794"/>
                    <a:pt x="653" y="794"/>
                    <a:pt x="652" y="794"/>
                  </a:cubicBezTo>
                  <a:cubicBezTo>
                    <a:pt x="652" y="794"/>
                    <a:pt x="647" y="794"/>
                    <a:pt x="648" y="791"/>
                  </a:cubicBezTo>
                  <a:cubicBezTo>
                    <a:pt x="648" y="791"/>
                    <a:pt x="648" y="787"/>
                    <a:pt x="648" y="785"/>
                  </a:cubicBezTo>
                  <a:cubicBezTo>
                    <a:pt x="648" y="785"/>
                    <a:pt x="646" y="782"/>
                    <a:pt x="649" y="781"/>
                  </a:cubicBezTo>
                  <a:cubicBezTo>
                    <a:pt x="649" y="781"/>
                    <a:pt x="651" y="780"/>
                    <a:pt x="652" y="780"/>
                  </a:cubicBezTo>
                  <a:cubicBezTo>
                    <a:pt x="652" y="780"/>
                    <a:pt x="653" y="780"/>
                    <a:pt x="654" y="779"/>
                  </a:cubicBezTo>
                  <a:cubicBezTo>
                    <a:pt x="654" y="779"/>
                    <a:pt x="659" y="773"/>
                    <a:pt x="661" y="770"/>
                  </a:cubicBezTo>
                  <a:cubicBezTo>
                    <a:pt x="661" y="770"/>
                    <a:pt x="662" y="769"/>
                    <a:pt x="660" y="767"/>
                  </a:cubicBezTo>
                  <a:cubicBezTo>
                    <a:pt x="660" y="767"/>
                    <a:pt x="654" y="762"/>
                    <a:pt x="650" y="760"/>
                  </a:cubicBezTo>
                  <a:cubicBezTo>
                    <a:pt x="650" y="760"/>
                    <a:pt x="645" y="758"/>
                    <a:pt x="642" y="759"/>
                  </a:cubicBezTo>
                  <a:cubicBezTo>
                    <a:pt x="642" y="759"/>
                    <a:pt x="634" y="758"/>
                    <a:pt x="640" y="756"/>
                  </a:cubicBezTo>
                  <a:cubicBezTo>
                    <a:pt x="640" y="756"/>
                    <a:pt x="645" y="754"/>
                    <a:pt x="654" y="760"/>
                  </a:cubicBezTo>
                  <a:cubicBezTo>
                    <a:pt x="654" y="760"/>
                    <a:pt x="660" y="764"/>
                    <a:pt x="661" y="767"/>
                  </a:cubicBezTo>
                  <a:cubicBezTo>
                    <a:pt x="661" y="767"/>
                    <a:pt x="662" y="768"/>
                    <a:pt x="663" y="767"/>
                  </a:cubicBezTo>
                  <a:cubicBezTo>
                    <a:pt x="663" y="767"/>
                    <a:pt x="666" y="765"/>
                    <a:pt x="664" y="763"/>
                  </a:cubicBezTo>
                  <a:cubicBezTo>
                    <a:pt x="664" y="763"/>
                    <a:pt x="661" y="757"/>
                    <a:pt x="650" y="750"/>
                  </a:cubicBezTo>
                  <a:cubicBezTo>
                    <a:pt x="650" y="750"/>
                    <a:pt x="646" y="747"/>
                    <a:pt x="644" y="748"/>
                  </a:cubicBezTo>
                  <a:cubicBezTo>
                    <a:pt x="644" y="748"/>
                    <a:pt x="642" y="747"/>
                    <a:pt x="644" y="747"/>
                  </a:cubicBezTo>
                  <a:cubicBezTo>
                    <a:pt x="644" y="747"/>
                    <a:pt x="649" y="745"/>
                    <a:pt x="656" y="750"/>
                  </a:cubicBezTo>
                  <a:cubicBezTo>
                    <a:pt x="656" y="750"/>
                    <a:pt x="661" y="754"/>
                    <a:pt x="664" y="758"/>
                  </a:cubicBezTo>
                  <a:cubicBezTo>
                    <a:pt x="664" y="758"/>
                    <a:pt x="666" y="760"/>
                    <a:pt x="665" y="758"/>
                  </a:cubicBezTo>
                  <a:cubicBezTo>
                    <a:pt x="665" y="758"/>
                    <a:pt x="664" y="756"/>
                    <a:pt x="665" y="755"/>
                  </a:cubicBezTo>
                  <a:cubicBezTo>
                    <a:pt x="665" y="755"/>
                    <a:pt x="665" y="755"/>
                    <a:pt x="665" y="754"/>
                  </a:cubicBezTo>
                  <a:cubicBezTo>
                    <a:pt x="665" y="754"/>
                    <a:pt x="664" y="753"/>
                    <a:pt x="664" y="752"/>
                  </a:cubicBezTo>
                  <a:cubicBezTo>
                    <a:pt x="664" y="752"/>
                    <a:pt x="665" y="752"/>
                    <a:pt x="663" y="752"/>
                  </a:cubicBezTo>
                  <a:cubicBezTo>
                    <a:pt x="663" y="752"/>
                    <a:pt x="662" y="751"/>
                    <a:pt x="661" y="751"/>
                  </a:cubicBezTo>
                  <a:cubicBezTo>
                    <a:pt x="661" y="751"/>
                    <a:pt x="656" y="751"/>
                    <a:pt x="660" y="750"/>
                  </a:cubicBezTo>
                  <a:cubicBezTo>
                    <a:pt x="660" y="750"/>
                    <a:pt x="661" y="750"/>
                    <a:pt x="663" y="750"/>
                  </a:cubicBezTo>
                  <a:cubicBezTo>
                    <a:pt x="663" y="750"/>
                    <a:pt x="664" y="750"/>
                    <a:pt x="663" y="749"/>
                  </a:cubicBezTo>
                  <a:cubicBezTo>
                    <a:pt x="663" y="749"/>
                    <a:pt x="661" y="745"/>
                    <a:pt x="661" y="744"/>
                  </a:cubicBezTo>
                  <a:cubicBezTo>
                    <a:pt x="661" y="744"/>
                    <a:pt x="660" y="742"/>
                    <a:pt x="660" y="744"/>
                  </a:cubicBezTo>
                  <a:cubicBezTo>
                    <a:pt x="660" y="744"/>
                    <a:pt x="659" y="746"/>
                    <a:pt x="656" y="744"/>
                  </a:cubicBezTo>
                  <a:cubicBezTo>
                    <a:pt x="656" y="744"/>
                    <a:pt x="651" y="744"/>
                    <a:pt x="651" y="741"/>
                  </a:cubicBezTo>
                  <a:cubicBezTo>
                    <a:pt x="651" y="741"/>
                    <a:pt x="652" y="737"/>
                    <a:pt x="649" y="737"/>
                  </a:cubicBezTo>
                  <a:cubicBezTo>
                    <a:pt x="649" y="737"/>
                    <a:pt x="646" y="736"/>
                    <a:pt x="649" y="735"/>
                  </a:cubicBezTo>
                  <a:cubicBezTo>
                    <a:pt x="649" y="735"/>
                    <a:pt x="652" y="734"/>
                    <a:pt x="656" y="735"/>
                  </a:cubicBezTo>
                  <a:cubicBezTo>
                    <a:pt x="656" y="735"/>
                    <a:pt x="656" y="736"/>
                    <a:pt x="658" y="735"/>
                  </a:cubicBezTo>
                  <a:cubicBezTo>
                    <a:pt x="658" y="735"/>
                    <a:pt x="667" y="731"/>
                    <a:pt x="668" y="737"/>
                  </a:cubicBezTo>
                  <a:cubicBezTo>
                    <a:pt x="668" y="737"/>
                    <a:pt x="667" y="741"/>
                    <a:pt x="669" y="744"/>
                  </a:cubicBezTo>
                  <a:cubicBezTo>
                    <a:pt x="669" y="744"/>
                    <a:pt x="669" y="746"/>
                    <a:pt x="669" y="747"/>
                  </a:cubicBezTo>
                  <a:cubicBezTo>
                    <a:pt x="669" y="747"/>
                    <a:pt x="669" y="748"/>
                    <a:pt x="670" y="750"/>
                  </a:cubicBezTo>
                  <a:cubicBezTo>
                    <a:pt x="670" y="750"/>
                    <a:pt x="671" y="750"/>
                    <a:pt x="670" y="751"/>
                  </a:cubicBezTo>
                  <a:cubicBezTo>
                    <a:pt x="670" y="751"/>
                    <a:pt x="670" y="753"/>
                    <a:pt x="670" y="755"/>
                  </a:cubicBezTo>
                  <a:cubicBezTo>
                    <a:pt x="670" y="755"/>
                    <a:pt x="669" y="758"/>
                    <a:pt x="671" y="756"/>
                  </a:cubicBezTo>
                  <a:cubicBezTo>
                    <a:pt x="671" y="756"/>
                    <a:pt x="676" y="749"/>
                    <a:pt x="678" y="746"/>
                  </a:cubicBezTo>
                  <a:cubicBezTo>
                    <a:pt x="678" y="746"/>
                    <a:pt x="680" y="744"/>
                    <a:pt x="677" y="744"/>
                  </a:cubicBezTo>
                  <a:cubicBezTo>
                    <a:pt x="677" y="744"/>
                    <a:pt x="674" y="743"/>
                    <a:pt x="672" y="742"/>
                  </a:cubicBezTo>
                  <a:cubicBezTo>
                    <a:pt x="672" y="742"/>
                    <a:pt x="670" y="741"/>
                    <a:pt x="672" y="740"/>
                  </a:cubicBezTo>
                  <a:cubicBezTo>
                    <a:pt x="672" y="740"/>
                    <a:pt x="674" y="741"/>
                    <a:pt x="674" y="740"/>
                  </a:cubicBezTo>
                  <a:cubicBezTo>
                    <a:pt x="674" y="740"/>
                    <a:pt x="673" y="739"/>
                    <a:pt x="674" y="739"/>
                  </a:cubicBezTo>
                  <a:cubicBezTo>
                    <a:pt x="674" y="739"/>
                    <a:pt x="676" y="739"/>
                    <a:pt x="676" y="737"/>
                  </a:cubicBezTo>
                  <a:cubicBezTo>
                    <a:pt x="676" y="737"/>
                    <a:pt x="675" y="734"/>
                    <a:pt x="674" y="735"/>
                  </a:cubicBezTo>
                  <a:cubicBezTo>
                    <a:pt x="674" y="735"/>
                    <a:pt x="670" y="735"/>
                    <a:pt x="669" y="733"/>
                  </a:cubicBezTo>
                  <a:cubicBezTo>
                    <a:pt x="669" y="733"/>
                    <a:pt x="667" y="732"/>
                    <a:pt x="667" y="731"/>
                  </a:cubicBezTo>
                  <a:cubicBezTo>
                    <a:pt x="667" y="731"/>
                    <a:pt x="667" y="730"/>
                    <a:pt x="669" y="731"/>
                  </a:cubicBezTo>
                  <a:cubicBezTo>
                    <a:pt x="669" y="731"/>
                    <a:pt x="673" y="733"/>
                    <a:pt x="671" y="730"/>
                  </a:cubicBezTo>
                  <a:cubicBezTo>
                    <a:pt x="669" y="728"/>
                    <a:pt x="669" y="728"/>
                    <a:pt x="669" y="728"/>
                  </a:cubicBezTo>
                  <a:cubicBezTo>
                    <a:pt x="669" y="728"/>
                    <a:pt x="669" y="726"/>
                    <a:pt x="666" y="728"/>
                  </a:cubicBezTo>
                  <a:cubicBezTo>
                    <a:pt x="666" y="728"/>
                    <a:pt x="660" y="729"/>
                    <a:pt x="662" y="727"/>
                  </a:cubicBezTo>
                  <a:cubicBezTo>
                    <a:pt x="662" y="727"/>
                    <a:pt x="664" y="726"/>
                    <a:pt x="663" y="725"/>
                  </a:cubicBezTo>
                  <a:cubicBezTo>
                    <a:pt x="663" y="725"/>
                    <a:pt x="663" y="724"/>
                    <a:pt x="665" y="723"/>
                  </a:cubicBezTo>
                  <a:cubicBezTo>
                    <a:pt x="665" y="723"/>
                    <a:pt x="666" y="722"/>
                    <a:pt x="665" y="721"/>
                  </a:cubicBezTo>
                  <a:cubicBezTo>
                    <a:pt x="665" y="721"/>
                    <a:pt x="665" y="721"/>
                    <a:pt x="668" y="720"/>
                  </a:cubicBezTo>
                  <a:cubicBezTo>
                    <a:pt x="668" y="720"/>
                    <a:pt x="676" y="717"/>
                    <a:pt x="677" y="721"/>
                  </a:cubicBezTo>
                  <a:cubicBezTo>
                    <a:pt x="677" y="721"/>
                    <a:pt x="678" y="723"/>
                    <a:pt x="677" y="725"/>
                  </a:cubicBezTo>
                  <a:cubicBezTo>
                    <a:pt x="677" y="725"/>
                    <a:pt x="676" y="725"/>
                    <a:pt x="677" y="729"/>
                  </a:cubicBezTo>
                  <a:cubicBezTo>
                    <a:pt x="677" y="729"/>
                    <a:pt x="677" y="731"/>
                    <a:pt x="679" y="732"/>
                  </a:cubicBezTo>
                  <a:cubicBezTo>
                    <a:pt x="679" y="732"/>
                    <a:pt x="680" y="734"/>
                    <a:pt x="681" y="736"/>
                  </a:cubicBezTo>
                  <a:cubicBezTo>
                    <a:pt x="681" y="736"/>
                    <a:pt x="683" y="739"/>
                    <a:pt x="683" y="740"/>
                  </a:cubicBezTo>
                  <a:cubicBezTo>
                    <a:pt x="683" y="740"/>
                    <a:pt x="683" y="742"/>
                    <a:pt x="684" y="741"/>
                  </a:cubicBezTo>
                  <a:cubicBezTo>
                    <a:pt x="684" y="741"/>
                    <a:pt x="692" y="731"/>
                    <a:pt x="698" y="734"/>
                  </a:cubicBezTo>
                  <a:cubicBezTo>
                    <a:pt x="698" y="734"/>
                    <a:pt x="701" y="733"/>
                    <a:pt x="697" y="738"/>
                  </a:cubicBezTo>
                  <a:cubicBezTo>
                    <a:pt x="697" y="738"/>
                    <a:pt x="696" y="740"/>
                    <a:pt x="695" y="740"/>
                  </a:cubicBezTo>
                  <a:cubicBezTo>
                    <a:pt x="688" y="743"/>
                    <a:pt x="688" y="743"/>
                    <a:pt x="688" y="743"/>
                  </a:cubicBezTo>
                  <a:cubicBezTo>
                    <a:pt x="688" y="743"/>
                    <a:pt x="686" y="744"/>
                    <a:pt x="689" y="742"/>
                  </a:cubicBezTo>
                  <a:cubicBezTo>
                    <a:pt x="689" y="742"/>
                    <a:pt x="692" y="739"/>
                    <a:pt x="692" y="738"/>
                  </a:cubicBezTo>
                  <a:cubicBezTo>
                    <a:pt x="692" y="738"/>
                    <a:pt x="692" y="736"/>
                    <a:pt x="691" y="738"/>
                  </a:cubicBezTo>
                  <a:cubicBezTo>
                    <a:pt x="691" y="738"/>
                    <a:pt x="687" y="741"/>
                    <a:pt x="686" y="742"/>
                  </a:cubicBezTo>
                  <a:cubicBezTo>
                    <a:pt x="686" y="742"/>
                    <a:pt x="684" y="743"/>
                    <a:pt x="685" y="745"/>
                  </a:cubicBezTo>
                  <a:cubicBezTo>
                    <a:pt x="685" y="745"/>
                    <a:pt x="685" y="746"/>
                    <a:pt x="685" y="746"/>
                  </a:cubicBezTo>
                  <a:cubicBezTo>
                    <a:pt x="685" y="746"/>
                    <a:pt x="685" y="747"/>
                    <a:pt x="685" y="747"/>
                  </a:cubicBezTo>
                  <a:cubicBezTo>
                    <a:pt x="685" y="747"/>
                    <a:pt x="687" y="751"/>
                    <a:pt x="684" y="751"/>
                  </a:cubicBezTo>
                  <a:cubicBezTo>
                    <a:pt x="684" y="751"/>
                    <a:pt x="681" y="751"/>
                    <a:pt x="680" y="749"/>
                  </a:cubicBezTo>
                  <a:cubicBezTo>
                    <a:pt x="680" y="749"/>
                    <a:pt x="679" y="747"/>
                    <a:pt x="678" y="750"/>
                  </a:cubicBezTo>
                  <a:cubicBezTo>
                    <a:pt x="678" y="750"/>
                    <a:pt x="675" y="755"/>
                    <a:pt x="673" y="757"/>
                  </a:cubicBezTo>
                  <a:cubicBezTo>
                    <a:pt x="673" y="757"/>
                    <a:pt x="668" y="762"/>
                    <a:pt x="669" y="763"/>
                  </a:cubicBezTo>
                  <a:cubicBezTo>
                    <a:pt x="669" y="763"/>
                    <a:pt x="671" y="765"/>
                    <a:pt x="670" y="765"/>
                  </a:cubicBezTo>
                  <a:cubicBezTo>
                    <a:pt x="670" y="765"/>
                    <a:pt x="669" y="766"/>
                    <a:pt x="667" y="765"/>
                  </a:cubicBezTo>
                  <a:cubicBezTo>
                    <a:pt x="667" y="765"/>
                    <a:pt x="667" y="765"/>
                    <a:pt x="666" y="767"/>
                  </a:cubicBezTo>
                  <a:cubicBezTo>
                    <a:pt x="666" y="767"/>
                    <a:pt x="663" y="770"/>
                    <a:pt x="665" y="771"/>
                  </a:cubicBezTo>
                  <a:cubicBezTo>
                    <a:pt x="665" y="771"/>
                    <a:pt x="666" y="771"/>
                    <a:pt x="667" y="772"/>
                  </a:cubicBezTo>
                  <a:cubicBezTo>
                    <a:pt x="667" y="772"/>
                    <a:pt x="669" y="772"/>
                    <a:pt x="667" y="773"/>
                  </a:cubicBezTo>
                  <a:close/>
                  <a:moveTo>
                    <a:pt x="706" y="796"/>
                  </a:moveTo>
                  <a:cubicBezTo>
                    <a:pt x="706" y="796"/>
                    <a:pt x="706" y="797"/>
                    <a:pt x="706" y="799"/>
                  </a:cubicBezTo>
                  <a:cubicBezTo>
                    <a:pt x="706" y="799"/>
                    <a:pt x="706" y="800"/>
                    <a:pt x="705" y="801"/>
                  </a:cubicBezTo>
                  <a:cubicBezTo>
                    <a:pt x="695" y="808"/>
                    <a:pt x="695" y="808"/>
                    <a:pt x="695" y="808"/>
                  </a:cubicBezTo>
                  <a:cubicBezTo>
                    <a:pt x="695" y="808"/>
                    <a:pt x="694" y="807"/>
                    <a:pt x="693" y="809"/>
                  </a:cubicBezTo>
                  <a:cubicBezTo>
                    <a:pt x="693" y="809"/>
                    <a:pt x="693" y="808"/>
                    <a:pt x="692" y="808"/>
                  </a:cubicBezTo>
                  <a:cubicBezTo>
                    <a:pt x="692" y="808"/>
                    <a:pt x="692" y="808"/>
                    <a:pt x="692" y="809"/>
                  </a:cubicBezTo>
                  <a:cubicBezTo>
                    <a:pt x="692" y="809"/>
                    <a:pt x="690" y="808"/>
                    <a:pt x="690" y="809"/>
                  </a:cubicBezTo>
                  <a:cubicBezTo>
                    <a:pt x="684" y="810"/>
                    <a:pt x="684" y="810"/>
                    <a:pt x="684" y="810"/>
                  </a:cubicBezTo>
                  <a:cubicBezTo>
                    <a:pt x="684" y="810"/>
                    <a:pt x="682" y="810"/>
                    <a:pt x="685" y="809"/>
                  </a:cubicBezTo>
                  <a:cubicBezTo>
                    <a:pt x="685" y="809"/>
                    <a:pt x="692" y="807"/>
                    <a:pt x="688" y="807"/>
                  </a:cubicBezTo>
                  <a:cubicBezTo>
                    <a:pt x="688" y="807"/>
                    <a:pt x="686" y="806"/>
                    <a:pt x="688" y="806"/>
                  </a:cubicBezTo>
                  <a:cubicBezTo>
                    <a:pt x="688" y="806"/>
                    <a:pt x="695" y="801"/>
                    <a:pt x="697" y="796"/>
                  </a:cubicBezTo>
                  <a:cubicBezTo>
                    <a:pt x="697" y="796"/>
                    <a:pt x="704" y="785"/>
                    <a:pt x="695" y="779"/>
                  </a:cubicBezTo>
                  <a:cubicBezTo>
                    <a:pt x="695" y="779"/>
                    <a:pt x="691" y="779"/>
                    <a:pt x="688" y="784"/>
                  </a:cubicBezTo>
                  <a:cubicBezTo>
                    <a:pt x="688" y="784"/>
                    <a:pt x="686" y="789"/>
                    <a:pt x="683" y="790"/>
                  </a:cubicBezTo>
                  <a:cubicBezTo>
                    <a:pt x="683" y="790"/>
                    <a:pt x="678" y="789"/>
                    <a:pt x="675" y="787"/>
                  </a:cubicBezTo>
                  <a:cubicBezTo>
                    <a:pt x="675" y="787"/>
                    <a:pt x="672" y="786"/>
                    <a:pt x="675" y="786"/>
                  </a:cubicBezTo>
                  <a:cubicBezTo>
                    <a:pt x="675" y="786"/>
                    <a:pt x="676" y="786"/>
                    <a:pt x="678" y="784"/>
                  </a:cubicBezTo>
                  <a:cubicBezTo>
                    <a:pt x="678" y="784"/>
                    <a:pt x="681" y="783"/>
                    <a:pt x="681" y="782"/>
                  </a:cubicBezTo>
                  <a:cubicBezTo>
                    <a:pt x="681" y="782"/>
                    <a:pt x="683" y="779"/>
                    <a:pt x="685" y="777"/>
                  </a:cubicBezTo>
                  <a:cubicBezTo>
                    <a:pt x="685" y="777"/>
                    <a:pt x="688" y="775"/>
                    <a:pt x="689" y="773"/>
                  </a:cubicBezTo>
                  <a:cubicBezTo>
                    <a:pt x="689" y="773"/>
                    <a:pt x="689" y="771"/>
                    <a:pt x="687" y="772"/>
                  </a:cubicBezTo>
                  <a:cubicBezTo>
                    <a:pt x="687" y="772"/>
                    <a:pt x="683" y="776"/>
                    <a:pt x="679" y="769"/>
                  </a:cubicBezTo>
                  <a:cubicBezTo>
                    <a:pt x="679" y="769"/>
                    <a:pt x="679" y="761"/>
                    <a:pt x="678" y="764"/>
                  </a:cubicBezTo>
                  <a:cubicBezTo>
                    <a:pt x="678" y="764"/>
                    <a:pt x="676" y="769"/>
                    <a:pt x="673" y="770"/>
                  </a:cubicBezTo>
                  <a:cubicBezTo>
                    <a:pt x="673" y="770"/>
                    <a:pt x="671" y="771"/>
                    <a:pt x="669" y="770"/>
                  </a:cubicBezTo>
                  <a:cubicBezTo>
                    <a:pt x="669" y="770"/>
                    <a:pt x="666" y="769"/>
                    <a:pt x="669" y="769"/>
                  </a:cubicBezTo>
                  <a:cubicBezTo>
                    <a:pt x="669" y="769"/>
                    <a:pt x="672" y="768"/>
                    <a:pt x="674" y="764"/>
                  </a:cubicBezTo>
                  <a:cubicBezTo>
                    <a:pt x="674" y="764"/>
                    <a:pt x="676" y="761"/>
                    <a:pt x="676" y="759"/>
                  </a:cubicBezTo>
                  <a:cubicBezTo>
                    <a:pt x="676" y="759"/>
                    <a:pt x="675" y="758"/>
                    <a:pt x="678" y="757"/>
                  </a:cubicBezTo>
                  <a:cubicBezTo>
                    <a:pt x="678" y="757"/>
                    <a:pt x="684" y="752"/>
                    <a:pt x="688" y="755"/>
                  </a:cubicBezTo>
                  <a:cubicBezTo>
                    <a:pt x="688" y="755"/>
                    <a:pt x="689" y="757"/>
                    <a:pt x="688" y="760"/>
                  </a:cubicBezTo>
                  <a:cubicBezTo>
                    <a:pt x="688" y="760"/>
                    <a:pt x="687" y="762"/>
                    <a:pt x="690" y="765"/>
                  </a:cubicBezTo>
                  <a:cubicBezTo>
                    <a:pt x="690" y="765"/>
                    <a:pt x="694" y="767"/>
                    <a:pt x="695" y="766"/>
                  </a:cubicBezTo>
                  <a:cubicBezTo>
                    <a:pt x="695" y="766"/>
                    <a:pt x="700" y="762"/>
                    <a:pt x="702" y="763"/>
                  </a:cubicBezTo>
                  <a:cubicBezTo>
                    <a:pt x="702" y="763"/>
                    <a:pt x="706" y="763"/>
                    <a:pt x="705" y="766"/>
                  </a:cubicBezTo>
                  <a:cubicBezTo>
                    <a:pt x="705" y="766"/>
                    <a:pt x="704" y="768"/>
                    <a:pt x="704" y="769"/>
                  </a:cubicBezTo>
                  <a:cubicBezTo>
                    <a:pt x="704" y="769"/>
                    <a:pt x="704" y="769"/>
                    <a:pt x="702" y="770"/>
                  </a:cubicBezTo>
                  <a:cubicBezTo>
                    <a:pt x="702" y="770"/>
                    <a:pt x="699" y="772"/>
                    <a:pt x="702" y="775"/>
                  </a:cubicBezTo>
                  <a:cubicBezTo>
                    <a:pt x="707" y="782"/>
                    <a:pt x="707" y="782"/>
                    <a:pt x="707" y="782"/>
                  </a:cubicBezTo>
                  <a:cubicBezTo>
                    <a:pt x="707" y="782"/>
                    <a:pt x="709" y="788"/>
                    <a:pt x="708" y="793"/>
                  </a:cubicBezTo>
                  <a:cubicBezTo>
                    <a:pt x="708" y="793"/>
                    <a:pt x="707" y="795"/>
                    <a:pt x="706" y="796"/>
                  </a:cubicBezTo>
                  <a:close/>
                  <a:moveTo>
                    <a:pt x="452" y="787"/>
                  </a:moveTo>
                  <a:cubicBezTo>
                    <a:pt x="268" y="787"/>
                    <a:pt x="119" y="638"/>
                    <a:pt x="119" y="454"/>
                  </a:cubicBezTo>
                  <a:cubicBezTo>
                    <a:pt x="119" y="270"/>
                    <a:pt x="268" y="121"/>
                    <a:pt x="452" y="121"/>
                  </a:cubicBezTo>
                  <a:cubicBezTo>
                    <a:pt x="636" y="121"/>
                    <a:pt x="785" y="270"/>
                    <a:pt x="785" y="454"/>
                  </a:cubicBezTo>
                  <a:cubicBezTo>
                    <a:pt x="785" y="638"/>
                    <a:pt x="636" y="787"/>
                    <a:pt x="452" y="787"/>
                  </a:cubicBezTo>
                  <a:close/>
                  <a:moveTo>
                    <a:pt x="779" y="318"/>
                  </a:moveTo>
                  <a:cubicBezTo>
                    <a:pt x="776" y="310"/>
                    <a:pt x="775" y="303"/>
                    <a:pt x="778" y="296"/>
                  </a:cubicBezTo>
                  <a:cubicBezTo>
                    <a:pt x="780" y="290"/>
                    <a:pt x="785" y="285"/>
                    <a:pt x="793" y="282"/>
                  </a:cubicBezTo>
                  <a:cubicBezTo>
                    <a:pt x="798" y="280"/>
                    <a:pt x="802" y="279"/>
                    <a:pt x="806" y="279"/>
                  </a:cubicBezTo>
                  <a:cubicBezTo>
                    <a:pt x="809" y="279"/>
                    <a:pt x="812" y="280"/>
                    <a:pt x="815" y="281"/>
                  </a:cubicBezTo>
                  <a:cubicBezTo>
                    <a:pt x="817" y="283"/>
                    <a:pt x="820" y="284"/>
                    <a:pt x="822" y="286"/>
                  </a:cubicBezTo>
                  <a:cubicBezTo>
                    <a:pt x="824" y="289"/>
                    <a:pt x="827" y="293"/>
                    <a:pt x="828" y="297"/>
                  </a:cubicBezTo>
                  <a:cubicBezTo>
                    <a:pt x="832" y="305"/>
                    <a:pt x="832" y="312"/>
                    <a:pt x="829" y="318"/>
                  </a:cubicBezTo>
                  <a:cubicBezTo>
                    <a:pt x="827" y="325"/>
                    <a:pt x="822" y="330"/>
                    <a:pt x="814" y="333"/>
                  </a:cubicBezTo>
                  <a:cubicBezTo>
                    <a:pt x="806" y="336"/>
                    <a:pt x="799" y="336"/>
                    <a:pt x="793" y="333"/>
                  </a:cubicBezTo>
                  <a:cubicBezTo>
                    <a:pt x="787" y="331"/>
                    <a:pt x="782" y="325"/>
                    <a:pt x="779" y="318"/>
                  </a:cubicBezTo>
                  <a:close/>
                  <a:moveTo>
                    <a:pt x="841" y="337"/>
                  </a:moveTo>
                  <a:cubicBezTo>
                    <a:pt x="844" y="348"/>
                    <a:pt x="844" y="348"/>
                    <a:pt x="844" y="348"/>
                  </a:cubicBezTo>
                  <a:cubicBezTo>
                    <a:pt x="803" y="358"/>
                    <a:pt x="803" y="358"/>
                    <a:pt x="803" y="358"/>
                  </a:cubicBezTo>
                  <a:cubicBezTo>
                    <a:pt x="810" y="386"/>
                    <a:pt x="810" y="386"/>
                    <a:pt x="810" y="386"/>
                  </a:cubicBezTo>
                  <a:cubicBezTo>
                    <a:pt x="801" y="388"/>
                    <a:pt x="801" y="388"/>
                    <a:pt x="801" y="388"/>
                  </a:cubicBezTo>
                  <a:cubicBezTo>
                    <a:pt x="792" y="349"/>
                    <a:pt x="792" y="349"/>
                    <a:pt x="792" y="349"/>
                  </a:cubicBezTo>
                  <a:lnTo>
                    <a:pt x="841" y="337"/>
                  </a:lnTo>
                  <a:close/>
                  <a:moveTo>
                    <a:pt x="852" y="525"/>
                  </a:moveTo>
                  <a:cubicBezTo>
                    <a:pt x="816" y="528"/>
                    <a:pt x="816" y="528"/>
                    <a:pt x="816" y="528"/>
                  </a:cubicBezTo>
                  <a:cubicBezTo>
                    <a:pt x="848" y="545"/>
                    <a:pt x="848" y="545"/>
                    <a:pt x="848" y="545"/>
                  </a:cubicBezTo>
                  <a:cubicBezTo>
                    <a:pt x="845" y="562"/>
                    <a:pt x="845" y="562"/>
                    <a:pt x="845" y="562"/>
                  </a:cubicBezTo>
                  <a:cubicBezTo>
                    <a:pt x="794" y="552"/>
                    <a:pt x="794" y="552"/>
                    <a:pt x="794" y="552"/>
                  </a:cubicBezTo>
                  <a:cubicBezTo>
                    <a:pt x="796" y="541"/>
                    <a:pt x="796" y="541"/>
                    <a:pt x="796" y="541"/>
                  </a:cubicBezTo>
                  <a:cubicBezTo>
                    <a:pt x="836" y="549"/>
                    <a:pt x="836" y="549"/>
                    <a:pt x="836" y="549"/>
                  </a:cubicBezTo>
                  <a:cubicBezTo>
                    <a:pt x="798" y="530"/>
                    <a:pt x="798" y="530"/>
                    <a:pt x="798" y="530"/>
                  </a:cubicBezTo>
                  <a:cubicBezTo>
                    <a:pt x="801" y="519"/>
                    <a:pt x="801" y="519"/>
                    <a:pt x="801" y="519"/>
                  </a:cubicBezTo>
                  <a:cubicBezTo>
                    <a:pt x="843" y="516"/>
                    <a:pt x="843" y="516"/>
                    <a:pt x="843" y="516"/>
                  </a:cubicBezTo>
                  <a:cubicBezTo>
                    <a:pt x="803" y="508"/>
                    <a:pt x="803" y="508"/>
                    <a:pt x="803" y="508"/>
                  </a:cubicBezTo>
                  <a:cubicBezTo>
                    <a:pt x="805" y="498"/>
                    <a:pt x="805" y="498"/>
                    <a:pt x="805" y="498"/>
                  </a:cubicBezTo>
                  <a:cubicBezTo>
                    <a:pt x="856" y="508"/>
                    <a:pt x="856" y="508"/>
                    <a:pt x="856" y="508"/>
                  </a:cubicBezTo>
                  <a:lnTo>
                    <a:pt x="852" y="525"/>
                  </a:lnTo>
                  <a:close/>
                  <a:moveTo>
                    <a:pt x="816" y="474"/>
                  </a:moveTo>
                  <a:cubicBezTo>
                    <a:pt x="817" y="476"/>
                    <a:pt x="818" y="477"/>
                    <a:pt x="820" y="477"/>
                  </a:cubicBezTo>
                  <a:cubicBezTo>
                    <a:pt x="822" y="478"/>
                    <a:pt x="825" y="478"/>
                    <a:pt x="829" y="478"/>
                  </a:cubicBezTo>
                  <a:cubicBezTo>
                    <a:pt x="858" y="479"/>
                    <a:pt x="858" y="479"/>
                    <a:pt x="858" y="479"/>
                  </a:cubicBezTo>
                  <a:cubicBezTo>
                    <a:pt x="857" y="491"/>
                    <a:pt x="857" y="491"/>
                    <a:pt x="857" y="491"/>
                  </a:cubicBezTo>
                  <a:cubicBezTo>
                    <a:pt x="830" y="490"/>
                    <a:pt x="830" y="490"/>
                    <a:pt x="830" y="490"/>
                  </a:cubicBezTo>
                  <a:cubicBezTo>
                    <a:pt x="824" y="490"/>
                    <a:pt x="819" y="489"/>
                    <a:pt x="817" y="488"/>
                  </a:cubicBezTo>
                  <a:cubicBezTo>
                    <a:pt x="814" y="488"/>
                    <a:pt x="812" y="486"/>
                    <a:pt x="811" y="485"/>
                  </a:cubicBezTo>
                  <a:cubicBezTo>
                    <a:pt x="809" y="483"/>
                    <a:pt x="808" y="481"/>
                    <a:pt x="807" y="478"/>
                  </a:cubicBezTo>
                  <a:cubicBezTo>
                    <a:pt x="806" y="475"/>
                    <a:pt x="805" y="471"/>
                    <a:pt x="805" y="467"/>
                  </a:cubicBezTo>
                  <a:cubicBezTo>
                    <a:pt x="806" y="461"/>
                    <a:pt x="806" y="457"/>
                    <a:pt x="808" y="455"/>
                  </a:cubicBezTo>
                  <a:cubicBezTo>
                    <a:pt x="809" y="452"/>
                    <a:pt x="810" y="450"/>
                    <a:pt x="812" y="448"/>
                  </a:cubicBezTo>
                  <a:cubicBezTo>
                    <a:pt x="814" y="447"/>
                    <a:pt x="816" y="446"/>
                    <a:pt x="818" y="445"/>
                  </a:cubicBezTo>
                  <a:cubicBezTo>
                    <a:pt x="821" y="444"/>
                    <a:pt x="825" y="444"/>
                    <a:pt x="831" y="444"/>
                  </a:cubicBezTo>
                  <a:cubicBezTo>
                    <a:pt x="859" y="445"/>
                    <a:pt x="859" y="445"/>
                    <a:pt x="859" y="445"/>
                  </a:cubicBezTo>
                  <a:cubicBezTo>
                    <a:pt x="858" y="457"/>
                    <a:pt x="858" y="457"/>
                    <a:pt x="858" y="457"/>
                  </a:cubicBezTo>
                  <a:cubicBezTo>
                    <a:pt x="830" y="456"/>
                    <a:pt x="830" y="456"/>
                    <a:pt x="830" y="456"/>
                  </a:cubicBezTo>
                  <a:cubicBezTo>
                    <a:pt x="826" y="456"/>
                    <a:pt x="823" y="456"/>
                    <a:pt x="822" y="456"/>
                  </a:cubicBezTo>
                  <a:cubicBezTo>
                    <a:pt x="819" y="456"/>
                    <a:pt x="818" y="457"/>
                    <a:pt x="816" y="459"/>
                  </a:cubicBezTo>
                  <a:cubicBezTo>
                    <a:pt x="815" y="461"/>
                    <a:pt x="814" y="464"/>
                    <a:pt x="814" y="467"/>
                  </a:cubicBezTo>
                  <a:cubicBezTo>
                    <a:pt x="814" y="470"/>
                    <a:pt x="815" y="473"/>
                    <a:pt x="816" y="4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7" name="Freeform 68">
              <a:extLst>
                <a:ext uri="{FF2B5EF4-FFF2-40B4-BE49-F238E27FC236}">
                  <a16:creationId xmlns:a16="http://schemas.microsoft.com/office/drawing/2014/main" id="{434E4E18-427D-4749-8268-8D82C4BD9359}"/>
                </a:ext>
              </a:extLst>
            </p:cNvPr>
            <p:cNvSpPr>
              <a:spLocks/>
            </p:cNvSpPr>
            <p:nvPr/>
          </p:nvSpPr>
          <p:spPr bwMode="auto">
            <a:xfrm>
              <a:off x="6087558" y="4249111"/>
              <a:ext cx="41275" cy="39688"/>
            </a:xfrm>
            <a:custGeom>
              <a:avLst/>
              <a:gdLst>
                <a:gd name="T0" fmla="*/ 13 w 22"/>
                <a:gd name="T1" fmla="*/ 20 h 21"/>
                <a:gd name="T2" fmla="*/ 17 w 22"/>
                <a:gd name="T3" fmla="*/ 20 h 21"/>
                <a:gd name="T4" fmla="*/ 21 w 22"/>
                <a:gd name="T5" fmla="*/ 17 h 21"/>
                <a:gd name="T6" fmla="*/ 22 w 22"/>
                <a:gd name="T7" fmla="*/ 13 h 21"/>
                <a:gd name="T8" fmla="*/ 19 w 22"/>
                <a:gd name="T9" fmla="*/ 8 h 21"/>
                <a:gd name="T10" fmla="*/ 13 w 22"/>
                <a:gd name="T11" fmla="*/ 3 h 21"/>
                <a:gd name="T12" fmla="*/ 8 w 22"/>
                <a:gd name="T13" fmla="*/ 0 h 21"/>
                <a:gd name="T14" fmla="*/ 0 w 22"/>
                <a:gd name="T15" fmla="*/ 12 h 21"/>
                <a:gd name="T16" fmla="*/ 5 w 22"/>
                <a:gd name="T17" fmla="*/ 16 h 21"/>
                <a:gd name="T18" fmla="*/ 13 w 22"/>
                <a:gd name="T19" fmla="*/ 2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 h="21">
                  <a:moveTo>
                    <a:pt x="13" y="20"/>
                  </a:moveTo>
                  <a:cubicBezTo>
                    <a:pt x="14" y="21"/>
                    <a:pt x="16" y="21"/>
                    <a:pt x="17" y="20"/>
                  </a:cubicBezTo>
                  <a:cubicBezTo>
                    <a:pt x="19" y="20"/>
                    <a:pt x="20" y="19"/>
                    <a:pt x="21" y="17"/>
                  </a:cubicBezTo>
                  <a:cubicBezTo>
                    <a:pt x="22" y="16"/>
                    <a:pt x="22" y="14"/>
                    <a:pt x="22" y="13"/>
                  </a:cubicBezTo>
                  <a:cubicBezTo>
                    <a:pt x="22" y="11"/>
                    <a:pt x="21" y="9"/>
                    <a:pt x="19" y="8"/>
                  </a:cubicBezTo>
                  <a:cubicBezTo>
                    <a:pt x="18" y="7"/>
                    <a:pt x="16" y="5"/>
                    <a:pt x="13" y="3"/>
                  </a:cubicBezTo>
                  <a:cubicBezTo>
                    <a:pt x="8" y="0"/>
                    <a:pt x="8" y="0"/>
                    <a:pt x="8" y="0"/>
                  </a:cubicBezTo>
                  <a:cubicBezTo>
                    <a:pt x="0" y="12"/>
                    <a:pt x="0" y="12"/>
                    <a:pt x="0" y="12"/>
                  </a:cubicBezTo>
                  <a:cubicBezTo>
                    <a:pt x="5" y="16"/>
                    <a:pt x="5" y="16"/>
                    <a:pt x="5" y="16"/>
                  </a:cubicBezTo>
                  <a:cubicBezTo>
                    <a:pt x="9" y="18"/>
                    <a:pt x="11" y="20"/>
                    <a:pt x="13"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8" name="Freeform 69">
              <a:extLst>
                <a:ext uri="{FF2B5EF4-FFF2-40B4-BE49-F238E27FC236}">
                  <a16:creationId xmlns:a16="http://schemas.microsoft.com/office/drawing/2014/main" id="{D700C67B-4D7A-45D5-B610-562ABFCAED42}"/>
                </a:ext>
              </a:extLst>
            </p:cNvPr>
            <p:cNvSpPr>
              <a:spLocks/>
            </p:cNvSpPr>
            <p:nvPr/>
          </p:nvSpPr>
          <p:spPr bwMode="auto">
            <a:xfrm>
              <a:off x="5819270" y="5563561"/>
              <a:ext cx="33338" cy="52388"/>
            </a:xfrm>
            <a:custGeom>
              <a:avLst/>
              <a:gdLst>
                <a:gd name="T0" fmla="*/ 3 w 18"/>
                <a:gd name="T1" fmla="*/ 3 h 28"/>
                <a:gd name="T2" fmla="*/ 5 w 18"/>
                <a:gd name="T3" fmla="*/ 6 h 28"/>
                <a:gd name="T4" fmla="*/ 7 w 18"/>
                <a:gd name="T5" fmla="*/ 8 h 28"/>
                <a:gd name="T6" fmla="*/ 7 w 18"/>
                <a:gd name="T7" fmla="*/ 11 h 28"/>
                <a:gd name="T8" fmla="*/ 6 w 18"/>
                <a:gd name="T9" fmla="*/ 13 h 28"/>
                <a:gd name="T10" fmla="*/ 2 w 18"/>
                <a:gd name="T11" fmla="*/ 19 h 28"/>
                <a:gd name="T12" fmla="*/ 3 w 18"/>
                <a:gd name="T13" fmla="*/ 25 h 28"/>
                <a:gd name="T14" fmla="*/ 8 w 18"/>
                <a:gd name="T15" fmla="*/ 22 h 28"/>
                <a:gd name="T16" fmla="*/ 9 w 18"/>
                <a:gd name="T17" fmla="*/ 21 h 28"/>
                <a:gd name="T18" fmla="*/ 10 w 18"/>
                <a:gd name="T19" fmla="*/ 19 h 28"/>
                <a:gd name="T20" fmla="*/ 14 w 18"/>
                <a:gd name="T21" fmla="*/ 13 h 28"/>
                <a:gd name="T22" fmla="*/ 17 w 18"/>
                <a:gd name="T23" fmla="*/ 6 h 28"/>
                <a:gd name="T24" fmla="*/ 17 w 18"/>
                <a:gd name="T25" fmla="*/ 4 h 28"/>
                <a:gd name="T26" fmla="*/ 12 w 18"/>
                <a:gd name="T27" fmla="*/ 1 h 28"/>
                <a:gd name="T28" fmla="*/ 7 w 18"/>
                <a:gd name="T29" fmla="*/ 0 h 28"/>
                <a:gd name="T30" fmla="*/ 4 w 18"/>
                <a:gd name="T31" fmla="*/ 0 h 28"/>
                <a:gd name="T32" fmla="*/ 3 w 18"/>
                <a:gd name="T33" fmla="*/ 3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8" h="28">
                  <a:moveTo>
                    <a:pt x="3" y="3"/>
                  </a:moveTo>
                  <a:cubicBezTo>
                    <a:pt x="4" y="4"/>
                    <a:pt x="5" y="6"/>
                    <a:pt x="5" y="6"/>
                  </a:cubicBezTo>
                  <a:cubicBezTo>
                    <a:pt x="6" y="8"/>
                    <a:pt x="7" y="8"/>
                    <a:pt x="7" y="8"/>
                  </a:cubicBezTo>
                  <a:cubicBezTo>
                    <a:pt x="8" y="9"/>
                    <a:pt x="7" y="11"/>
                    <a:pt x="7" y="11"/>
                  </a:cubicBezTo>
                  <a:cubicBezTo>
                    <a:pt x="6" y="12"/>
                    <a:pt x="6" y="13"/>
                    <a:pt x="6" y="13"/>
                  </a:cubicBezTo>
                  <a:cubicBezTo>
                    <a:pt x="5" y="16"/>
                    <a:pt x="2" y="19"/>
                    <a:pt x="2" y="19"/>
                  </a:cubicBezTo>
                  <a:cubicBezTo>
                    <a:pt x="0" y="21"/>
                    <a:pt x="3" y="25"/>
                    <a:pt x="3" y="25"/>
                  </a:cubicBezTo>
                  <a:cubicBezTo>
                    <a:pt x="4" y="28"/>
                    <a:pt x="8" y="22"/>
                    <a:pt x="8" y="22"/>
                  </a:cubicBezTo>
                  <a:cubicBezTo>
                    <a:pt x="8" y="21"/>
                    <a:pt x="9" y="21"/>
                    <a:pt x="9" y="21"/>
                  </a:cubicBezTo>
                  <a:cubicBezTo>
                    <a:pt x="10" y="20"/>
                    <a:pt x="10" y="19"/>
                    <a:pt x="10" y="19"/>
                  </a:cubicBezTo>
                  <a:cubicBezTo>
                    <a:pt x="12" y="16"/>
                    <a:pt x="14" y="13"/>
                    <a:pt x="14" y="13"/>
                  </a:cubicBezTo>
                  <a:cubicBezTo>
                    <a:pt x="15" y="12"/>
                    <a:pt x="17" y="6"/>
                    <a:pt x="17" y="6"/>
                  </a:cubicBezTo>
                  <a:cubicBezTo>
                    <a:pt x="18" y="6"/>
                    <a:pt x="17" y="4"/>
                    <a:pt x="17" y="4"/>
                  </a:cubicBezTo>
                  <a:cubicBezTo>
                    <a:pt x="17" y="3"/>
                    <a:pt x="12" y="1"/>
                    <a:pt x="12" y="1"/>
                  </a:cubicBezTo>
                  <a:cubicBezTo>
                    <a:pt x="11" y="1"/>
                    <a:pt x="9" y="0"/>
                    <a:pt x="7" y="0"/>
                  </a:cubicBezTo>
                  <a:cubicBezTo>
                    <a:pt x="6" y="0"/>
                    <a:pt x="4" y="0"/>
                    <a:pt x="4" y="0"/>
                  </a:cubicBezTo>
                  <a:cubicBezTo>
                    <a:pt x="1" y="1"/>
                    <a:pt x="3" y="3"/>
                    <a:pt x="3"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9" name="Freeform 70">
              <a:extLst>
                <a:ext uri="{FF2B5EF4-FFF2-40B4-BE49-F238E27FC236}">
                  <a16:creationId xmlns:a16="http://schemas.microsoft.com/office/drawing/2014/main" id="{BDF63ECB-E04D-4D9E-83A7-219A2ADA24A2}"/>
                </a:ext>
              </a:extLst>
            </p:cNvPr>
            <p:cNvSpPr>
              <a:spLocks/>
            </p:cNvSpPr>
            <p:nvPr/>
          </p:nvSpPr>
          <p:spPr bwMode="auto">
            <a:xfrm>
              <a:off x="6317745" y="4565023"/>
              <a:ext cx="68263" cy="63500"/>
            </a:xfrm>
            <a:custGeom>
              <a:avLst/>
              <a:gdLst>
                <a:gd name="T0" fmla="*/ 25 w 37"/>
                <a:gd name="T1" fmla="*/ 32 h 34"/>
                <a:gd name="T2" fmla="*/ 35 w 37"/>
                <a:gd name="T3" fmla="*/ 23 h 34"/>
                <a:gd name="T4" fmla="*/ 35 w 37"/>
                <a:gd name="T5" fmla="*/ 10 h 34"/>
                <a:gd name="T6" fmla="*/ 27 w 37"/>
                <a:gd name="T7" fmla="*/ 2 h 34"/>
                <a:gd name="T8" fmla="*/ 13 w 37"/>
                <a:gd name="T9" fmla="*/ 3 h 34"/>
                <a:gd name="T10" fmla="*/ 2 w 37"/>
                <a:gd name="T11" fmla="*/ 12 h 34"/>
                <a:gd name="T12" fmla="*/ 2 w 37"/>
                <a:gd name="T13" fmla="*/ 24 h 34"/>
                <a:gd name="T14" fmla="*/ 11 w 37"/>
                <a:gd name="T15" fmla="*/ 33 h 34"/>
                <a:gd name="T16" fmla="*/ 25 w 37"/>
                <a:gd name="T17" fmla="*/ 3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34">
                  <a:moveTo>
                    <a:pt x="25" y="32"/>
                  </a:moveTo>
                  <a:cubicBezTo>
                    <a:pt x="30" y="29"/>
                    <a:pt x="34" y="26"/>
                    <a:pt x="35" y="23"/>
                  </a:cubicBezTo>
                  <a:cubicBezTo>
                    <a:pt x="37" y="19"/>
                    <a:pt x="37" y="15"/>
                    <a:pt x="35" y="10"/>
                  </a:cubicBezTo>
                  <a:cubicBezTo>
                    <a:pt x="33" y="6"/>
                    <a:pt x="31" y="3"/>
                    <a:pt x="27" y="2"/>
                  </a:cubicBezTo>
                  <a:cubicBezTo>
                    <a:pt x="23" y="0"/>
                    <a:pt x="18" y="0"/>
                    <a:pt x="13" y="3"/>
                  </a:cubicBezTo>
                  <a:cubicBezTo>
                    <a:pt x="7" y="5"/>
                    <a:pt x="4" y="8"/>
                    <a:pt x="2" y="12"/>
                  </a:cubicBezTo>
                  <a:cubicBezTo>
                    <a:pt x="0" y="16"/>
                    <a:pt x="0" y="20"/>
                    <a:pt x="2" y="24"/>
                  </a:cubicBezTo>
                  <a:cubicBezTo>
                    <a:pt x="4" y="28"/>
                    <a:pt x="7" y="31"/>
                    <a:pt x="11" y="33"/>
                  </a:cubicBezTo>
                  <a:cubicBezTo>
                    <a:pt x="14" y="34"/>
                    <a:pt x="19" y="34"/>
                    <a:pt x="25" y="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sp>
        <p:nvSpPr>
          <p:cNvPr id="21" name="矩形 20">
            <a:extLst>
              <a:ext uri="{FF2B5EF4-FFF2-40B4-BE49-F238E27FC236}">
                <a16:creationId xmlns:a16="http://schemas.microsoft.com/office/drawing/2014/main" id="{F0B970F3-899F-4B6A-8544-6BEE66DCD1E8}"/>
              </a:ext>
            </a:extLst>
          </p:cNvPr>
          <p:cNvSpPr/>
          <p:nvPr userDrawn="1"/>
        </p:nvSpPr>
        <p:spPr>
          <a:xfrm>
            <a:off x="0" y="6492875"/>
            <a:ext cx="12192000" cy="365125"/>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矩形 54">
            <a:extLst>
              <a:ext uri="{FF2B5EF4-FFF2-40B4-BE49-F238E27FC236}">
                <a16:creationId xmlns:a16="http://schemas.microsoft.com/office/drawing/2014/main" id="{7C070401-592E-44D7-984E-F9FA8BBF29EA}"/>
              </a:ext>
            </a:extLst>
          </p:cNvPr>
          <p:cNvSpPr/>
          <p:nvPr userDrawn="1"/>
        </p:nvSpPr>
        <p:spPr>
          <a:xfrm>
            <a:off x="0" y="0"/>
            <a:ext cx="12192000" cy="1140465"/>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图片 21">
            <a:extLst>
              <a:ext uri="{FF2B5EF4-FFF2-40B4-BE49-F238E27FC236}">
                <a16:creationId xmlns:a16="http://schemas.microsoft.com/office/drawing/2014/main" id="{FEF23FB8-F858-4EF4-9A4C-8B27C02D4567}"/>
              </a:ext>
            </a:extLst>
          </p:cNvPr>
          <p:cNvPicPr>
            <a:picLocks noChangeAspect="1"/>
          </p:cNvPicPr>
          <p:nvPr userDrawn="1"/>
        </p:nvPicPr>
        <p:blipFill>
          <a:blip r:embed="rId2"/>
          <a:stretch>
            <a:fillRect/>
          </a:stretch>
        </p:blipFill>
        <p:spPr>
          <a:xfrm>
            <a:off x="673100" y="6580054"/>
            <a:ext cx="1330959" cy="203465"/>
          </a:xfrm>
          <a:prstGeom prst="rect">
            <a:avLst/>
          </a:prstGeom>
        </p:spPr>
      </p:pic>
      <p:pic>
        <p:nvPicPr>
          <p:cNvPr id="24" name="图片 23">
            <a:extLst>
              <a:ext uri="{FF2B5EF4-FFF2-40B4-BE49-F238E27FC236}">
                <a16:creationId xmlns:a16="http://schemas.microsoft.com/office/drawing/2014/main" id="{6F7494B1-89CC-4440-9787-AE3C0855C84D}"/>
              </a:ext>
            </a:extLst>
          </p:cNvPr>
          <p:cNvPicPr>
            <a:picLocks noChangeAspect="1"/>
          </p:cNvPicPr>
          <p:nvPr userDrawn="1"/>
        </p:nvPicPr>
        <p:blipFill>
          <a:blip r:embed="rId3"/>
          <a:stretch>
            <a:fillRect/>
          </a:stretch>
        </p:blipFill>
        <p:spPr>
          <a:xfrm>
            <a:off x="8610600" y="6626002"/>
            <a:ext cx="2908300" cy="111568"/>
          </a:xfrm>
          <a:prstGeom prst="rect">
            <a:avLst/>
          </a:prstGeom>
        </p:spPr>
      </p:pic>
      <p:sp>
        <p:nvSpPr>
          <p:cNvPr id="53" name="文本占位符 52">
            <a:extLst>
              <a:ext uri="{FF2B5EF4-FFF2-40B4-BE49-F238E27FC236}">
                <a16:creationId xmlns:a16="http://schemas.microsoft.com/office/drawing/2014/main" id="{170122F7-E3E5-48F7-83C3-31548943A36F}"/>
              </a:ext>
            </a:extLst>
          </p:cNvPr>
          <p:cNvSpPr>
            <a:spLocks noGrp="1"/>
          </p:cNvSpPr>
          <p:nvPr>
            <p:ph type="body" sz="quarter" idx="10" hasCustomPrompt="1"/>
          </p:nvPr>
        </p:nvSpPr>
        <p:spPr>
          <a:xfrm>
            <a:off x="1842552" y="2204791"/>
            <a:ext cx="2706708" cy="2336718"/>
          </a:xfrm>
        </p:spPr>
        <p:txBody>
          <a:bodyPr lIns="0" anchor="ctr" anchorCtr="0">
            <a:noAutofit/>
          </a:bodyPr>
          <a:lstStyle>
            <a:lvl1pPr marL="0" indent="0" algn="l">
              <a:buNone/>
              <a:defRPr sz="16800">
                <a:gradFill>
                  <a:gsLst>
                    <a:gs pos="0">
                      <a:schemeClr val="accent1">
                        <a:alpha val="90000"/>
                      </a:schemeClr>
                    </a:gs>
                    <a:gs pos="100000">
                      <a:schemeClr val="accent1">
                        <a:lumMod val="20000"/>
                        <a:lumOff val="80000"/>
                        <a:alpha val="0"/>
                      </a:schemeClr>
                    </a:gs>
                  </a:gsLst>
                  <a:lin ang="5400000" scaled="1"/>
                </a:gradFill>
                <a:latin typeface="Impact" panose="020B0806030902050204" pitchFamily="34" charset="0"/>
              </a:defRPr>
            </a:lvl1pPr>
            <a:lvl2pPr marL="457200" indent="0">
              <a:buNone/>
              <a:defRPr/>
            </a:lvl2pPr>
          </a:lstStyle>
          <a:p>
            <a:pPr lvl="0"/>
            <a:r>
              <a:rPr lang="en-US" altLang="zh-CN" dirty="0"/>
              <a:t>00</a:t>
            </a:r>
            <a:endParaRPr lang="zh-CN" altLang="en-US" dirty="0"/>
          </a:p>
        </p:txBody>
      </p:sp>
      <p:sp>
        <p:nvSpPr>
          <p:cNvPr id="27" name="标题 26">
            <a:extLst>
              <a:ext uri="{FF2B5EF4-FFF2-40B4-BE49-F238E27FC236}">
                <a16:creationId xmlns:a16="http://schemas.microsoft.com/office/drawing/2014/main" id="{1CA0DE95-F720-474E-97A3-DACAD6C3A7E7}"/>
              </a:ext>
            </a:extLst>
          </p:cNvPr>
          <p:cNvSpPr>
            <a:spLocks noGrp="1"/>
          </p:cNvSpPr>
          <p:nvPr>
            <p:ph type="title" hasCustomPrompt="1"/>
          </p:nvPr>
        </p:nvSpPr>
        <p:spPr>
          <a:xfrm>
            <a:off x="1842552" y="3689995"/>
            <a:ext cx="4012560" cy="552357"/>
          </a:xfrm>
        </p:spPr>
        <p:txBody>
          <a:bodyPr lIns="0">
            <a:noAutofit/>
          </a:bodyPr>
          <a:lstStyle>
            <a:lvl1pPr algn="l">
              <a:defRPr sz="5400" b="1">
                <a:solidFill>
                  <a:schemeClr val="accent1"/>
                </a:solidFill>
              </a:defRPr>
            </a:lvl1pPr>
          </a:lstStyle>
          <a:p>
            <a:r>
              <a:rPr lang="zh-CN" altLang="en-US" dirty="0"/>
              <a:t>章节题目</a:t>
            </a:r>
          </a:p>
        </p:txBody>
      </p:sp>
      <p:pic>
        <p:nvPicPr>
          <p:cNvPr id="56" name="图片 55">
            <a:extLst>
              <a:ext uri="{FF2B5EF4-FFF2-40B4-BE49-F238E27FC236}">
                <a16:creationId xmlns:a16="http://schemas.microsoft.com/office/drawing/2014/main" id="{A5B702B5-21F7-4463-8119-20EDC12691B6}"/>
              </a:ext>
            </a:extLst>
          </p:cNvPr>
          <p:cNvPicPr>
            <a:picLocks noChangeAspect="1"/>
          </p:cNvPicPr>
          <p:nvPr userDrawn="1"/>
        </p:nvPicPr>
        <p:blipFill>
          <a:blip r:embed="rId4"/>
          <a:stretch>
            <a:fillRect/>
          </a:stretch>
        </p:blipFill>
        <p:spPr>
          <a:xfrm>
            <a:off x="660401" y="611569"/>
            <a:ext cx="1747519" cy="417129"/>
          </a:xfrm>
          <a:prstGeom prst="rect">
            <a:avLst/>
          </a:prstGeom>
        </p:spPr>
      </p:pic>
      <p:sp>
        <p:nvSpPr>
          <p:cNvPr id="58" name="文本占位符 57">
            <a:extLst>
              <a:ext uri="{FF2B5EF4-FFF2-40B4-BE49-F238E27FC236}">
                <a16:creationId xmlns:a16="http://schemas.microsoft.com/office/drawing/2014/main" id="{B7188D90-168E-4649-910B-8A6A3BD06B20}"/>
              </a:ext>
            </a:extLst>
          </p:cNvPr>
          <p:cNvSpPr>
            <a:spLocks noGrp="1"/>
          </p:cNvSpPr>
          <p:nvPr>
            <p:ph type="body" sz="quarter" idx="11" hasCustomPrompt="1"/>
          </p:nvPr>
        </p:nvSpPr>
        <p:spPr>
          <a:xfrm>
            <a:off x="1842552" y="4305568"/>
            <a:ext cx="4012560" cy="471882"/>
          </a:xfrm>
        </p:spPr>
        <p:txBody>
          <a:bodyPr lIns="0">
            <a:noAutofit/>
          </a:bodyPr>
          <a:lstStyle>
            <a:lvl1pPr marL="0" indent="0" algn="l">
              <a:buNone/>
              <a:defRPr sz="2400">
                <a:solidFill>
                  <a:schemeClr val="bg1">
                    <a:lumMod val="50000"/>
                  </a:schemeClr>
                </a:solidFill>
              </a:defRPr>
            </a:lvl1pPr>
            <a:lvl2pPr marL="457200" indent="0">
              <a:buNone/>
              <a:defRPr/>
            </a:lvl2pPr>
          </a:lstStyle>
          <a:p>
            <a:pPr lvl="0"/>
            <a:r>
              <a:rPr lang="zh-CN" altLang="en-US" dirty="0"/>
              <a:t>插入章节描述或者英文</a:t>
            </a:r>
          </a:p>
        </p:txBody>
      </p:sp>
      <p:sp>
        <p:nvSpPr>
          <p:cNvPr id="5" name="文本占位符 4">
            <a:extLst>
              <a:ext uri="{FF2B5EF4-FFF2-40B4-BE49-F238E27FC236}">
                <a16:creationId xmlns:a16="http://schemas.microsoft.com/office/drawing/2014/main" id="{2D5F2F7C-B6BB-4975-90FC-43129AC459E1}"/>
              </a:ext>
            </a:extLst>
          </p:cNvPr>
          <p:cNvSpPr>
            <a:spLocks noGrp="1"/>
          </p:cNvSpPr>
          <p:nvPr>
            <p:ph type="body" sz="quarter" idx="12" hasCustomPrompt="1"/>
          </p:nvPr>
        </p:nvSpPr>
        <p:spPr>
          <a:xfrm>
            <a:off x="7330441" y="715440"/>
            <a:ext cx="4188460" cy="287835"/>
          </a:xfrm>
        </p:spPr>
        <p:txBody>
          <a:bodyPr rIns="0" bIns="0" anchor="b" anchorCtr="0">
            <a:normAutofit/>
          </a:bodyPr>
          <a:lstStyle>
            <a:lvl1pPr marL="0" indent="0" algn="r">
              <a:buNone/>
              <a:defRPr sz="1600" b="0">
                <a:solidFill>
                  <a:schemeClr val="bg1"/>
                </a:solidFill>
                <a:latin typeface="+mj-ea"/>
                <a:ea typeface="+mj-ea"/>
              </a:defRPr>
            </a:lvl1pPr>
            <a:lvl2pPr marL="457200" indent="0">
              <a:buNone/>
              <a:defRPr/>
            </a:lvl2pPr>
          </a:lstStyle>
          <a:p>
            <a:pPr lvl="0"/>
            <a:r>
              <a:rPr lang="zh-CN" altLang="en-US" dirty="0"/>
              <a:t>这里可以输入你的课题题目</a:t>
            </a:r>
          </a:p>
        </p:txBody>
      </p:sp>
    </p:spTree>
    <p:extLst>
      <p:ext uri="{BB962C8B-B14F-4D97-AF65-F5344CB8AC3E}">
        <p14:creationId xmlns:p14="http://schemas.microsoft.com/office/powerpoint/2010/main" val="11495123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结尾幻灯片">
    <p:spTree>
      <p:nvGrpSpPr>
        <p:cNvPr id="1" name=""/>
        <p:cNvGrpSpPr/>
        <p:nvPr/>
      </p:nvGrpSpPr>
      <p:grpSpPr>
        <a:xfrm>
          <a:off x="0" y="0"/>
          <a:ext cx="0" cy="0"/>
          <a:chOff x="0" y="0"/>
          <a:chExt cx="0" cy="0"/>
        </a:xfrm>
      </p:grpSpPr>
      <p:sp>
        <p:nvSpPr>
          <p:cNvPr id="17" name="任意多边形: 形状 16">
            <a:extLst>
              <a:ext uri="{FF2B5EF4-FFF2-40B4-BE49-F238E27FC236}">
                <a16:creationId xmlns:a16="http://schemas.microsoft.com/office/drawing/2014/main" id="{C0EB142D-9574-4384-A5E6-34C00A42B34F}"/>
              </a:ext>
            </a:extLst>
          </p:cNvPr>
          <p:cNvSpPr/>
          <p:nvPr userDrawn="1"/>
        </p:nvSpPr>
        <p:spPr>
          <a:xfrm>
            <a:off x="0" y="0"/>
            <a:ext cx="12192000" cy="6857999"/>
          </a:xfrm>
          <a:custGeom>
            <a:avLst/>
            <a:gdLst>
              <a:gd name="connsiteX0" fmla="*/ 373694 w 12192000"/>
              <a:gd name="connsiteY0" fmla="*/ 254634 h 6857999"/>
              <a:gd name="connsiteX1" fmla="*/ 289383 w 12192000"/>
              <a:gd name="connsiteY1" fmla="*/ 338945 h 6857999"/>
              <a:gd name="connsiteX2" fmla="*/ 289383 w 12192000"/>
              <a:gd name="connsiteY2" fmla="*/ 6519056 h 6857999"/>
              <a:gd name="connsiteX3" fmla="*/ 373694 w 12192000"/>
              <a:gd name="connsiteY3" fmla="*/ 6603367 h 6857999"/>
              <a:gd name="connsiteX4" fmla="*/ 11818307 w 12192000"/>
              <a:gd name="connsiteY4" fmla="*/ 6603367 h 6857999"/>
              <a:gd name="connsiteX5" fmla="*/ 11902618 w 12192000"/>
              <a:gd name="connsiteY5" fmla="*/ 6519056 h 6857999"/>
              <a:gd name="connsiteX6" fmla="*/ 11902618 w 12192000"/>
              <a:gd name="connsiteY6" fmla="*/ 338945 h 6857999"/>
              <a:gd name="connsiteX7" fmla="*/ 11818307 w 12192000"/>
              <a:gd name="connsiteY7" fmla="*/ 254634 h 6857999"/>
              <a:gd name="connsiteX8" fmla="*/ 0 w 12192000"/>
              <a:gd name="connsiteY8" fmla="*/ 0 h 6857999"/>
              <a:gd name="connsiteX9" fmla="*/ 12192000 w 12192000"/>
              <a:gd name="connsiteY9" fmla="*/ 0 h 6857999"/>
              <a:gd name="connsiteX10" fmla="*/ 12192000 w 12192000"/>
              <a:gd name="connsiteY10" fmla="*/ 6857999 h 6857999"/>
              <a:gd name="connsiteX11" fmla="*/ 0 w 12192000"/>
              <a:gd name="connsiteY11"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57999">
                <a:moveTo>
                  <a:pt x="373694" y="254634"/>
                </a:moveTo>
                <a:cubicBezTo>
                  <a:pt x="327130" y="254634"/>
                  <a:pt x="289383" y="292381"/>
                  <a:pt x="289383" y="338945"/>
                </a:cubicBezTo>
                <a:lnTo>
                  <a:pt x="289383" y="6519056"/>
                </a:lnTo>
                <a:cubicBezTo>
                  <a:pt x="289383" y="6565620"/>
                  <a:pt x="327130" y="6603367"/>
                  <a:pt x="373694" y="6603367"/>
                </a:cubicBezTo>
                <a:lnTo>
                  <a:pt x="11818307" y="6603367"/>
                </a:lnTo>
                <a:cubicBezTo>
                  <a:pt x="11864871" y="6603367"/>
                  <a:pt x="11902618" y="6565620"/>
                  <a:pt x="11902618" y="6519056"/>
                </a:cubicBezTo>
                <a:lnTo>
                  <a:pt x="11902618" y="338945"/>
                </a:lnTo>
                <a:cubicBezTo>
                  <a:pt x="11902618" y="292381"/>
                  <a:pt x="11864871" y="254634"/>
                  <a:pt x="11818307" y="254634"/>
                </a:cubicBezTo>
                <a:close/>
                <a:moveTo>
                  <a:pt x="0" y="0"/>
                </a:moveTo>
                <a:lnTo>
                  <a:pt x="12192000" y="0"/>
                </a:lnTo>
                <a:lnTo>
                  <a:pt x="12192000" y="6857999"/>
                </a:lnTo>
                <a:lnTo>
                  <a:pt x="0" y="6857999"/>
                </a:lnTo>
                <a:close/>
              </a:path>
            </a:pathLst>
          </a:cu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6" name="矩形: 圆角 15">
            <a:extLst>
              <a:ext uri="{FF2B5EF4-FFF2-40B4-BE49-F238E27FC236}">
                <a16:creationId xmlns:a16="http://schemas.microsoft.com/office/drawing/2014/main" id="{A19665FE-503E-4460-BDD1-6DCF431D60E5}"/>
              </a:ext>
            </a:extLst>
          </p:cNvPr>
          <p:cNvSpPr/>
          <p:nvPr userDrawn="1"/>
        </p:nvSpPr>
        <p:spPr>
          <a:xfrm>
            <a:off x="289383" y="254634"/>
            <a:ext cx="11613235" cy="6348733"/>
          </a:xfrm>
          <a:prstGeom prst="roundRect">
            <a:avLst>
              <a:gd name="adj" fmla="val 1328"/>
            </a:avLst>
          </a:prstGeom>
          <a:solidFill>
            <a:schemeClr val="bg1">
              <a:alpha val="90000"/>
            </a:schemeClr>
          </a:solidFill>
          <a:ln>
            <a:noFill/>
          </a:ln>
          <a:effectLst>
            <a:outerShdw blurRad="76200" sx="101000" sy="101000" algn="ctr" rotWithShape="0">
              <a:prstClr val="black">
                <a:alpha val="3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a:extLst>
              <a:ext uri="{FF2B5EF4-FFF2-40B4-BE49-F238E27FC236}">
                <a16:creationId xmlns:a16="http://schemas.microsoft.com/office/drawing/2014/main" id="{429AF2EF-D536-42D3-86A7-16327B81A270}"/>
              </a:ext>
            </a:extLst>
          </p:cNvPr>
          <p:cNvGrpSpPr/>
          <p:nvPr userDrawn="1"/>
        </p:nvGrpSpPr>
        <p:grpSpPr>
          <a:xfrm>
            <a:off x="8817557" y="0"/>
            <a:ext cx="6882359" cy="6858000"/>
            <a:chOff x="4804858" y="3977648"/>
            <a:chExt cx="1793875" cy="1787526"/>
          </a:xfrm>
          <a:solidFill>
            <a:schemeClr val="bg1">
              <a:lumMod val="85000"/>
              <a:alpha val="40000"/>
            </a:schemeClr>
          </a:solidFill>
        </p:grpSpPr>
        <p:sp>
          <p:nvSpPr>
            <p:cNvPr id="42" name="Rectangle 51">
              <a:extLst>
                <a:ext uri="{FF2B5EF4-FFF2-40B4-BE49-F238E27FC236}">
                  <a16:creationId xmlns:a16="http://schemas.microsoft.com/office/drawing/2014/main" id="{6713D310-EEAB-4462-AE9C-747C64BF35BC}"/>
                </a:ext>
              </a:extLst>
            </p:cNvPr>
            <p:cNvSpPr>
              <a:spLocks noChangeArrowheads="1"/>
            </p:cNvSpPr>
            <p:nvPr/>
          </p:nvSpPr>
          <p:spPr bwMode="auto">
            <a:xfrm>
              <a:off x="5957383" y="4693611"/>
              <a:ext cx="7938" cy="15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3" name="Freeform 52">
              <a:extLst>
                <a:ext uri="{FF2B5EF4-FFF2-40B4-BE49-F238E27FC236}">
                  <a16:creationId xmlns:a16="http://schemas.microsoft.com/office/drawing/2014/main" id="{FDF2ACF9-F5B5-4A65-9F62-CA1334D7F006}"/>
                </a:ext>
              </a:extLst>
            </p:cNvPr>
            <p:cNvSpPr>
              <a:spLocks noEditPoints="1"/>
            </p:cNvSpPr>
            <p:nvPr/>
          </p:nvSpPr>
          <p:spPr bwMode="auto">
            <a:xfrm>
              <a:off x="5217608" y="4339598"/>
              <a:ext cx="917575" cy="1074738"/>
            </a:xfrm>
            <a:custGeom>
              <a:avLst/>
              <a:gdLst>
                <a:gd name="T0" fmla="*/ 342 w 495"/>
                <a:gd name="T1" fmla="*/ 490 h 581"/>
                <a:gd name="T2" fmla="*/ 267 w 495"/>
                <a:gd name="T3" fmla="*/ 393 h 581"/>
                <a:gd name="T4" fmla="*/ 155 w 495"/>
                <a:gd name="T5" fmla="*/ 426 h 581"/>
                <a:gd name="T6" fmla="*/ 159 w 495"/>
                <a:gd name="T7" fmla="*/ 351 h 581"/>
                <a:gd name="T8" fmla="*/ 108 w 495"/>
                <a:gd name="T9" fmla="*/ 266 h 581"/>
                <a:gd name="T10" fmla="*/ 118 w 495"/>
                <a:gd name="T11" fmla="*/ 114 h 581"/>
                <a:gd name="T12" fmla="*/ 157 w 495"/>
                <a:gd name="T13" fmla="*/ 118 h 581"/>
                <a:gd name="T14" fmla="*/ 168 w 495"/>
                <a:gd name="T15" fmla="*/ 129 h 581"/>
                <a:gd name="T16" fmla="*/ 173 w 495"/>
                <a:gd name="T17" fmla="*/ 168 h 581"/>
                <a:gd name="T18" fmla="*/ 68 w 495"/>
                <a:gd name="T19" fmla="*/ 266 h 581"/>
                <a:gd name="T20" fmla="*/ 153 w 495"/>
                <a:gd name="T21" fmla="*/ 111 h 581"/>
                <a:gd name="T22" fmla="*/ 142 w 495"/>
                <a:gd name="T23" fmla="*/ 149 h 581"/>
                <a:gd name="T24" fmla="*/ 181 w 495"/>
                <a:gd name="T25" fmla="*/ 133 h 581"/>
                <a:gd name="T26" fmla="*/ 182 w 495"/>
                <a:gd name="T27" fmla="*/ 47 h 581"/>
                <a:gd name="T28" fmla="*/ 197 w 495"/>
                <a:gd name="T29" fmla="*/ 282 h 581"/>
                <a:gd name="T30" fmla="*/ 199 w 495"/>
                <a:gd name="T31" fmla="*/ 136 h 581"/>
                <a:gd name="T32" fmla="*/ 201 w 495"/>
                <a:gd name="T33" fmla="*/ 5 h 581"/>
                <a:gd name="T34" fmla="*/ 212 w 495"/>
                <a:gd name="T35" fmla="*/ 61 h 581"/>
                <a:gd name="T36" fmla="*/ 256 w 495"/>
                <a:gd name="T37" fmla="*/ 145 h 581"/>
                <a:gd name="T38" fmla="*/ 279 w 495"/>
                <a:gd name="T39" fmla="*/ 84 h 581"/>
                <a:gd name="T40" fmla="*/ 358 w 495"/>
                <a:gd name="T41" fmla="*/ 54 h 581"/>
                <a:gd name="T42" fmla="*/ 412 w 495"/>
                <a:gd name="T43" fmla="*/ 93 h 581"/>
                <a:gd name="T44" fmla="*/ 431 w 495"/>
                <a:gd name="T45" fmla="*/ 95 h 581"/>
                <a:gd name="T46" fmla="*/ 463 w 495"/>
                <a:gd name="T47" fmla="*/ 155 h 581"/>
                <a:gd name="T48" fmla="*/ 222 w 495"/>
                <a:gd name="T49" fmla="*/ 279 h 581"/>
                <a:gd name="T50" fmla="*/ 350 w 495"/>
                <a:gd name="T51" fmla="*/ 257 h 581"/>
                <a:gd name="T52" fmla="*/ 398 w 495"/>
                <a:gd name="T53" fmla="*/ 210 h 581"/>
                <a:gd name="T54" fmla="*/ 407 w 495"/>
                <a:gd name="T55" fmla="*/ 219 h 581"/>
                <a:gd name="T56" fmla="*/ 412 w 495"/>
                <a:gd name="T57" fmla="*/ 451 h 581"/>
                <a:gd name="T58" fmla="*/ 406 w 495"/>
                <a:gd name="T59" fmla="*/ 320 h 581"/>
                <a:gd name="T60" fmla="*/ 469 w 495"/>
                <a:gd name="T61" fmla="*/ 184 h 581"/>
                <a:gd name="T62" fmla="*/ 460 w 495"/>
                <a:gd name="T63" fmla="*/ 233 h 581"/>
                <a:gd name="T64" fmla="*/ 384 w 495"/>
                <a:gd name="T65" fmla="*/ 222 h 581"/>
                <a:gd name="T66" fmla="*/ 421 w 495"/>
                <a:gd name="T67" fmla="*/ 188 h 581"/>
                <a:gd name="T68" fmla="*/ 364 w 495"/>
                <a:gd name="T69" fmla="*/ 225 h 581"/>
                <a:gd name="T70" fmla="*/ 361 w 495"/>
                <a:gd name="T71" fmla="*/ 188 h 581"/>
                <a:gd name="T72" fmla="*/ 387 w 495"/>
                <a:gd name="T73" fmla="*/ 356 h 581"/>
                <a:gd name="T74" fmla="*/ 220 w 495"/>
                <a:gd name="T75" fmla="*/ 351 h 581"/>
                <a:gd name="T76" fmla="*/ 236 w 495"/>
                <a:gd name="T77" fmla="*/ 315 h 581"/>
                <a:gd name="T78" fmla="*/ 207 w 495"/>
                <a:gd name="T79" fmla="*/ 171 h 581"/>
                <a:gd name="T80" fmla="*/ 239 w 495"/>
                <a:gd name="T81" fmla="*/ 166 h 581"/>
                <a:gd name="T82" fmla="*/ 252 w 495"/>
                <a:gd name="T83" fmla="*/ 158 h 581"/>
                <a:gd name="T84" fmla="*/ 270 w 495"/>
                <a:gd name="T85" fmla="*/ 130 h 581"/>
                <a:gd name="T86" fmla="*/ 279 w 495"/>
                <a:gd name="T87" fmla="*/ 100 h 581"/>
                <a:gd name="T88" fmla="*/ 394 w 495"/>
                <a:gd name="T89" fmla="*/ 130 h 581"/>
                <a:gd name="T90" fmla="*/ 438 w 495"/>
                <a:gd name="T91" fmla="*/ 100 h 581"/>
                <a:gd name="T92" fmla="*/ 439 w 495"/>
                <a:gd name="T93" fmla="*/ 153 h 581"/>
                <a:gd name="T94" fmla="*/ 457 w 495"/>
                <a:gd name="T95" fmla="*/ 159 h 581"/>
                <a:gd name="T96" fmla="*/ 475 w 495"/>
                <a:gd name="T97" fmla="*/ 100 h 581"/>
                <a:gd name="T98" fmla="*/ 456 w 495"/>
                <a:gd name="T99" fmla="*/ 80 h 581"/>
                <a:gd name="T100" fmla="*/ 344 w 495"/>
                <a:gd name="T101" fmla="*/ 34 h 581"/>
                <a:gd name="T102" fmla="*/ 207 w 495"/>
                <a:gd name="T103" fmla="*/ 0 h 581"/>
                <a:gd name="T104" fmla="*/ 173 w 495"/>
                <a:gd name="T105" fmla="*/ 7 h 581"/>
                <a:gd name="T106" fmla="*/ 144 w 495"/>
                <a:gd name="T107" fmla="*/ 23 h 581"/>
                <a:gd name="T108" fmla="*/ 122 w 495"/>
                <a:gd name="T109" fmla="*/ 51 h 581"/>
                <a:gd name="T110" fmla="*/ 149 w 495"/>
                <a:gd name="T111" fmla="*/ 82 h 581"/>
                <a:gd name="T112" fmla="*/ 59 w 495"/>
                <a:gd name="T113" fmla="*/ 98 h 581"/>
                <a:gd name="T114" fmla="*/ 108 w 495"/>
                <a:gd name="T115" fmla="*/ 286 h 581"/>
                <a:gd name="T116" fmla="*/ 153 w 495"/>
                <a:gd name="T117" fmla="*/ 307 h 581"/>
                <a:gd name="T118" fmla="*/ 103 w 495"/>
                <a:gd name="T119" fmla="*/ 418 h 581"/>
                <a:gd name="T120" fmla="*/ 495 w 495"/>
                <a:gd name="T121" fmla="*/ 512 h 5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95" h="581">
                  <a:moveTo>
                    <a:pt x="370" y="368"/>
                  </a:moveTo>
                  <a:cubicBezTo>
                    <a:pt x="334" y="361"/>
                    <a:pt x="334" y="361"/>
                    <a:pt x="334" y="361"/>
                  </a:cubicBezTo>
                  <a:cubicBezTo>
                    <a:pt x="290" y="370"/>
                    <a:pt x="290" y="370"/>
                    <a:pt x="290" y="370"/>
                  </a:cubicBezTo>
                  <a:cubicBezTo>
                    <a:pt x="299" y="361"/>
                    <a:pt x="299" y="361"/>
                    <a:pt x="299" y="361"/>
                  </a:cubicBezTo>
                  <a:cubicBezTo>
                    <a:pt x="338" y="349"/>
                    <a:pt x="338" y="349"/>
                    <a:pt x="338" y="349"/>
                  </a:cubicBezTo>
                  <a:cubicBezTo>
                    <a:pt x="377" y="362"/>
                    <a:pt x="377" y="362"/>
                    <a:pt x="377" y="362"/>
                  </a:cubicBezTo>
                  <a:lnTo>
                    <a:pt x="370" y="368"/>
                  </a:lnTo>
                  <a:close/>
                  <a:moveTo>
                    <a:pt x="342" y="490"/>
                  </a:moveTo>
                  <a:cubicBezTo>
                    <a:pt x="338" y="469"/>
                    <a:pt x="338" y="469"/>
                    <a:pt x="338" y="469"/>
                  </a:cubicBezTo>
                  <a:cubicBezTo>
                    <a:pt x="350" y="422"/>
                    <a:pt x="350" y="422"/>
                    <a:pt x="350" y="422"/>
                  </a:cubicBezTo>
                  <a:cubicBezTo>
                    <a:pt x="350" y="422"/>
                    <a:pt x="350" y="422"/>
                    <a:pt x="350" y="422"/>
                  </a:cubicBezTo>
                  <a:cubicBezTo>
                    <a:pt x="350" y="422"/>
                    <a:pt x="350" y="422"/>
                    <a:pt x="350" y="422"/>
                  </a:cubicBezTo>
                  <a:cubicBezTo>
                    <a:pt x="365" y="420"/>
                    <a:pt x="365" y="420"/>
                    <a:pt x="365" y="420"/>
                  </a:cubicBezTo>
                  <a:cubicBezTo>
                    <a:pt x="376" y="493"/>
                    <a:pt x="376" y="493"/>
                    <a:pt x="376" y="493"/>
                  </a:cubicBezTo>
                  <a:cubicBezTo>
                    <a:pt x="365" y="492"/>
                    <a:pt x="354" y="491"/>
                    <a:pt x="342" y="490"/>
                  </a:cubicBezTo>
                  <a:close/>
                  <a:moveTo>
                    <a:pt x="267" y="393"/>
                  </a:moveTo>
                  <a:cubicBezTo>
                    <a:pt x="300" y="401"/>
                    <a:pt x="300" y="401"/>
                    <a:pt x="300" y="401"/>
                  </a:cubicBezTo>
                  <a:cubicBezTo>
                    <a:pt x="345" y="384"/>
                    <a:pt x="345" y="384"/>
                    <a:pt x="345" y="384"/>
                  </a:cubicBezTo>
                  <a:cubicBezTo>
                    <a:pt x="370" y="396"/>
                    <a:pt x="370" y="396"/>
                    <a:pt x="370" y="396"/>
                  </a:cubicBezTo>
                  <a:cubicBezTo>
                    <a:pt x="345" y="392"/>
                    <a:pt x="345" y="392"/>
                    <a:pt x="345" y="392"/>
                  </a:cubicBezTo>
                  <a:cubicBezTo>
                    <a:pt x="299" y="409"/>
                    <a:pt x="299" y="409"/>
                    <a:pt x="299" y="409"/>
                  </a:cubicBezTo>
                  <a:lnTo>
                    <a:pt x="267" y="393"/>
                  </a:lnTo>
                  <a:close/>
                  <a:moveTo>
                    <a:pt x="172" y="472"/>
                  </a:moveTo>
                  <a:cubicBezTo>
                    <a:pt x="155" y="426"/>
                    <a:pt x="155" y="426"/>
                    <a:pt x="155" y="426"/>
                  </a:cubicBezTo>
                  <a:cubicBezTo>
                    <a:pt x="132" y="419"/>
                    <a:pt x="132" y="419"/>
                    <a:pt x="132" y="419"/>
                  </a:cubicBezTo>
                  <a:cubicBezTo>
                    <a:pt x="171" y="407"/>
                    <a:pt x="171" y="407"/>
                    <a:pt x="171" y="407"/>
                  </a:cubicBezTo>
                  <a:cubicBezTo>
                    <a:pt x="186" y="457"/>
                    <a:pt x="186" y="457"/>
                    <a:pt x="186" y="457"/>
                  </a:cubicBezTo>
                  <a:cubicBezTo>
                    <a:pt x="278" y="443"/>
                    <a:pt x="278" y="443"/>
                    <a:pt x="278" y="443"/>
                  </a:cubicBezTo>
                  <a:lnTo>
                    <a:pt x="172" y="472"/>
                  </a:lnTo>
                  <a:close/>
                  <a:moveTo>
                    <a:pt x="155" y="326"/>
                  </a:moveTo>
                  <a:cubicBezTo>
                    <a:pt x="159" y="326"/>
                    <a:pt x="159" y="326"/>
                    <a:pt x="159" y="326"/>
                  </a:cubicBezTo>
                  <a:cubicBezTo>
                    <a:pt x="159" y="351"/>
                    <a:pt x="159" y="351"/>
                    <a:pt x="159" y="351"/>
                  </a:cubicBezTo>
                  <a:cubicBezTo>
                    <a:pt x="155" y="351"/>
                    <a:pt x="155" y="351"/>
                    <a:pt x="155" y="351"/>
                  </a:cubicBezTo>
                  <a:lnTo>
                    <a:pt x="155" y="326"/>
                  </a:lnTo>
                  <a:close/>
                  <a:moveTo>
                    <a:pt x="164" y="326"/>
                  </a:moveTo>
                  <a:cubicBezTo>
                    <a:pt x="187" y="326"/>
                    <a:pt x="187" y="326"/>
                    <a:pt x="187" y="326"/>
                  </a:cubicBezTo>
                  <a:cubicBezTo>
                    <a:pt x="187" y="351"/>
                    <a:pt x="187" y="351"/>
                    <a:pt x="187" y="351"/>
                  </a:cubicBezTo>
                  <a:cubicBezTo>
                    <a:pt x="164" y="351"/>
                    <a:pt x="164" y="351"/>
                    <a:pt x="164" y="351"/>
                  </a:cubicBezTo>
                  <a:lnTo>
                    <a:pt x="164" y="326"/>
                  </a:lnTo>
                  <a:close/>
                  <a:moveTo>
                    <a:pt x="108" y="266"/>
                  </a:moveTo>
                  <a:cubicBezTo>
                    <a:pt x="108" y="266"/>
                    <a:pt x="108" y="266"/>
                    <a:pt x="108" y="266"/>
                  </a:cubicBezTo>
                  <a:cubicBezTo>
                    <a:pt x="79" y="266"/>
                    <a:pt x="79" y="266"/>
                    <a:pt x="79" y="266"/>
                  </a:cubicBezTo>
                  <a:cubicBezTo>
                    <a:pt x="79" y="100"/>
                    <a:pt x="79" y="100"/>
                    <a:pt x="79" y="100"/>
                  </a:cubicBezTo>
                  <a:cubicBezTo>
                    <a:pt x="110" y="100"/>
                    <a:pt x="110" y="100"/>
                    <a:pt x="110" y="100"/>
                  </a:cubicBezTo>
                  <a:cubicBezTo>
                    <a:pt x="110" y="98"/>
                    <a:pt x="110" y="98"/>
                    <a:pt x="110" y="98"/>
                  </a:cubicBezTo>
                  <a:cubicBezTo>
                    <a:pt x="149" y="98"/>
                    <a:pt x="149" y="98"/>
                    <a:pt x="149" y="98"/>
                  </a:cubicBezTo>
                  <a:cubicBezTo>
                    <a:pt x="149" y="99"/>
                    <a:pt x="149" y="100"/>
                    <a:pt x="150" y="101"/>
                  </a:cubicBezTo>
                  <a:cubicBezTo>
                    <a:pt x="118" y="114"/>
                    <a:pt x="118" y="114"/>
                    <a:pt x="118" y="114"/>
                  </a:cubicBezTo>
                  <a:cubicBezTo>
                    <a:pt x="117" y="112"/>
                    <a:pt x="117" y="112"/>
                    <a:pt x="117" y="112"/>
                  </a:cubicBezTo>
                  <a:cubicBezTo>
                    <a:pt x="117" y="112"/>
                    <a:pt x="117" y="112"/>
                    <a:pt x="117" y="112"/>
                  </a:cubicBezTo>
                  <a:cubicBezTo>
                    <a:pt x="113" y="114"/>
                    <a:pt x="113" y="114"/>
                    <a:pt x="113" y="114"/>
                  </a:cubicBezTo>
                  <a:cubicBezTo>
                    <a:pt x="120" y="132"/>
                    <a:pt x="120" y="132"/>
                    <a:pt x="120" y="132"/>
                  </a:cubicBezTo>
                  <a:cubicBezTo>
                    <a:pt x="124" y="130"/>
                    <a:pt x="124" y="130"/>
                    <a:pt x="124" y="130"/>
                  </a:cubicBezTo>
                  <a:cubicBezTo>
                    <a:pt x="123" y="128"/>
                    <a:pt x="123" y="128"/>
                    <a:pt x="123" y="128"/>
                  </a:cubicBezTo>
                  <a:cubicBezTo>
                    <a:pt x="155" y="115"/>
                    <a:pt x="155" y="115"/>
                    <a:pt x="155" y="115"/>
                  </a:cubicBezTo>
                  <a:cubicBezTo>
                    <a:pt x="156" y="116"/>
                    <a:pt x="157" y="117"/>
                    <a:pt x="157" y="118"/>
                  </a:cubicBezTo>
                  <a:cubicBezTo>
                    <a:pt x="134" y="142"/>
                    <a:pt x="134" y="142"/>
                    <a:pt x="134" y="142"/>
                  </a:cubicBezTo>
                  <a:cubicBezTo>
                    <a:pt x="132" y="141"/>
                    <a:pt x="132" y="141"/>
                    <a:pt x="132" y="141"/>
                  </a:cubicBezTo>
                  <a:cubicBezTo>
                    <a:pt x="132" y="141"/>
                    <a:pt x="132" y="141"/>
                    <a:pt x="132" y="141"/>
                  </a:cubicBezTo>
                  <a:cubicBezTo>
                    <a:pt x="129" y="144"/>
                    <a:pt x="129" y="144"/>
                    <a:pt x="129" y="144"/>
                  </a:cubicBezTo>
                  <a:cubicBezTo>
                    <a:pt x="143" y="158"/>
                    <a:pt x="143" y="158"/>
                    <a:pt x="143" y="158"/>
                  </a:cubicBezTo>
                  <a:cubicBezTo>
                    <a:pt x="146" y="155"/>
                    <a:pt x="146" y="155"/>
                    <a:pt x="146" y="155"/>
                  </a:cubicBezTo>
                  <a:cubicBezTo>
                    <a:pt x="144" y="153"/>
                    <a:pt x="144" y="153"/>
                    <a:pt x="144" y="153"/>
                  </a:cubicBezTo>
                  <a:cubicBezTo>
                    <a:pt x="168" y="129"/>
                    <a:pt x="168" y="129"/>
                    <a:pt x="168" y="129"/>
                  </a:cubicBezTo>
                  <a:cubicBezTo>
                    <a:pt x="169" y="130"/>
                    <a:pt x="170" y="131"/>
                    <a:pt x="171" y="131"/>
                  </a:cubicBezTo>
                  <a:cubicBezTo>
                    <a:pt x="159" y="163"/>
                    <a:pt x="159" y="163"/>
                    <a:pt x="159" y="163"/>
                  </a:cubicBezTo>
                  <a:cubicBezTo>
                    <a:pt x="157" y="162"/>
                    <a:pt x="157" y="162"/>
                    <a:pt x="157" y="162"/>
                  </a:cubicBezTo>
                  <a:cubicBezTo>
                    <a:pt x="157" y="162"/>
                    <a:pt x="157" y="162"/>
                    <a:pt x="157" y="162"/>
                  </a:cubicBezTo>
                  <a:cubicBezTo>
                    <a:pt x="155" y="166"/>
                    <a:pt x="155" y="166"/>
                    <a:pt x="155" y="166"/>
                  </a:cubicBezTo>
                  <a:cubicBezTo>
                    <a:pt x="173" y="173"/>
                    <a:pt x="173" y="173"/>
                    <a:pt x="173" y="173"/>
                  </a:cubicBezTo>
                  <a:cubicBezTo>
                    <a:pt x="175" y="169"/>
                    <a:pt x="175" y="169"/>
                    <a:pt x="175" y="169"/>
                  </a:cubicBezTo>
                  <a:cubicBezTo>
                    <a:pt x="173" y="168"/>
                    <a:pt x="173" y="168"/>
                    <a:pt x="173" y="168"/>
                  </a:cubicBezTo>
                  <a:cubicBezTo>
                    <a:pt x="185" y="137"/>
                    <a:pt x="185" y="137"/>
                    <a:pt x="185" y="137"/>
                  </a:cubicBezTo>
                  <a:cubicBezTo>
                    <a:pt x="187" y="137"/>
                    <a:pt x="188" y="138"/>
                    <a:pt x="190" y="138"/>
                  </a:cubicBezTo>
                  <a:cubicBezTo>
                    <a:pt x="190" y="171"/>
                    <a:pt x="190" y="171"/>
                    <a:pt x="190" y="171"/>
                  </a:cubicBezTo>
                  <a:cubicBezTo>
                    <a:pt x="187" y="171"/>
                    <a:pt x="187" y="171"/>
                    <a:pt x="187" y="171"/>
                  </a:cubicBezTo>
                  <a:cubicBezTo>
                    <a:pt x="187" y="266"/>
                    <a:pt x="187" y="266"/>
                    <a:pt x="187" y="266"/>
                  </a:cubicBezTo>
                  <a:lnTo>
                    <a:pt x="108" y="266"/>
                  </a:lnTo>
                  <a:close/>
                  <a:moveTo>
                    <a:pt x="74" y="266"/>
                  </a:moveTo>
                  <a:cubicBezTo>
                    <a:pt x="68" y="266"/>
                    <a:pt x="68" y="266"/>
                    <a:pt x="68" y="266"/>
                  </a:cubicBezTo>
                  <a:cubicBezTo>
                    <a:pt x="68" y="100"/>
                    <a:pt x="68" y="100"/>
                    <a:pt x="68" y="100"/>
                  </a:cubicBezTo>
                  <a:cubicBezTo>
                    <a:pt x="74" y="100"/>
                    <a:pt x="74" y="100"/>
                    <a:pt x="74" y="100"/>
                  </a:cubicBezTo>
                  <a:lnTo>
                    <a:pt x="74" y="266"/>
                  </a:lnTo>
                  <a:close/>
                  <a:moveTo>
                    <a:pt x="153" y="111"/>
                  </a:moveTo>
                  <a:cubicBezTo>
                    <a:pt x="153" y="112"/>
                    <a:pt x="154" y="112"/>
                    <a:pt x="154" y="113"/>
                  </a:cubicBezTo>
                  <a:cubicBezTo>
                    <a:pt x="125" y="125"/>
                    <a:pt x="125" y="125"/>
                    <a:pt x="125" y="125"/>
                  </a:cubicBezTo>
                  <a:cubicBezTo>
                    <a:pt x="124" y="123"/>
                    <a:pt x="124" y="123"/>
                    <a:pt x="124" y="123"/>
                  </a:cubicBezTo>
                  <a:lnTo>
                    <a:pt x="153" y="111"/>
                  </a:lnTo>
                  <a:close/>
                  <a:moveTo>
                    <a:pt x="122" y="57"/>
                  </a:moveTo>
                  <a:cubicBezTo>
                    <a:pt x="123" y="55"/>
                    <a:pt x="123" y="55"/>
                    <a:pt x="123" y="55"/>
                  </a:cubicBezTo>
                  <a:cubicBezTo>
                    <a:pt x="156" y="69"/>
                    <a:pt x="156" y="69"/>
                    <a:pt x="156" y="69"/>
                  </a:cubicBezTo>
                  <a:cubicBezTo>
                    <a:pt x="155" y="70"/>
                    <a:pt x="155" y="70"/>
                    <a:pt x="155" y="70"/>
                  </a:cubicBezTo>
                  <a:lnTo>
                    <a:pt x="122" y="57"/>
                  </a:lnTo>
                  <a:close/>
                  <a:moveTo>
                    <a:pt x="166" y="124"/>
                  </a:moveTo>
                  <a:cubicBezTo>
                    <a:pt x="166" y="125"/>
                    <a:pt x="167" y="125"/>
                    <a:pt x="168" y="126"/>
                  </a:cubicBezTo>
                  <a:cubicBezTo>
                    <a:pt x="142" y="149"/>
                    <a:pt x="142" y="149"/>
                    <a:pt x="142" y="149"/>
                  </a:cubicBezTo>
                  <a:cubicBezTo>
                    <a:pt x="141" y="148"/>
                    <a:pt x="141" y="148"/>
                    <a:pt x="141" y="148"/>
                  </a:cubicBezTo>
                  <a:lnTo>
                    <a:pt x="166" y="124"/>
                  </a:lnTo>
                  <a:close/>
                  <a:moveTo>
                    <a:pt x="140" y="29"/>
                  </a:moveTo>
                  <a:cubicBezTo>
                    <a:pt x="144" y="30"/>
                    <a:pt x="144" y="30"/>
                    <a:pt x="144" y="30"/>
                  </a:cubicBezTo>
                  <a:cubicBezTo>
                    <a:pt x="168" y="54"/>
                    <a:pt x="168" y="54"/>
                    <a:pt x="168" y="54"/>
                  </a:cubicBezTo>
                  <a:cubicBezTo>
                    <a:pt x="166" y="56"/>
                    <a:pt x="166" y="56"/>
                    <a:pt x="166" y="56"/>
                  </a:cubicBezTo>
                  <a:lnTo>
                    <a:pt x="140" y="29"/>
                  </a:lnTo>
                  <a:close/>
                  <a:moveTo>
                    <a:pt x="181" y="133"/>
                  </a:moveTo>
                  <a:cubicBezTo>
                    <a:pt x="182" y="133"/>
                    <a:pt x="182" y="134"/>
                    <a:pt x="183" y="134"/>
                  </a:cubicBezTo>
                  <a:cubicBezTo>
                    <a:pt x="170" y="166"/>
                    <a:pt x="170" y="166"/>
                    <a:pt x="170" y="166"/>
                  </a:cubicBezTo>
                  <a:cubicBezTo>
                    <a:pt x="168" y="165"/>
                    <a:pt x="168" y="165"/>
                    <a:pt x="168" y="165"/>
                  </a:cubicBezTo>
                  <a:lnTo>
                    <a:pt x="181" y="133"/>
                  </a:lnTo>
                  <a:close/>
                  <a:moveTo>
                    <a:pt x="167" y="10"/>
                  </a:moveTo>
                  <a:cubicBezTo>
                    <a:pt x="171" y="17"/>
                    <a:pt x="171" y="17"/>
                    <a:pt x="171" y="17"/>
                  </a:cubicBezTo>
                  <a:cubicBezTo>
                    <a:pt x="185" y="46"/>
                    <a:pt x="185" y="46"/>
                    <a:pt x="185" y="46"/>
                  </a:cubicBezTo>
                  <a:cubicBezTo>
                    <a:pt x="184" y="46"/>
                    <a:pt x="183" y="47"/>
                    <a:pt x="182" y="47"/>
                  </a:cubicBezTo>
                  <a:lnTo>
                    <a:pt x="167" y="10"/>
                  </a:lnTo>
                  <a:close/>
                  <a:moveTo>
                    <a:pt x="197" y="323"/>
                  </a:moveTo>
                  <a:cubicBezTo>
                    <a:pt x="197" y="323"/>
                    <a:pt x="197" y="323"/>
                    <a:pt x="197" y="323"/>
                  </a:cubicBezTo>
                  <a:cubicBezTo>
                    <a:pt x="201" y="328"/>
                    <a:pt x="201" y="328"/>
                    <a:pt x="201" y="328"/>
                  </a:cubicBezTo>
                  <a:cubicBezTo>
                    <a:pt x="201" y="351"/>
                    <a:pt x="201" y="351"/>
                    <a:pt x="201" y="351"/>
                  </a:cubicBezTo>
                  <a:cubicBezTo>
                    <a:pt x="197" y="351"/>
                    <a:pt x="197" y="351"/>
                    <a:pt x="197" y="351"/>
                  </a:cubicBezTo>
                  <a:lnTo>
                    <a:pt x="197" y="323"/>
                  </a:lnTo>
                  <a:close/>
                  <a:moveTo>
                    <a:pt x="197" y="282"/>
                  </a:moveTo>
                  <a:cubicBezTo>
                    <a:pt x="197" y="282"/>
                    <a:pt x="197" y="282"/>
                    <a:pt x="197" y="282"/>
                  </a:cubicBezTo>
                  <a:cubicBezTo>
                    <a:pt x="201" y="287"/>
                    <a:pt x="201" y="287"/>
                    <a:pt x="201" y="287"/>
                  </a:cubicBezTo>
                  <a:cubicBezTo>
                    <a:pt x="201" y="307"/>
                    <a:pt x="201" y="307"/>
                    <a:pt x="201" y="307"/>
                  </a:cubicBezTo>
                  <a:cubicBezTo>
                    <a:pt x="197" y="307"/>
                    <a:pt x="197" y="307"/>
                    <a:pt x="197" y="307"/>
                  </a:cubicBezTo>
                  <a:lnTo>
                    <a:pt x="197" y="282"/>
                  </a:lnTo>
                  <a:close/>
                  <a:moveTo>
                    <a:pt x="197" y="171"/>
                  </a:moveTo>
                  <a:cubicBezTo>
                    <a:pt x="199" y="171"/>
                    <a:pt x="199" y="171"/>
                    <a:pt x="199" y="171"/>
                  </a:cubicBezTo>
                  <a:cubicBezTo>
                    <a:pt x="199" y="136"/>
                    <a:pt x="199" y="136"/>
                    <a:pt x="199" y="136"/>
                  </a:cubicBezTo>
                  <a:cubicBezTo>
                    <a:pt x="200" y="136"/>
                    <a:pt x="201" y="136"/>
                    <a:pt x="201" y="136"/>
                  </a:cubicBezTo>
                  <a:cubicBezTo>
                    <a:pt x="201" y="171"/>
                    <a:pt x="201" y="171"/>
                    <a:pt x="201" y="171"/>
                  </a:cubicBezTo>
                  <a:cubicBezTo>
                    <a:pt x="201" y="171"/>
                    <a:pt x="201" y="171"/>
                    <a:pt x="201" y="171"/>
                  </a:cubicBezTo>
                  <a:cubicBezTo>
                    <a:pt x="201" y="267"/>
                    <a:pt x="201" y="267"/>
                    <a:pt x="201" y="267"/>
                  </a:cubicBezTo>
                  <a:cubicBezTo>
                    <a:pt x="197" y="267"/>
                    <a:pt x="197" y="267"/>
                    <a:pt x="197" y="267"/>
                  </a:cubicBezTo>
                  <a:lnTo>
                    <a:pt x="197" y="171"/>
                  </a:lnTo>
                  <a:close/>
                  <a:moveTo>
                    <a:pt x="199" y="5"/>
                  </a:moveTo>
                  <a:cubicBezTo>
                    <a:pt x="201" y="5"/>
                    <a:pt x="201" y="5"/>
                    <a:pt x="201" y="5"/>
                  </a:cubicBezTo>
                  <a:cubicBezTo>
                    <a:pt x="201" y="45"/>
                    <a:pt x="201" y="45"/>
                    <a:pt x="201" y="45"/>
                  </a:cubicBezTo>
                  <a:cubicBezTo>
                    <a:pt x="201" y="45"/>
                    <a:pt x="200" y="45"/>
                    <a:pt x="199" y="44"/>
                  </a:cubicBezTo>
                  <a:lnTo>
                    <a:pt x="199" y="5"/>
                  </a:lnTo>
                  <a:close/>
                  <a:moveTo>
                    <a:pt x="212" y="61"/>
                  </a:moveTo>
                  <a:cubicBezTo>
                    <a:pt x="217" y="61"/>
                    <a:pt x="222" y="66"/>
                    <a:pt x="222" y="71"/>
                  </a:cubicBezTo>
                  <a:cubicBezTo>
                    <a:pt x="222" y="77"/>
                    <a:pt x="217" y="81"/>
                    <a:pt x="212" y="81"/>
                  </a:cubicBezTo>
                  <a:cubicBezTo>
                    <a:pt x="206" y="81"/>
                    <a:pt x="202" y="77"/>
                    <a:pt x="202" y="71"/>
                  </a:cubicBezTo>
                  <a:cubicBezTo>
                    <a:pt x="202" y="66"/>
                    <a:pt x="206" y="61"/>
                    <a:pt x="212" y="61"/>
                  </a:cubicBezTo>
                  <a:close/>
                  <a:moveTo>
                    <a:pt x="231" y="164"/>
                  </a:moveTo>
                  <a:cubicBezTo>
                    <a:pt x="230" y="164"/>
                    <a:pt x="230" y="164"/>
                    <a:pt x="230" y="164"/>
                  </a:cubicBezTo>
                  <a:cubicBezTo>
                    <a:pt x="217" y="131"/>
                    <a:pt x="217" y="131"/>
                    <a:pt x="217" y="131"/>
                  </a:cubicBezTo>
                  <a:cubicBezTo>
                    <a:pt x="220" y="130"/>
                    <a:pt x="220" y="130"/>
                    <a:pt x="220" y="130"/>
                  </a:cubicBezTo>
                  <a:lnTo>
                    <a:pt x="231" y="164"/>
                  </a:lnTo>
                  <a:close/>
                  <a:moveTo>
                    <a:pt x="233" y="119"/>
                  </a:moveTo>
                  <a:cubicBezTo>
                    <a:pt x="258" y="143"/>
                    <a:pt x="258" y="143"/>
                    <a:pt x="258" y="143"/>
                  </a:cubicBezTo>
                  <a:cubicBezTo>
                    <a:pt x="256" y="145"/>
                    <a:pt x="256" y="145"/>
                    <a:pt x="256" y="145"/>
                  </a:cubicBezTo>
                  <a:cubicBezTo>
                    <a:pt x="231" y="120"/>
                    <a:pt x="231" y="120"/>
                    <a:pt x="231" y="120"/>
                  </a:cubicBezTo>
                  <a:cubicBezTo>
                    <a:pt x="232" y="120"/>
                    <a:pt x="232" y="119"/>
                    <a:pt x="233" y="119"/>
                  </a:cubicBezTo>
                  <a:close/>
                  <a:moveTo>
                    <a:pt x="241" y="103"/>
                  </a:moveTo>
                  <a:cubicBezTo>
                    <a:pt x="273" y="116"/>
                    <a:pt x="273" y="116"/>
                    <a:pt x="273" y="116"/>
                  </a:cubicBezTo>
                  <a:cubicBezTo>
                    <a:pt x="272" y="118"/>
                    <a:pt x="272" y="118"/>
                    <a:pt x="272" y="118"/>
                  </a:cubicBezTo>
                  <a:cubicBezTo>
                    <a:pt x="240" y="104"/>
                    <a:pt x="240" y="104"/>
                    <a:pt x="240" y="104"/>
                  </a:cubicBezTo>
                  <a:cubicBezTo>
                    <a:pt x="240" y="104"/>
                    <a:pt x="241" y="103"/>
                    <a:pt x="241" y="103"/>
                  </a:cubicBezTo>
                  <a:close/>
                  <a:moveTo>
                    <a:pt x="279" y="84"/>
                  </a:moveTo>
                  <a:cubicBezTo>
                    <a:pt x="375" y="84"/>
                    <a:pt x="375" y="84"/>
                    <a:pt x="375" y="84"/>
                  </a:cubicBezTo>
                  <a:cubicBezTo>
                    <a:pt x="375" y="88"/>
                    <a:pt x="375" y="88"/>
                    <a:pt x="375" y="88"/>
                  </a:cubicBezTo>
                  <a:cubicBezTo>
                    <a:pt x="279" y="88"/>
                    <a:pt x="279" y="88"/>
                    <a:pt x="279" y="88"/>
                  </a:cubicBezTo>
                  <a:lnTo>
                    <a:pt x="279" y="84"/>
                  </a:lnTo>
                  <a:close/>
                  <a:moveTo>
                    <a:pt x="359" y="55"/>
                  </a:moveTo>
                  <a:cubicBezTo>
                    <a:pt x="362" y="80"/>
                    <a:pt x="362" y="80"/>
                    <a:pt x="362" y="80"/>
                  </a:cubicBezTo>
                  <a:cubicBezTo>
                    <a:pt x="360" y="80"/>
                    <a:pt x="360" y="80"/>
                    <a:pt x="360" y="80"/>
                  </a:cubicBezTo>
                  <a:cubicBezTo>
                    <a:pt x="358" y="54"/>
                    <a:pt x="358" y="54"/>
                    <a:pt x="358" y="54"/>
                  </a:cubicBezTo>
                  <a:lnTo>
                    <a:pt x="359" y="55"/>
                  </a:lnTo>
                  <a:close/>
                  <a:moveTo>
                    <a:pt x="370" y="67"/>
                  </a:moveTo>
                  <a:cubicBezTo>
                    <a:pt x="397" y="83"/>
                    <a:pt x="397" y="83"/>
                    <a:pt x="397" y="83"/>
                  </a:cubicBezTo>
                  <a:cubicBezTo>
                    <a:pt x="397" y="85"/>
                    <a:pt x="397" y="85"/>
                    <a:pt x="397" y="85"/>
                  </a:cubicBezTo>
                  <a:cubicBezTo>
                    <a:pt x="370" y="72"/>
                    <a:pt x="370" y="72"/>
                    <a:pt x="370" y="72"/>
                  </a:cubicBezTo>
                  <a:lnTo>
                    <a:pt x="370" y="67"/>
                  </a:lnTo>
                  <a:close/>
                  <a:moveTo>
                    <a:pt x="411" y="89"/>
                  </a:moveTo>
                  <a:cubicBezTo>
                    <a:pt x="412" y="93"/>
                    <a:pt x="412" y="93"/>
                    <a:pt x="412" y="93"/>
                  </a:cubicBezTo>
                  <a:cubicBezTo>
                    <a:pt x="382" y="99"/>
                    <a:pt x="382" y="99"/>
                    <a:pt x="382" y="99"/>
                  </a:cubicBezTo>
                  <a:cubicBezTo>
                    <a:pt x="378" y="97"/>
                    <a:pt x="378" y="97"/>
                    <a:pt x="378" y="97"/>
                  </a:cubicBezTo>
                  <a:lnTo>
                    <a:pt x="411" y="89"/>
                  </a:lnTo>
                  <a:close/>
                  <a:moveTo>
                    <a:pt x="431" y="95"/>
                  </a:moveTo>
                  <a:cubicBezTo>
                    <a:pt x="403" y="130"/>
                    <a:pt x="403" y="130"/>
                    <a:pt x="403" y="130"/>
                  </a:cubicBezTo>
                  <a:cubicBezTo>
                    <a:pt x="400" y="127"/>
                    <a:pt x="400" y="127"/>
                    <a:pt x="400" y="127"/>
                  </a:cubicBezTo>
                  <a:cubicBezTo>
                    <a:pt x="428" y="91"/>
                    <a:pt x="428" y="91"/>
                    <a:pt x="428" y="91"/>
                  </a:cubicBezTo>
                  <a:lnTo>
                    <a:pt x="431" y="95"/>
                  </a:lnTo>
                  <a:close/>
                  <a:moveTo>
                    <a:pt x="447" y="98"/>
                  </a:moveTo>
                  <a:cubicBezTo>
                    <a:pt x="432" y="144"/>
                    <a:pt x="432" y="144"/>
                    <a:pt x="432" y="144"/>
                  </a:cubicBezTo>
                  <a:cubicBezTo>
                    <a:pt x="430" y="143"/>
                    <a:pt x="430" y="143"/>
                    <a:pt x="430" y="143"/>
                  </a:cubicBezTo>
                  <a:cubicBezTo>
                    <a:pt x="445" y="96"/>
                    <a:pt x="445" y="96"/>
                    <a:pt x="445" y="96"/>
                  </a:cubicBezTo>
                  <a:lnTo>
                    <a:pt x="447" y="98"/>
                  </a:lnTo>
                  <a:close/>
                  <a:moveTo>
                    <a:pt x="461" y="95"/>
                  </a:moveTo>
                  <a:cubicBezTo>
                    <a:pt x="463" y="95"/>
                    <a:pt x="463" y="95"/>
                    <a:pt x="463" y="95"/>
                  </a:cubicBezTo>
                  <a:cubicBezTo>
                    <a:pt x="463" y="155"/>
                    <a:pt x="463" y="155"/>
                    <a:pt x="463" y="155"/>
                  </a:cubicBezTo>
                  <a:cubicBezTo>
                    <a:pt x="461" y="155"/>
                    <a:pt x="461" y="155"/>
                    <a:pt x="461" y="155"/>
                  </a:cubicBezTo>
                  <a:lnTo>
                    <a:pt x="461" y="95"/>
                  </a:lnTo>
                  <a:close/>
                  <a:moveTo>
                    <a:pt x="207" y="286"/>
                  </a:moveTo>
                  <a:cubicBezTo>
                    <a:pt x="217" y="286"/>
                    <a:pt x="217" y="286"/>
                    <a:pt x="217" y="286"/>
                  </a:cubicBezTo>
                  <a:cubicBezTo>
                    <a:pt x="217" y="307"/>
                    <a:pt x="217" y="307"/>
                    <a:pt x="217" y="307"/>
                  </a:cubicBezTo>
                  <a:cubicBezTo>
                    <a:pt x="207" y="307"/>
                    <a:pt x="207" y="307"/>
                    <a:pt x="207" y="307"/>
                  </a:cubicBezTo>
                  <a:lnTo>
                    <a:pt x="207" y="286"/>
                  </a:lnTo>
                  <a:close/>
                  <a:moveTo>
                    <a:pt x="222" y="279"/>
                  </a:moveTo>
                  <a:cubicBezTo>
                    <a:pt x="226" y="276"/>
                    <a:pt x="226" y="276"/>
                    <a:pt x="226" y="276"/>
                  </a:cubicBezTo>
                  <a:cubicBezTo>
                    <a:pt x="226" y="311"/>
                    <a:pt x="226" y="311"/>
                    <a:pt x="226" y="311"/>
                  </a:cubicBezTo>
                  <a:cubicBezTo>
                    <a:pt x="222" y="309"/>
                    <a:pt x="222" y="309"/>
                    <a:pt x="222" y="309"/>
                  </a:cubicBezTo>
                  <a:lnTo>
                    <a:pt x="222" y="279"/>
                  </a:lnTo>
                  <a:close/>
                  <a:moveTo>
                    <a:pt x="345" y="260"/>
                  </a:moveTo>
                  <a:cubicBezTo>
                    <a:pt x="345" y="236"/>
                    <a:pt x="345" y="236"/>
                    <a:pt x="345" y="236"/>
                  </a:cubicBezTo>
                  <a:cubicBezTo>
                    <a:pt x="348" y="236"/>
                    <a:pt x="348" y="236"/>
                    <a:pt x="348" y="236"/>
                  </a:cubicBezTo>
                  <a:cubicBezTo>
                    <a:pt x="350" y="257"/>
                    <a:pt x="350" y="257"/>
                    <a:pt x="350" y="257"/>
                  </a:cubicBezTo>
                  <a:cubicBezTo>
                    <a:pt x="365" y="285"/>
                    <a:pt x="365" y="285"/>
                    <a:pt x="365" y="285"/>
                  </a:cubicBezTo>
                  <a:lnTo>
                    <a:pt x="345" y="260"/>
                  </a:lnTo>
                  <a:close/>
                  <a:moveTo>
                    <a:pt x="397" y="192"/>
                  </a:moveTo>
                  <a:cubicBezTo>
                    <a:pt x="397" y="182"/>
                    <a:pt x="397" y="182"/>
                    <a:pt x="397" y="182"/>
                  </a:cubicBezTo>
                  <a:cubicBezTo>
                    <a:pt x="401" y="182"/>
                    <a:pt x="401" y="182"/>
                    <a:pt x="401" y="182"/>
                  </a:cubicBezTo>
                  <a:cubicBezTo>
                    <a:pt x="409" y="190"/>
                    <a:pt x="409" y="190"/>
                    <a:pt x="409" y="190"/>
                  </a:cubicBezTo>
                  <a:cubicBezTo>
                    <a:pt x="407" y="204"/>
                    <a:pt x="407" y="204"/>
                    <a:pt x="407" y="204"/>
                  </a:cubicBezTo>
                  <a:cubicBezTo>
                    <a:pt x="398" y="210"/>
                    <a:pt x="398" y="210"/>
                    <a:pt x="398" y="210"/>
                  </a:cubicBezTo>
                  <a:cubicBezTo>
                    <a:pt x="395" y="210"/>
                    <a:pt x="395" y="210"/>
                    <a:pt x="395" y="210"/>
                  </a:cubicBezTo>
                  <a:cubicBezTo>
                    <a:pt x="395" y="203"/>
                    <a:pt x="395" y="203"/>
                    <a:pt x="395" y="203"/>
                  </a:cubicBezTo>
                  <a:cubicBezTo>
                    <a:pt x="400" y="203"/>
                    <a:pt x="400" y="203"/>
                    <a:pt x="400" y="203"/>
                  </a:cubicBezTo>
                  <a:cubicBezTo>
                    <a:pt x="400" y="201"/>
                    <a:pt x="400" y="201"/>
                    <a:pt x="400" y="201"/>
                  </a:cubicBezTo>
                  <a:cubicBezTo>
                    <a:pt x="395" y="201"/>
                    <a:pt x="395" y="201"/>
                    <a:pt x="395" y="201"/>
                  </a:cubicBezTo>
                  <a:cubicBezTo>
                    <a:pt x="395" y="192"/>
                    <a:pt x="395" y="192"/>
                    <a:pt x="395" y="192"/>
                  </a:cubicBezTo>
                  <a:lnTo>
                    <a:pt x="397" y="192"/>
                  </a:lnTo>
                  <a:close/>
                  <a:moveTo>
                    <a:pt x="407" y="219"/>
                  </a:moveTo>
                  <a:cubicBezTo>
                    <a:pt x="401" y="219"/>
                    <a:pt x="401" y="219"/>
                    <a:pt x="401" y="219"/>
                  </a:cubicBezTo>
                  <a:cubicBezTo>
                    <a:pt x="401" y="212"/>
                    <a:pt x="401" y="212"/>
                    <a:pt x="401" y="212"/>
                  </a:cubicBezTo>
                  <a:cubicBezTo>
                    <a:pt x="412" y="206"/>
                    <a:pt x="412" y="206"/>
                    <a:pt x="412" y="206"/>
                  </a:cubicBezTo>
                  <a:lnTo>
                    <a:pt x="407" y="219"/>
                  </a:lnTo>
                  <a:close/>
                  <a:moveTo>
                    <a:pt x="413" y="497"/>
                  </a:moveTo>
                  <a:cubicBezTo>
                    <a:pt x="426" y="428"/>
                    <a:pt x="426" y="428"/>
                    <a:pt x="426" y="428"/>
                  </a:cubicBezTo>
                  <a:cubicBezTo>
                    <a:pt x="423" y="403"/>
                    <a:pt x="423" y="403"/>
                    <a:pt x="423" y="403"/>
                  </a:cubicBezTo>
                  <a:cubicBezTo>
                    <a:pt x="412" y="451"/>
                    <a:pt x="412" y="451"/>
                    <a:pt x="412" y="451"/>
                  </a:cubicBezTo>
                  <a:cubicBezTo>
                    <a:pt x="406" y="451"/>
                    <a:pt x="406" y="451"/>
                    <a:pt x="406" y="451"/>
                  </a:cubicBezTo>
                  <a:cubicBezTo>
                    <a:pt x="406" y="408"/>
                    <a:pt x="406" y="408"/>
                    <a:pt x="406" y="408"/>
                  </a:cubicBezTo>
                  <a:cubicBezTo>
                    <a:pt x="424" y="395"/>
                    <a:pt x="424" y="395"/>
                    <a:pt x="424" y="395"/>
                  </a:cubicBezTo>
                  <a:cubicBezTo>
                    <a:pt x="433" y="320"/>
                    <a:pt x="433" y="320"/>
                    <a:pt x="433" y="320"/>
                  </a:cubicBezTo>
                  <a:cubicBezTo>
                    <a:pt x="398" y="400"/>
                    <a:pt x="398" y="400"/>
                    <a:pt x="398" y="400"/>
                  </a:cubicBezTo>
                  <a:cubicBezTo>
                    <a:pt x="395" y="400"/>
                    <a:pt x="395" y="400"/>
                    <a:pt x="395" y="400"/>
                  </a:cubicBezTo>
                  <a:cubicBezTo>
                    <a:pt x="395" y="351"/>
                    <a:pt x="395" y="351"/>
                    <a:pt x="395" y="351"/>
                  </a:cubicBezTo>
                  <a:cubicBezTo>
                    <a:pt x="406" y="320"/>
                    <a:pt x="406" y="320"/>
                    <a:pt x="406" y="320"/>
                  </a:cubicBezTo>
                  <a:cubicBezTo>
                    <a:pt x="385" y="302"/>
                    <a:pt x="385" y="302"/>
                    <a:pt x="385" y="302"/>
                  </a:cubicBezTo>
                  <a:cubicBezTo>
                    <a:pt x="406" y="280"/>
                    <a:pt x="406" y="280"/>
                    <a:pt x="406" y="280"/>
                  </a:cubicBezTo>
                  <a:cubicBezTo>
                    <a:pt x="413" y="284"/>
                    <a:pt x="413" y="284"/>
                    <a:pt x="413" y="284"/>
                  </a:cubicBezTo>
                  <a:cubicBezTo>
                    <a:pt x="404" y="301"/>
                    <a:pt x="404" y="301"/>
                    <a:pt x="404" y="301"/>
                  </a:cubicBezTo>
                  <a:cubicBezTo>
                    <a:pt x="425" y="319"/>
                    <a:pt x="425" y="319"/>
                    <a:pt x="425" y="319"/>
                  </a:cubicBezTo>
                  <a:cubicBezTo>
                    <a:pt x="456" y="296"/>
                    <a:pt x="456" y="296"/>
                    <a:pt x="456" y="296"/>
                  </a:cubicBezTo>
                  <a:cubicBezTo>
                    <a:pt x="478" y="218"/>
                    <a:pt x="478" y="218"/>
                    <a:pt x="478" y="218"/>
                  </a:cubicBezTo>
                  <a:cubicBezTo>
                    <a:pt x="469" y="184"/>
                    <a:pt x="469" y="184"/>
                    <a:pt x="469" y="184"/>
                  </a:cubicBezTo>
                  <a:cubicBezTo>
                    <a:pt x="482" y="173"/>
                    <a:pt x="482" y="173"/>
                    <a:pt x="482" y="173"/>
                  </a:cubicBezTo>
                  <a:cubicBezTo>
                    <a:pt x="486" y="167"/>
                    <a:pt x="486" y="167"/>
                    <a:pt x="486" y="167"/>
                  </a:cubicBezTo>
                  <a:cubicBezTo>
                    <a:pt x="485" y="167"/>
                    <a:pt x="485" y="167"/>
                    <a:pt x="485" y="167"/>
                  </a:cubicBezTo>
                  <a:cubicBezTo>
                    <a:pt x="485" y="167"/>
                    <a:pt x="485" y="167"/>
                    <a:pt x="485" y="167"/>
                  </a:cubicBezTo>
                  <a:cubicBezTo>
                    <a:pt x="462" y="176"/>
                    <a:pt x="462" y="176"/>
                    <a:pt x="462" y="176"/>
                  </a:cubicBezTo>
                  <a:cubicBezTo>
                    <a:pt x="457" y="226"/>
                    <a:pt x="457" y="226"/>
                    <a:pt x="457" y="226"/>
                  </a:cubicBezTo>
                  <a:cubicBezTo>
                    <a:pt x="417" y="228"/>
                    <a:pt x="417" y="228"/>
                    <a:pt x="417" y="228"/>
                  </a:cubicBezTo>
                  <a:cubicBezTo>
                    <a:pt x="460" y="233"/>
                    <a:pt x="460" y="233"/>
                    <a:pt x="460" y="233"/>
                  </a:cubicBezTo>
                  <a:cubicBezTo>
                    <a:pt x="416" y="240"/>
                    <a:pt x="416" y="240"/>
                    <a:pt x="416" y="240"/>
                  </a:cubicBezTo>
                  <a:cubicBezTo>
                    <a:pt x="421" y="255"/>
                    <a:pt x="421" y="255"/>
                    <a:pt x="421" y="255"/>
                  </a:cubicBezTo>
                  <a:cubicBezTo>
                    <a:pt x="413" y="265"/>
                    <a:pt x="413" y="265"/>
                    <a:pt x="413" y="265"/>
                  </a:cubicBezTo>
                  <a:cubicBezTo>
                    <a:pt x="394" y="257"/>
                    <a:pt x="394" y="257"/>
                    <a:pt x="394" y="257"/>
                  </a:cubicBezTo>
                  <a:cubicBezTo>
                    <a:pt x="377" y="266"/>
                    <a:pt x="377" y="266"/>
                    <a:pt x="377" y="266"/>
                  </a:cubicBezTo>
                  <a:cubicBezTo>
                    <a:pt x="368" y="256"/>
                    <a:pt x="368" y="256"/>
                    <a:pt x="368" y="256"/>
                  </a:cubicBezTo>
                  <a:cubicBezTo>
                    <a:pt x="379" y="222"/>
                    <a:pt x="379" y="222"/>
                    <a:pt x="379" y="222"/>
                  </a:cubicBezTo>
                  <a:cubicBezTo>
                    <a:pt x="384" y="222"/>
                    <a:pt x="384" y="222"/>
                    <a:pt x="384" y="222"/>
                  </a:cubicBezTo>
                  <a:cubicBezTo>
                    <a:pt x="387" y="251"/>
                    <a:pt x="387" y="251"/>
                    <a:pt x="387" y="251"/>
                  </a:cubicBezTo>
                  <a:cubicBezTo>
                    <a:pt x="394" y="230"/>
                    <a:pt x="394" y="230"/>
                    <a:pt x="394" y="230"/>
                  </a:cubicBezTo>
                  <a:cubicBezTo>
                    <a:pt x="411" y="231"/>
                    <a:pt x="411" y="231"/>
                    <a:pt x="411" y="231"/>
                  </a:cubicBezTo>
                  <a:cubicBezTo>
                    <a:pt x="404" y="228"/>
                    <a:pt x="404" y="228"/>
                    <a:pt x="404" y="228"/>
                  </a:cubicBezTo>
                  <a:cubicBezTo>
                    <a:pt x="415" y="227"/>
                    <a:pt x="415" y="227"/>
                    <a:pt x="415" y="227"/>
                  </a:cubicBezTo>
                  <a:cubicBezTo>
                    <a:pt x="412" y="220"/>
                    <a:pt x="412" y="220"/>
                    <a:pt x="412" y="220"/>
                  </a:cubicBezTo>
                  <a:cubicBezTo>
                    <a:pt x="418" y="210"/>
                    <a:pt x="418" y="210"/>
                    <a:pt x="418" y="210"/>
                  </a:cubicBezTo>
                  <a:cubicBezTo>
                    <a:pt x="421" y="188"/>
                    <a:pt x="421" y="188"/>
                    <a:pt x="421" y="188"/>
                  </a:cubicBezTo>
                  <a:cubicBezTo>
                    <a:pt x="406" y="175"/>
                    <a:pt x="406" y="175"/>
                    <a:pt x="406" y="175"/>
                  </a:cubicBezTo>
                  <a:cubicBezTo>
                    <a:pt x="394" y="176"/>
                    <a:pt x="394" y="176"/>
                    <a:pt x="394" y="176"/>
                  </a:cubicBezTo>
                  <a:cubicBezTo>
                    <a:pt x="384" y="184"/>
                    <a:pt x="384" y="184"/>
                    <a:pt x="384" y="184"/>
                  </a:cubicBezTo>
                  <a:cubicBezTo>
                    <a:pt x="381" y="122"/>
                    <a:pt x="381" y="122"/>
                    <a:pt x="381" y="122"/>
                  </a:cubicBezTo>
                  <a:cubicBezTo>
                    <a:pt x="378" y="118"/>
                    <a:pt x="378" y="118"/>
                    <a:pt x="378" y="118"/>
                  </a:cubicBezTo>
                  <a:cubicBezTo>
                    <a:pt x="375" y="221"/>
                    <a:pt x="375" y="221"/>
                    <a:pt x="375" y="221"/>
                  </a:cubicBezTo>
                  <a:cubicBezTo>
                    <a:pt x="367" y="233"/>
                    <a:pt x="367" y="233"/>
                    <a:pt x="367" y="233"/>
                  </a:cubicBezTo>
                  <a:cubicBezTo>
                    <a:pt x="367" y="233"/>
                    <a:pt x="366" y="232"/>
                    <a:pt x="364" y="225"/>
                  </a:cubicBezTo>
                  <a:cubicBezTo>
                    <a:pt x="362" y="218"/>
                    <a:pt x="365" y="200"/>
                    <a:pt x="365" y="200"/>
                  </a:cubicBezTo>
                  <a:cubicBezTo>
                    <a:pt x="373" y="120"/>
                    <a:pt x="373" y="120"/>
                    <a:pt x="373" y="120"/>
                  </a:cubicBezTo>
                  <a:cubicBezTo>
                    <a:pt x="367" y="127"/>
                    <a:pt x="367" y="127"/>
                    <a:pt x="367" y="127"/>
                  </a:cubicBezTo>
                  <a:cubicBezTo>
                    <a:pt x="363" y="176"/>
                    <a:pt x="363" y="176"/>
                    <a:pt x="363" y="176"/>
                  </a:cubicBezTo>
                  <a:cubicBezTo>
                    <a:pt x="345" y="189"/>
                    <a:pt x="345" y="189"/>
                    <a:pt x="345" y="189"/>
                  </a:cubicBezTo>
                  <a:cubicBezTo>
                    <a:pt x="340" y="215"/>
                    <a:pt x="340" y="215"/>
                    <a:pt x="340" y="215"/>
                  </a:cubicBezTo>
                  <a:cubicBezTo>
                    <a:pt x="347" y="195"/>
                    <a:pt x="347" y="195"/>
                    <a:pt x="347" y="195"/>
                  </a:cubicBezTo>
                  <a:cubicBezTo>
                    <a:pt x="361" y="188"/>
                    <a:pt x="361" y="188"/>
                    <a:pt x="361" y="188"/>
                  </a:cubicBezTo>
                  <a:cubicBezTo>
                    <a:pt x="359" y="201"/>
                    <a:pt x="359" y="201"/>
                    <a:pt x="359" y="201"/>
                  </a:cubicBezTo>
                  <a:cubicBezTo>
                    <a:pt x="350" y="207"/>
                    <a:pt x="350" y="207"/>
                    <a:pt x="350" y="207"/>
                  </a:cubicBezTo>
                  <a:cubicBezTo>
                    <a:pt x="332" y="230"/>
                    <a:pt x="332" y="230"/>
                    <a:pt x="332" y="230"/>
                  </a:cubicBezTo>
                  <a:cubicBezTo>
                    <a:pt x="330" y="270"/>
                    <a:pt x="330" y="270"/>
                    <a:pt x="330" y="270"/>
                  </a:cubicBezTo>
                  <a:cubicBezTo>
                    <a:pt x="370" y="304"/>
                    <a:pt x="370" y="304"/>
                    <a:pt x="370" y="304"/>
                  </a:cubicBezTo>
                  <a:cubicBezTo>
                    <a:pt x="361" y="327"/>
                    <a:pt x="361" y="327"/>
                    <a:pt x="361" y="327"/>
                  </a:cubicBezTo>
                  <a:cubicBezTo>
                    <a:pt x="394" y="351"/>
                    <a:pt x="394" y="351"/>
                    <a:pt x="394" y="351"/>
                  </a:cubicBezTo>
                  <a:cubicBezTo>
                    <a:pt x="387" y="356"/>
                    <a:pt x="387" y="356"/>
                    <a:pt x="387" y="356"/>
                  </a:cubicBezTo>
                  <a:cubicBezTo>
                    <a:pt x="350" y="337"/>
                    <a:pt x="350" y="337"/>
                    <a:pt x="350" y="337"/>
                  </a:cubicBezTo>
                  <a:cubicBezTo>
                    <a:pt x="361" y="327"/>
                    <a:pt x="361" y="327"/>
                    <a:pt x="361" y="327"/>
                  </a:cubicBezTo>
                  <a:cubicBezTo>
                    <a:pt x="290" y="318"/>
                    <a:pt x="290" y="318"/>
                    <a:pt x="290" y="318"/>
                  </a:cubicBezTo>
                  <a:cubicBezTo>
                    <a:pt x="253" y="336"/>
                    <a:pt x="253" y="336"/>
                    <a:pt x="253" y="336"/>
                  </a:cubicBezTo>
                  <a:cubicBezTo>
                    <a:pt x="253" y="350"/>
                    <a:pt x="253" y="350"/>
                    <a:pt x="253" y="350"/>
                  </a:cubicBezTo>
                  <a:cubicBezTo>
                    <a:pt x="253" y="367"/>
                    <a:pt x="253" y="367"/>
                    <a:pt x="253" y="367"/>
                  </a:cubicBezTo>
                  <a:cubicBezTo>
                    <a:pt x="229" y="367"/>
                    <a:pt x="229" y="367"/>
                    <a:pt x="229" y="367"/>
                  </a:cubicBezTo>
                  <a:cubicBezTo>
                    <a:pt x="220" y="351"/>
                    <a:pt x="220" y="351"/>
                    <a:pt x="220" y="351"/>
                  </a:cubicBezTo>
                  <a:cubicBezTo>
                    <a:pt x="207" y="351"/>
                    <a:pt x="207" y="351"/>
                    <a:pt x="207" y="351"/>
                  </a:cubicBezTo>
                  <a:cubicBezTo>
                    <a:pt x="207" y="326"/>
                    <a:pt x="207" y="326"/>
                    <a:pt x="207" y="326"/>
                  </a:cubicBezTo>
                  <a:cubicBezTo>
                    <a:pt x="227" y="326"/>
                    <a:pt x="227" y="326"/>
                    <a:pt x="227" y="326"/>
                  </a:cubicBezTo>
                  <a:cubicBezTo>
                    <a:pt x="227" y="326"/>
                    <a:pt x="227" y="326"/>
                    <a:pt x="227" y="326"/>
                  </a:cubicBezTo>
                  <a:cubicBezTo>
                    <a:pt x="232" y="326"/>
                    <a:pt x="235" y="323"/>
                    <a:pt x="235" y="318"/>
                  </a:cubicBezTo>
                  <a:cubicBezTo>
                    <a:pt x="235" y="318"/>
                    <a:pt x="235" y="318"/>
                    <a:pt x="235" y="318"/>
                  </a:cubicBezTo>
                  <a:cubicBezTo>
                    <a:pt x="235" y="315"/>
                    <a:pt x="235" y="315"/>
                    <a:pt x="235" y="315"/>
                  </a:cubicBezTo>
                  <a:cubicBezTo>
                    <a:pt x="236" y="315"/>
                    <a:pt x="236" y="315"/>
                    <a:pt x="236" y="315"/>
                  </a:cubicBezTo>
                  <a:cubicBezTo>
                    <a:pt x="236" y="286"/>
                    <a:pt x="236" y="286"/>
                    <a:pt x="236" y="286"/>
                  </a:cubicBezTo>
                  <a:cubicBezTo>
                    <a:pt x="236" y="286"/>
                    <a:pt x="236" y="286"/>
                    <a:pt x="236" y="286"/>
                  </a:cubicBezTo>
                  <a:cubicBezTo>
                    <a:pt x="236" y="275"/>
                    <a:pt x="236" y="275"/>
                    <a:pt x="236" y="275"/>
                  </a:cubicBezTo>
                  <a:cubicBezTo>
                    <a:pt x="236" y="275"/>
                    <a:pt x="236" y="275"/>
                    <a:pt x="236" y="274"/>
                  </a:cubicBezTo>
                  <a:cubicBezTo>
                    <a:pt x="236" y="270"/>
                    <a:pt x="232" y="266"/>
                    <a:pt x="228" y="266"/>
                  </a:cubicBezTo>
                  <a:cubicBezTo>
                    <a:pt x="227" y="266"/>
                    <a:pt x="227" y="266"/>
                    <a:pt x="227" y="266"/>
                  </a:cubicBezTo>
                  <a:cubicBezTo>
                    <a:pt x="207" y="266"/>
                    <a:pt x="207" y="266"/>
                    <a:pt x="207" y="266"/>
                  </a:cubicBezTo>
                  <a:cubicBezTo>
                    <a:pt x="207" y="171"/>
                    <a:pt x="207" y="171"/>
                    <a:pt x="207" y="171"/>
                  </a:cubicBezTo>
                  <a:cubicBezTo>
                    <a:pt x="205" y="171"/>
                    <a:pt x="205" y="171"/>
                    <a:pt x="205" y="171"/>
                  </a:cubicBezTo>
                  <a:cubicBezTo>
                    <a:pt x="205" y="138"/>
                    <a:pt x="205" y="138"/>
                    <a:pt x="205" y="138"/>
                  </a:cubicBezTo>
                  <a:cubicBezTo>
                    <a:pt x="206" y="137"/>
                    <a:pt x="208" y="137"/>
                    <a:pt x="209" y="137"/>
                  </a:cubicBezTo>
                  <a:cubicBezTo>
                    <a:pt x="221" y="168"/>
                    <a:pt x="221" y="168"/>
                    <a:pt x="221" y="168"/>
                  </a:cubicBezTo>
                  <a:cubicBezTo>
                    <a:pt x="219" y="169"/>
                    <a:pt x="219" y="169"/>
                    <a:pt x="219" y="169"/>
                  </a:cubicBezTo>
                  <a:cubicBezTo>
                    <a:pt x="219" y="169"/>
                    <a:pt x="219" y="169"/>
                    <a:pt x="219" y="169"/>
                  </a:cubicBezTo>
                  <a:cubicBezTo>
                    <a:pt x="220" y="173"/>
                    <a:pt x="220" y="173"/>
                    <a:pt x="220" y="173"/>
                  </a:cubicBezTo>
                  <a:cubicBezTo>
                    <a:pt x="239" y="166"/>
                    <a:pt x="239" y="166"/>
                    <a:pt x="239" y="166"/>
                  </a:cubicBezTo>
                  <a:cubicBezTo>
                    <a:pt x="237" y="162"/>
                    <a:pt x="237" y="162"/>
                    <a:pt x="237" y="162"/>
                  </a:cubicBezTo>
                  <a:cubicBezTo>
                    <a:pt x="235" y="163"/>
                    <a:pt x="235" y="163"/>
                    <a:pt x="235" y="163"/>
                  </a:cubicBezTo>
                  <a:cubicBezTo>
                    <a:pt x="223" y="131"/>
                    <a:pt x="223" y="131"/>
                    <a:pt x="223" y="131"/>
                  </a:cubicBezTo>
                  <a:cubicBezTo>
                    <a:pt x="224" y="130"/>
                    <a:pt x="225" y="129"/>
                    <a:pt x="226" y="129"/>
                  </a:cubicBezTo>
                  <a:cubicBezTo>
                    <a:pt x="250" y="153"/>
                    <a:pt x="250" y="153"/>
                    <a:pt x="250" y="153"/>
                  </a:cubicBezTo>
                  <a:cubicBezTo>
                    <a:pt x="249" y="155"/>
                    <a:pt x="249" y="155"/>
                    <a:pt x="249" y="155"/>
                  </a:cubicBezTo>
                  <a:cubicBezTo>
                    <a:pt x="249" y="155"/>
                    <a:pt x="249" y="155"/>
                    <a:pt x="249" y="155"/>
                  </a:cubicBezTo>
                  <a:cubicBezTo>
                    <a:pt x="252" y="158"/>
                    <a:pt x="252" y="158"/>
                    <a:pt x="252" y="158"/>
                  </a:cubicBezTo>
                  <a:cubicBezTo>
                    <a:pt x="265" y="144"/>
                    <a:pt x="265" y="144"/>
                    <a:pt x="265" y="144"/>
                  </a:cubicBezTo>
                  <a:cubicBezTo>
                    <a:pt x="262" y="141"/>
                    <a:pt x="262" y="141"/>
                    <a:pt x="262" y="141"/>
                  </a:cubicBezTo>
                  <a:cubicBezTo>
                    <a:pt x="261" y="142"/>
                    <a:pt x="261" y="142"/>
                    <a:pt x="261" y="142"/>
                  </a:cubicBezTo>
                  <a:cubicBezTo>
                    <a:pt x="236" y="118"/>
                    <a:pt x="236" y="118"/>
                    <a:pt x="236" y="118"/>
                  </a:cubicBezTo>
                  <a:cubicBezTo>
                    <a:pt x="237" y="117"/>
                    <a:pt x="237" y="116"/>
                    <a:pt x="238" y="115"/>
                  </a:cubicBezTo>
                  <a:cubicBezTo>
                    <a:pt x="271" y="128"/>
                    <a:pt x="271" y="128"/>
                    <a:pt x="271" y="128"/>
                  </a:cubicBezTo>
                  <a:cubicBezTo>
                    <a:pt x="270" y="130"/>
                    <a:pt x="270" y="130"/>
                    <a:pt x="270" y="130"/>
                  </a:cubicBezTo>
                  <a:cubicBezTo>
                    <a:pt x="270" y="130"/>
                    <a:pt x="270" y="130"/>
                    <a:pt x="270" y="130"/>
                  </a:cubicBezTo>
                  <a:cubicBezTo>
                    <a:pt x="274" y="132"/>
                    <a:pt x="274" y="132"/>
                    <a:pt x="274" y="132"/>
                  </a:cubicBezTo>
                  <a:cubicBezTo>
                    <a:pt x="281" y="114"/>
                    <a:pt x="281" y="114"/>
                    <a:pt x="281" y="114"/>
                  </a:cubicBezTo>
                  <a:cubicBezTo>
                    <a:pt x="277" y="112"/>
                    <a:pt x="277" y="112"/>
                    <a:pt x="277" y="112"/>
                  </a:cubicBezTo>
                  <a:cubicBezTo>
                    <a:pt x="277" y="114"/>
                    <a:pt x="277" y="114"/>
                    <a:pt x="277" y="114"/>
                  </a:cubicBezTo>
                  <a:cubicBezTo>
                    <a:pt x="244" y="101"/>
                    <a:pt x="244" y="101"/>
                    <a:pt x="244" y="101"/>
                  </a:cubicBezTo>
                  <a:cubicBezTo>
                    <a:pt x="244" y="100"/>
                    <a:pt x="244" y="99"/>
                    <a:pt x="244" y="98"/>
                  </a:cubicBezTo>
                  <a:cubicBezTo>
                    <a:pt x="279" y="98"/>
                    <a:pt x="279" y="98"/>
                    <a:pt x="279" y="98"/>
                  </a:cubicBezTo>
                  <a:cubicBezTo>
                    <a:pt x="279" y="100"/>
                    <a:pt x="279" y="100"/>
                    <a:pt x="279" y="100"/>
                  </a:cubicBezTo>
                  <a:cubicBezTo>
                    <a:pt x="368" y="100"/>
                    <a:pt x="368" y="100"/>
                    <a:pt x="368" y="100"/>
                  </a:cubicBezTo>
                  <a:cubicBezTo>
                    <a:pt x="369" y="101"/>
                    <a:pt x="369" y="103"/>
                    <a:pt x="370" y="105"/>
                  </a:cubicBezTo>
                  <a:cubicBezTo>
                    <a:pt x="371" y="109"/>
                    <a:pt x="374" y="112"/>
                    <a:pt x="375" y="112"/>
                  </a:cubicBezTo>
                  <a:cubicBezTo>
                    <a:pt x="375" y="112"/>
                    <a:pt x="375" y="112"/>
                    <a:pt x="375" y="112"/>
                  </a:cubicBezTo>
                  <a:cubicBezTo>
                    <a:pt x="375" y="112"/>
                    <a:pt x="375" y="112"/>
                    <a:pt x="375" y="112"/>
                  </a:cubicBezTo>
                  <a:cubicBezTo>
                    <a:pt x="406" y="100"/>
                    <a:pt x="406" y="100"/>
                    <a:pt x="406" y="100"/>
                  </a:cubicBezTo>
                  <a:cubicBezTo>
                    <a:pt x="416" y="100"/>
                    <a:pt x="416" y="100"/>
                    <a:pt x="416" y="100"/>
                  </a:cubicBezTo>
                  <a:cubicBezTo>
                    <a:pt x="394" y="130"/>
                    <a:pt x="394" y="130"/>
                    <a:pt x="394" y="130"/>
                  </a:cubicBezTo>
                  <a:cubicBezTo>
                    <a:pt x="394" y="130"/>
                    <a:pt x="394" y="130"/>
                    <a:pt x="394" y="130"/>
                  </a:cubicBezTo>
                  <a:cubicBezTo>
                    <a:pt x="394" y="130"/>
                    <a:pt x="394" y="130"/>
                    <a:pt x="394" y="130"/>
                  </a:cubicBezTo>
                  <a:cubicBezTo>
                    <a:pt x="394" y="130"/>
                    <a:pt x="394" y="130"/>
                    <a:pt x="394" y="130"/>
                  </a:cubicBezTo>
                  <a:cubicBezTo>
                    <a:pt x="394" y="130"/>
                    <a:pt x="394" y="130"/>
                    <a:pt x="394" y="130"/>
                  </a:cubicBezTo>
                  <a:cubicBezTo>
                    <a:pt x="393" y="131"/>
                    <a:pt x="395" y="134"/>
                    <a:pt x="399" y="136"/>
                  </a:cubicBezTo>
                  <a:cubicBezTo>
                    <a:pt x="403" y="139"/>
                    <a:pt x="406" y="140"/>
                    <a:pt x="407" y="139"/>
                  </a:cubicBezTo>
                  <a:cubicBezTo>
                    <a:pt x="407" y="139"/>
                    <a:pt x="407" y="139"/>
                    <a:pt x="407" y="139"/>
                  </a:cubicBezTo>
                  <a:cubicBezTo>
                    <a:pt x="438" y="100"/>
                    <a:pt x="438" y="100"/>
                    <a:pt x="438" y="100"/>
                  </a:cubicBezTo>
                  <a:cubicBezTo>
                    <a:pt x="439" y="100"/>
                    <a:pt x="439" y="100"/>
                    <a:pt x="439" y="100"/>
                  </a:cubicBezTo>
                  <a:cubicBezTo>
                    <a:pt x="423" y="147"/>
                    <a:pt x="423" y="147"/>
                    <a:pt x="423" y="147"/>
                  </a:cubicBezTo>
                  <a:cubicBezTo>
                    <a:pt x="423" y="147"/>
                    <a:pt x="423" y="147"/>
                    <a:pt x="423" y="147"/>
                  </a:cubicBezTo>
                  <a:cubicBezTo>
                    <a:pt x="423" y="147"/>
                    <a:pt x="423" y="147"/>
                    <a:pt x="423" y="147"/>
                  </a:cubicBezTo>
                  <a:cubicBezTo>
                    <a:pt x="422" y="149"/>
                    <a:pt x="426" y="151"/>
                    <a:pt x="430" y="153"/>
                  </a:cubicBezTo>
                  <a:cubicBezTo>
                    <a:pt x="434" y="154"/>
                    <a:pt x="438" y="155"/>
                    <a:pt x="439" y="153"/>
                  </a:cubicBezTo>
                  <a:cubicBezTo>
                    <a:pt x="439" y="153"/>
                    <a:pt x="439" y="153"/>
                    <a:pt x="439" y="153"/>
                  </a:cubicBezTo>
                  <a:cubicBezTo>
                    <a:pt x="439" y="153"/>
                    <a:pt x="439" y="153"/>
                    <a:pt x="439" y="153"/>
                  </a:cubicBezTo>
                  <a:cubicBezTo>
                    <a:pt x="439" y="153"/>
                    <a:pt x="439" y="153"/>
                    <a:pt x="439" y="153"/>
                  </a:cubicBezTo>
                  <a:cubicBezTo>
                    <a:pt x="439" y="153"/>
                    <a:pt x="439" y="153"/>
                    <a:pt x="439" y="153"/>
                  </a:cubicBezTo>
                  <a:cubicBezTo>
                    <a:pt x="457" y="100"/>
                    <a:pt x="457" y="100"/>
                    <a:pt x="457" y="100"/>
                  </a:cubicBezTo>
                  <a:cubicBezTo>
                    <a:pt x="457" y="100"/>
                    <a:pt x="457" y="100"/>
                    <a:pt x="457" y="100"/>
                  </a:cubicBezTo>
                  <a:cubicBezTo>
                    <a:pt x="457" y="159"/>
                    <a:pt x="457" y="159"/>
                    <a:pt x="457" y="159"/>
                  </a:cubicBezTo>
                  <a:cubicBezTo>
                    <a:pt x="457" y="159"/>
                    <a:pt x="457" y="159"/>
                    <a:pt x="457" y="159"/>
                  </a:cubicBezTo>
                  <a:cubicBezTo>
                    <a:pt x="457" y="159"/>
                    <a:pt x="457" y="159"/>
                    <a:pt x="457" y="159"/>
                  </a:cubicBezTo>
                  <a:cubicBezTo>
                    <a:pt x="457" y="159"/>
                    <a:pt x="457" y="159"/>
                    <a:pt x="457" y="159"/>
                  </a:cubicBezTo>
                  <a:cubicBezTo>
                    <a:pt x="457" y="159"/>
                    <a:pt x="457" y="159"/>
                    <a:pt x="457" y="159"/>
                  </a:cubicBezTo>
                  <a:cubicBezTo>
                    <a:pt x="457" y="160"/>
                    <a:pt x="461" y="161"/>
                    <a:pt x="466" y="161"/>
                  </a:cubicBezTo>
                  <a:cubicBezTo>
                    <a:pt x="471" y="161"/>
                    <a:pt x="474" y="160"/>
                    <a:pt x="475" y="159"/>
                  </a:cubicBezTo>
                  <a:cubicBezTo>
                    <a:pt x="475" y="159"/>
                    <a:pt x="475" y="159"/>
                    <a:pt x="475" y="159"/>
                  </a:cubicBezTo>
                  <a:cubicBezTo>
                    <a:pt x="475" y="159"/>
                    <a:pt x="475" y="159"/>
                    <a:pt x="475" y="159"/>
                  </a:cubicBezTo>
                  <a:cubicBezTo>
                    <a:pt x="475" y="159"/>
                    <a:pt x="475" y="159"/>
                    <a:pt x="475" y="159"/>
                  </a:cubicBezTo>
                  <a:cubicBezTo>
                    <a:pt x="475" y="159"/>
                    <a:pt x="475" y="159"/>
                    <a:pt x="475" y="159"/>
                  </a:cubicBezTo>
                  <a:cubicBezTo>
                    <a:pt x="475" y="100"/>
                    <a:pt x="475" y="100"/>
                    <a:pt x="475" y="100"/>
                  </a:cubicBezTo>
                  <a:cubicBezTo>
                    <a:pt x="481" y="100"/>
                    <a:pt x="481" y="100"/>
                    <a:pt x="481" y="100"/>
                  </a:cubicBezTo>
                  <a:cubicBezTo>
                    <a:pt x="481" y="88"/>
                    <a:pt x="481" y="88"/>
                    <a:pt x="481" y="88"/>
                  </a:cubicBezTo>
                  <a:cubicBezTo>
                    <a:pt x="412" y="88"/>
                    <a:pt x="412" y="88"/>
                    <a:pt x="412" y="88"/>
                  </a:cubicBezTo>
                  <a:cubicBezTo>
                    <a:pt x="412" y="84"/>
                    <a:pt x="412" y="84"/>
                    <a:pt x="412" y="84"/>
                  </a:cubicBezTo>
                  <a:cubicBezTo>
                    <a:pt x="481" y="84"/>
                    <a:pt x="481" y="84"/>
                    <a:pt x="481" y="84"/>
                  </a:cubicBezTo>
                  <a:cubicBezTo>
                    <a:pt x="481" y="80"/>
                    <a:pt x="481" y="80"/>
                    <a:pt x="481" y="80"/>
                  </a:cubicBezTo>
                  <a:cubicBezTo>
                    <a:pt x="456" y="80"/>
                    <a:pt x="456" y="80"/>
                    <a:pt x="456" y="80"/>
                  </a:cubicBezTo>
                  <a:cubicBezTo>
                    <a:pt x="456" y="80"/>
                    <a:pt x="456" y="80"/>
                    <a:pt x="456" y="80"/>
                  </a:cubicBezTo>
                  <a:cubicBezTo>
                    <a:pt x="411" y="80"/>
                    <a:pt x="411" y="80"/>
                    <a:pt x="411" y="80"/>
                  </a:cubicBezTo>
                  <a:cubicBezTo>
                    <a:pt x="404" y="79"/>
                    <a:pt x="386" y="75"/>
                    <a:pt x="374" y="63"/>
                  </a:cubicBezTo>
                  <a:cubicBezTo>
                    <a:pt x="357" y="46"/>
                    <a:pt x="357" y="34"/>
                    <a:pt x="357" y="34"/>
                  </a:cubicBezTo>
                  <a:cubicBezTo>
                    <a:pt x="354" y="34"/>
                    <a:pt x="354" y="34"/>
                    <a:pt x="354" y="34"/>
                  </a:cubicBezTo>
                  <a:cubicBezTo>
                    <a:pt x="354" y="80"/>
                    <a:pt x="354" y="80"/>
                    <a:pt x="354" y="80"/>
                  </a:cubicBezTo>
                  <a:cubicBezTo>
                    <a:pt x="350" y="80"/>
                    <a:pt x="350" y="80"/>
                    <a:pt x="350" y="80"/>
                  </a:cubicBezTo>
                  <a:cubicBezTo>
                    <a:pt x="350" y="34"/>
                    <a:pt x="350" y="34"/>
                    <a:pt x="350" y="34"/>
                  </a:cubicBezTo>
                  <a:cubicBezTo>
                    <a:pt x="344" y="34"/>
                    <a:pt x="344" y="34"/>
                    <a:pt x="344" y="34"/>
                  </a:cubicBezTo>
                  <a:cubicBezTo>
                    <a:pt x="344" y="80"/>
                    <a:pt x="344" y="80"/>
                    <a:pt x="344" y="80"/>
                  </a:cubicBezTo>
                  <a:cubicBezTo>
                    <a:pt x="279" y="80"/>
                    <a:pt x="279" y="80"/>
                    <a:pt x="279" y="80"/>
                  </a:cubicBezTo>
                  <a:cubicBezTo>
                    <a:pt x="279" y="82"/>
                    <a:pt x="279" y="82"/>
                    <a:pt x="279" y="82"/>
                  </a:cubicBezTo>
                  <a:cubicBezTo>
                    <a:pt x="244" y="82"/>
                    <a:pt x="244" y="82"/>
                    <a:pt x="244" y="82"/>
                  </a:cubicBezTo>
                  <a:cubicBezTo>
                    <a:pt x="241" y="62"/>
                    <a:pt x="225" y="46"/>
                    <a:pt x="205" y="43"/>
                  </a:cubicBezTo>
                  <a:cubicBezTo>
                    <a:pt x="205" y="4"/>
                    <a:pt x="205" y="4"/>
                    <a:pt x="205" y="4"/>
                  </a:cubicBezTo>
                  <a:cubicBezTo>
                    <a:pt x="207" y="4"/>
                    <a:pt x="207" y="4"/>
                    <a:pt x="207" y="4"/>
                  </a:cubicBezTo>
                  <a:cubicBezTo>
                    <a:pt x="207" y="0"/>
                    <a:pt x="207" y="0"/>
                    <a:pt x="207" y="0"/>
                  </a:cubicBezTo>
                  <a:cubicBezTo>
                    <a:pt x="187" y="0"/>
                    <a:pt x="187" y="0"/>
                    <a:pt x="187" y="0"/>
                  </a:cubicBezTo>
                  <a:cubicBezTo>
                    <a:pt x="187" y="4"/>
                    <a:pt x="187" y="4"/>
                    <a:pt x="187" y="4"/>
                  </a:cubicBezTo>
                  <a:cubicBezTo>
                    <a:pt x="190" y="4"/>
                    <a:pt x="190" y="4"/>
                    <a:pt x="190" y="4"/>
                  </a:cubicBezTo>
                  <a:cubicBezTo>
                    <a:pt x="190" y="43"/>
                    <a:pt x="190" y="43"/>
                    <a:pt x="190" y="43"/>
                  </a:cubicBezTo>
                  <a:cubicBezTo>
                    <a:pt x="188" y="43"/>
                    <a:pt x="187" y="43"/>
                    <a:pt x="186" y="43"/>
                  </a:cubicBezTo>
                  <a:cubicBezTo>
                    <a:pt x="171" y="8"/>
                    <a:pt x="171" y="8"/>
                    <a:pt x="171" y="8"/>
                  </a:cubicBezTo>
                  <a:cubicBezTo>
                    <a:pt x="173" y="7"/>
                    <a:pt x="173" y="7"/>
                    <a:pt x="173" y="7"/>
                  </a:cubicBezTo>
                  <a:cubicBezTo>
                    <a:pt x="173" y="7"/>
                    <a:pt x="173" y="7"/>
                    <a:pt x="173" y="7"/>
                  </a:cubicBezTo>
                  <a:cubicBezTo>
                    <a:pt x="172" y="3"/>
                    <a:pt x="172" y="3"/>
                    <a:pt x="172" y="3"/>
                  </a:cubicBezTo>
                  <a:cubicBezTo>
                    <a:pt x="154" y="11"/>
                    <a:pt x="154" y="11"/>
                    <a:pt x="154" y="11"/>
                  </a:cubicBezTo>
                  <a:cubicBezTo>
                    <a:pt x="155" y="15"/>
                    <a:pt x="155" y="15"/>
                    <a:pt x="155" y="15"/>
                  </a:cubicBezTo>
                  <a:cubicBezTo>
                    <a:pt x="157" y="14"/>
                    <a:pt x="157" y="14"/>
                    <a:pt x="157" y="14"/>
                  </a:cubicBezTo>
                  <a:cubicBezTo>
                    <a:pt x="172" y="49"/>
                    <a:pt x="172" y="49"/>
                    <a:pt x="172" y="49"/>
                  </a:cubicBezTo>
                  <a:cubicBezTo>
                    <a:pt x="171" y="49"/>
                    <a:pt x="170" y="50"/>
                    <a:pt x="169" y="51"/>
                  </a:cubicBezTo>
                  <a:cubicBezTo>
                    <a:pt x="142" y="24"/>
                    <a:pt x="142" y="24"/>
                    <a:pt x="142" y="24"/>
                  </a:cubicBezTo>
                  <a:cubicBezTo>
                    <a:pt x="144" y="23"/>
                    <a:pt x="144" y="23"/>
                    <a:pt x="144" y="23"/>
                  </a:cubicBezTo>
                  <a:cubicBezTo>
                    <a:pt x="144" y="23"/>
                    <a:pt x="144" y="23"/>
                    <a:pt x="144" y="23"/>
                  </a:cubicBezTo>
                  <a:cubicBezTo>
                    <a:pt x="141" y="20"/>
                    <a:pt x="141" y="20"/>
                    <a:pt x="141" y="20"/>
                  </a:cubicBezTo>
                  <a:cubicBezTo>
                    <a:pt x="127" y="34"/>
                    <a:pt x="127" y="34"/>
                    <a:pt x="127" y="34"/>
                  </a:cubicBezTo>
                  <a:cubicBezTo>
                    <a:pt x="130" y="37"/>
                    <a:pt x="130" y="37"/>
                    <a:pt x="130" y="37"/>
                  </a:cubicBezTo>
                  <a:cubicBezTo>
                    <a:pt x="132" y="35"/>
                    <a:pt x="132" y="35"/>
                    <a:pt x="132" y="35"/>
                  </a:cubicBezTo>
                  <a:cubicBezTo>
                    <a:pt x="158" y="61"/>
                    <a:pt x="158" y="61"/>
                    <a:pt x="158" y="61"/>
                  </a:cubicBezTo>
                  <a:cubicBezTo>
                    <a:pt x="157" y="62"/>
                    <a:pt x="157" y="63"/>
                    <a:pt x="156" y="64"/>
                  </a:cubicBezTo>
                  <a:cubicBezTo>
                    <a:pt x="122" y="51"/>
                    <a:pt x="122" y="51"/>
                    <a:pt x="122" y="51"/>
                  </a:cubicBezTo>
                  <a:cubicBezTo>
                    <a:pt x="123" y="48"/>
                    <a:pt x="123" y="48"/>
                    <a:pt x="123" y="48"/>
                  </a:cubicBezTo>
                  <a:cubicBezTo>
                    <a:pt x="123" y="48"/>
                    <a:pt x="123" y="48"/>
                    <a:pt x="123" y="48"/>
                  </a:cubicBezTo>
                  <a:cubicBezTo>
                    <a:pt x="119" y="47"/>
                    <a:pt x="119" y="47"/>
                    <a:pt x="119" y="47"/>
                  </a:cubicBezTo>
                  <a:cubicBezTo>
                    <a:pt x="112" y="65"/>
                    <a:pt x="112" y="65"/>
                    <a:pt x="112" y="65"/>
                  </a:cubicBezTo>
                  <a:cubicBezTo>
                    <a:pt x="116" y="66"/>
                    <a:pt x="116" y="66"/>
                    <a:pt x="116" y="66"/>
                  </a:cubicBezTo>
                  <a:cubicBezTo>
                    <a:pt x="116" y="64"/>
                    <a:pt x="116" y="64"/>
                    <a:pt x="116" y="64"/>
                  </a:cubicBezTo>
                  <a:cubicBezTo>
                    <a:pt x="150" y="78"/>
                    <a:pt x="150" y="78"/>
                    <a:pt x="150" y="78"/>
                  </a:cubicBezTo>
                  <a:cubicBezTo>
                    <a:pt x="150" y="79"/>
                    <a:pt x="149" y="81"/>
                    <a:pt x="149" y="82"/>
                  </a:cubicBezTo>
                  <a:cubicBezTo>
                    <a:pt x="110" y="82"/>
                    <a:pt x="110" y="82"/>
                    <a:pt x="110" y="82"/>
                  </a:cubicBezTo>
                  <a:cubicBezTo>
                    <a:pt x="110" y="80"/>
                    <a:pt x="110" y="80"/>
                    <a:pt x="110" y="80"/>
                  </a:cubicBezTo>
                  <a:cubicBezTo>
                    <a:pt x="68" y="80"/>
                    <a:pt x="68" y="80"/>
                    <a:pt x="68" y="80"/>
                  </a:cubicBezTo>
                  <a:cubicBezTo>
                    <a:pt x="68" y="80"/>
                    <a:pt x="68" y="80"/>
                    <a:pt x="67" y="80"/>
                  </a:cubicBezTo>
                  <a:cubicBezTo>
                    <a:pt x="63" y="80"/>
                    <a:pt x="59" y="84"/>
                    <a:pt x="59" y="89"/>
                  </a:cubicBezTo>
                  <a:cubicBezTo>
                    <a:pt x="59" y="89"/>
                    <a:pt x="59" y="89"/>
                    <a:pt x="59" y="89"/>
                  </a:cubicBezTo>
                  <a:cubicBezTo>
                    <a:pt x="59" y="98"/>
                    <a:pt x="59" y="98"/>
                    <a:pt x="59" y="98"/>
                  </a:cubicBezTo>
                  <a:cubicBezTo>
                    <a:pt x="59" y="98"/>
                    <a:pt x="59" y="98"/>
                    <a:pt x="59" y="98"/>
                  </a:cubicBezTo>
                  <a:cubicBezTo>
                    <a:pt x="59" y="266"/>
                    <a:pt x="59" y="266"/>
                    <a:pt x="59" y="266"/>
                  </a:cubicBezTo>
                  <a:cubicBezTo>
                    <a:pt x="59" y="266"/>
                    <a:pt x="59" y="266"/>
                    <a:pt x="59" y="266"/>
                  </a:cubicBezTo>
                  <a:cubicBezTo>
                    <a:pt x="59" y="277"/>
                    <a:pt x="59" y="277"/>
                    <a:pt x="59" y="277"/>
                  </a:cubicBezTo>
                  <a:cubicBezTo>
                    <a:pt x="59" y="277"/>
                    <a:pt x="59" y="277"/>
                    <a:pt x="59" y="277"/>
                  </a:cubicBezTo>
                  <a:cubicBezTo>
                    <a:pt x="59" y="282"/>
                    <a:pt x="63" y="286"/>
                    <a:pt x="67" y="286"/>
                  </a:cubicBezTo>
                  <a:cubicBezTo>
                    <a:pt x="68" y="286"/>
                    <a:pt x="68" y="286"/>
                    <a:pt x="68" y="286"/>
                  </a:cubicBezTo>
                  <a:cubicBezTo>
                    <a:pt x="108" y="286"/>
                    <a:pt x="108" y="286"/>
                    <a:pt x="108" y="286"/>
                  </a:cubicBezTo>
                  <a:cubicBezTo>
                    <a:pt x="108" y="286"/>
                    <a:pt x="108" y="286"/>
                    <a:pt x="108" y="286"/>
                  </a:cubicBezTo>
                  <a:cubicBezTo>
                    <a:pt x="185" y="286"/>
                    <a:pt x="185" y="286"/>
                    <a:pt x="185" y="286"/>
                  </a:cubicBezTo>
                  <a:cubicBezTo>
                    <a:pt x="185" y="286"/>
                    <a:pt x="185" y="286"/>
                    <a:pt x="185" y="286"/>
                  </a:cubicBezTo>
                  <a:cubicBezTo>
                    <a:pt x="187" y="286"/>
                    <a:pt x="187" y="286"/>
                    <a:pt x="187" y="286"/>
                  </a:cubicBezTo>
                  <a:cubicBezTo>
                    <a:pt x="187" y="307"/>
                    <a:pt x="187" y="307"/>
                    <a:pt x="187" y="307"/>
                  </a:cubicBezTo>
                  <a:cubicBezTo>
                    <a:pt x="185" y="307"/>
                    <a:pt x="185" y="307"/>
                    <a:pt x="185" y="307"/>
                  </a:cubicBezTo>
                  <a:cubicBezTo>
                    <a:pt x="185" y="307"/>
                    <a:pt x="185" y="307"/>
                    <a:pt x="185" y="307"/>
                  </a:cubicBezTo>
                  <a:cubicBezTo>
                    <a:pt x="153" y="307"/>
                    <a:pt x="153" y="307"/>
                    <a:pt x="153" y="307"/>
                  </a:cubicBezTo>
                  <a:cubicBezTo>
                    <a:pt x="153" y="307"/>
                    <a:pt x="153" y="307"/>
                    <a:pt x="153" y="307"/>
                  </a:cubicBezTo>
                  <a:cubicBezTo>
                    <a:pt x="148" y="307"/>
                    <a:pt x="145" y="310"/>
                    <a:pt x="145" y="315"/>
                  </a:cubicBezTo>
                  <a:cubicBezTo>
                    <a:pt x="145" y="315"/>
                    <a:pt x="145" y="315"/>
                    <a:pt x="145" y="315"/>
                  </a:cubicBezTo>
                  <a:cubicBezTo>
                    <a:pt x="145" y="326"/>
                    <a:pt x="145" y="326"/>
                    <a:pt x="145" y="326"/>
                  </a:cubicBezTo>
                  <a:cubicBezTo>
                    <a:pt x="145" y="326"/>
                    <a:pt x="145" y="326"/>
                    <a:pt x="145" y="326"/>
                  </a:cubicBezTo>
                  <a:cubicBezTo>
                    <a:pt x="145" y="351"/>
                    <a:pt x="145" y="351"/>
                    <a:pt x="145" y="351"/>
                  </a:cubicBezTo>
                  <a:cubicBezTo>
                    <a:pt x="86" y="351"/>
                    <a:pt x="86" y="351"/>
                    <a:pt x="86" y="351"/>
                  </a:cubicBezTo>
                  <a:cubicBezTo>
                    <a:pt x="87" y="400"/>
                    <a:pt x="87" y="400"/>
                    <a:pt x="87" y="400"/>
                  </a:cubicBezTo>
                  <a:cubicBezTo>
                    <a:pt x="103" y="418"/>
                    <a:pt x="103" y="418"/>
                    <a:pt x="103" y="418"/>
                  </a:cubicBezTo>
                  <a:cubicBezTo>
                    <a:pt x="103" y="451"/>
                    <a:pt x="103" y="451"/>
                    <a:pt x="103" y="451"/>
                  </a:cubicBezTo>
                  <a:cubicBezTo>
                    <a:pt x="122" y="459"/>
                    <a:pt x="122" y="459"/>
                    <a:pt x="122" y="459"/>
                  </a:cubicBezTo>
                  <a:cubicBezTo>
                    <a:pt x="122" y="505"/>
                    <a:pt x="122" y="505"/>
                    <a:pt x="122" y="505"/>
                  </a:cubicBezTo>
                  <a:cubicBezTo>
                    <a:pt x="38" y="520"/>
                    <a:pt x="7" y="539"/>
                    <a:pt x="4" y="540"/>
                  </a:cubicBezTo>
                  <a:cubicBezTo>
                    <a:pt x="0" y="540"/>
                    <a:pt x="19" y="543"/>
                    <a:pt x="46" y="556"/>
                  </a:cubicBezTo>
                  <a:cubicBezTo>
                    <a:pt x="80" y="572"/>
                    <a:pt x="76" y="581"/>
                    <a:pt x="76" y="581"/>
                  </a:cubicBezTo>
                  <a:cubicBezTo>
                    <a:pt x="76" y="581"/>
                    <a:pt x="135" y="543"/>
                    <a:pt x="263" y="520"/>
                  </a:cubicBezTo>
                  <a:cubicBezTo>
                    <a:pt x="330" y="508"/>
                    <a:pt x="451" y="503"/>
                    <a:pt x="495" y="512"/>
                  </a:cubicBezTo>
                  <a:cubicBezTo>
                    <a:pt x="495" y="512"/>
                    <a:pt x="461" y="504"/>
                    <a:pt x="413" y="49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4" name="Freeform 53">
              <a:extLst>
                <a:ext uri="{FF2B5EF4-FFF2-40B4-BE49-F238E27FC236}">
                  <a16:creationId xmlns:a16="http://schemas.microsoft.com/office/drawing/2014/main" id="{2028C96A-498C-4DC3-9A17-28E4317CB04A}"/>
                </a:ext>
              </a:extLst>
            </p:cNvPr>
            <p:cNvSpPr>
              <a:spLocks noEditPoints="1"/>
            </p:cNvSpPr>
            <p:nvPr/>
          </p:nvSpPr>
          <p:spPr bwMode="auto">
            <a:xfrm>
              <a:off x="4804858" y="3977648"/>
              <a:ext cx="1793875" cy="1787526"/>
            </a:xfrm>
            <a:custGeom>
              <a:avLst/>
              <a:gdLst>
                <a:gd name="T0" fmla="*/ 484 w 968"/>
                <a:gd name="T1" fmla="*/ 953 h 967"/>
                <a:gd name="T2" fmla="*/ 14 w 968"/>
                <a:gd name="T3" fmla="*/ 482 h 967"/>
                <a:gd name="T4" fmla="*/ 484 w 968"/>
                <a:gd name="T5" fmla="*/ 12 h 967"/>
                <a:gd name="T6" fmla="*/ 954 w 968"/>
                <a:gd name="T7" fmla="*/ 482 h 967"/>
                <a:gd name="T8" fmla="*/ 484 w 968"/>
                <a:gd name="T9" fmla="*/ 953 h 967"/>
                <a:gd name="T10" fmla="*/ 484 w 968"/>
                <a:gd name="T11" fmla="*/ 0 h 967"/>
                <a:gd name="T12" fmla="*/ 0 w 968"/>
                <a:gd name="T13" fmla="*/ 483 h 967"/>
                <a:gd name="T14" fmla="*/ 484 w 968"/>
                <a:gd name="T15" fmla="*/ 967 h 967"/>
                <a:gd name="T16" fmla="*/ 968 w 968"/>
                <a:gd name="T17" fmla="*/ 483 h 967"/>
                <a:gd name="T18" fmla="*/ 484 w 968"/>
                <a:gd name="T19" fmla="*/ 0 h 9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8" h="967">
                  <a:moveTo>
                    <a:pt x="484" y="953"/>
                  </a:moveTo>
                  <a:cubicBezTo>
                    <a:pt x="224" y="953"/>
                    <a:pt x="14" y="742"/>
                    <a:pt x="14" y="482"/>
                  </a:cubicBezTo>
                  <a:cubicBezTo>
                    <a:pt x="14" y="223"/>
                    <a:pt x="224" y="12"/>
                    <a:pt x="484" y="12"/>
                  </a:cubicBezTo>
                  <a:cubicBezTo>
                    <a:pt x="744" y="12"/>
                    <a:pt x="954" y="223"/>
                    <a:pt x="954" y="482"/>
                  </a:cubicBezTo>
                  <a:cubicBezTo>
                    <a:pt x="954" y="742"/>
                    <a:pt x="744" y="953"/>
                    <a:pt x="484" y="953"/>
                  </a:cubicBezTo>
                  <a:close/>
                  <a:moveTo>
                    <a:pt x="484" y="0"/>
                  </a:moveTo>
                  <a:cubicBezTo>
                    <a:pt x="217" y="0"/>
                    <a:pt x="0" y="216"/>
                    <a:pt x="0" y="483"/>
                  </a:cubicBezTo>
                  <a:cubicBezTo>
                    <a:pt x="0" y="750"/>
                    <a:pt x="217" y="967"/>
                    <a:pt x="484" y="967"/>
                  </a:cubicBezTo>
                  <a:cubicBezTo>
                    <a:pt x="751" y="967"/>
                    <a:pt x="968" y="750"/>
                    <a:pt x="968" y="483"/>
                  </a:cubicBezTo>
                  <a:cubicBezTo>
                    <a:pt x="968" y="216"/>
                    <a:pt x="751" y="0"/>
                    <a:pt x="48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5" name="Freeform 54">
              <a:extLst>
                <a:ext uri="{FF2B5EF4-FFF2-40B4-BE49-F238E27FC236}">
                  <a16:creationId xmlns:a16="http://schemas.microsoft.com/office/drawing/2014/main" id="{734A2889-6417-4A17-B2CB-D074F35E744B}"/>
                </a:ext>
              </a:extLst>
            </p:cNvPr>
            <p:cNvSpPr>
              <a:spLocks/>
            </p:cNvSpPr>
            <p:nvPr/>
          </p:nvSpPr>
          <p:spPr bwMode="auto">
            <a:xfrm>
              <a:off x="5008058" y="4552323"/>
              <a:ext cx="65088" cy="60325"/>
            </a:xfrm>
            <a:custGeom>
              <a:avLst/>
              <a:gdLst>
                <a:gd name="T0" fmla="*/ 23 w 35"/>
                <a:gd name="T1" fmla="*/ 3 h 32"/>
                <a:gd name="T2" fmla="*/ 10 w 35"/>
                <a:gd name="T3" fmla="*/ 1 h 32"/>
                <a:gd name="T4" fmla="*/ 2 w 35"/>
                <a:gd name="T5" fmla="*/ 9 h 32"/>
                <a:gd name="T6" fmla="*/ 1 w 35"/>
                <a:gd name="T7" fmla="*/ 20 h 32"/>
                <a:gd name="T8" fmla="*/ 11 w 35"/>
                <a:gd name="T9" fmla="*/ 29 h 32"/>
                <a:gd name="T10" fmla="*/ 25 w 35"/>
                <a:gd name="T11" fmla="*/ 31 h 32"/>
                <a:gd name="T12" fmla="*/ 33 w 35"/>
                <a:gd name="T13" fmla="*/ 23 h 32"/>
                <a:gd name="T14" fmla="*/ 33 w 35"/>
                <a:gd name="T15" fmla="*/ 12 h 32"/>
                <a:gd name="T16" fmla="*/ 23 w 35"/>
                <a:gd name="T17" fmla="*/ 3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 h="32">
                  <a:moveTo>
                    <a:pt x="23" y="3"/>
                  </a:moveTo>
                  <a:cubicBezTo>
                    <a:pt x="18" y="0"/>
                    <a:pt x="13" y="0"/>
                    <a:pt x="10" y="1"/>
                  </a:cubicBezTo>
                  <a:cubicBezTo>
                    <a:pt x="6" y="2"/>
                    <a:pt x="3" y="5"/>
                    <a:pt x="2" y="9"/>
                  </a:cubicBezTo>
                  <a:cubicBezTo>
                    <a:pt x="0" y="13"/>
                    <a:pt x="0" y="17"/>
                    <a:pt x="1" y="20"/>
                  </a:cubicBezTo>
                  <a:cubicBezTo>
                    <a:pt x="3" y="24"/>
                    <a:pt x="6" y="27"/>
                    <a:pt x="11" y="29"/>
                  </a:cubicBezTo>
                  <a:cubicBezTo>
                    <a:pt x="16" y="31"/>
                    <a:pt x="21" y="32"/>
                    <a:pt x="25" y="31"/>
                  </a:cubicBezTo>
                  <a:cubicBezTo>
                    <a:pt x="28" y="29"/>
                    <a:pt x="31" y="27"/>
                    <a:pt x="33" y="23"/>
                  </a:cubicBezTo>
                  <a:cubicBezTo>
                    <a:pt x="35" y="19"/>
                    <a:pt x="35" y="15"/>
                    <a:pt x="33" y="12"/>
                  </a:cubicBezTo>
                  <a:cubicBezTo>
                    <a:pt x="32" y="8"/>
                    <a:pt x="28" y="5"/>
                    <a:pt x="23"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6" name="Freeform 55">
              <a:extLst>
                <a:ext uri="{FF2B5EF4-FFF2-40B4-BE49-F238E27FC236}">
                  <a16:creationId xmlns:a16="http://schemas.microsoft.com/office/drawing/2014/main" id="{CE3D9E6B-856B-4ACD-9720-4C8030A12321}"/>
                </a:ext>
              </a:extLst>
            </p:cNvPr>
            <p:cNvSpPr>
              <a:spLocks/>
            </p:cNvSpPr>
            <p:nvPr/>
          </p:nvSpPr>
          <p:spPr bwMode="auto">
            <a:xfrm>
              <a:off x="5581145" y="5347661"/>
              <a:ext cx="41275" cy="74613"/>
            </a:xfrm>
            <a:custGeom>
              <a:avLst/>
              <a:gdLst>
                <a:gd name="T0" fmla="*/ 22 w 22"/>
                <a:gd name="T1" fmla="*/ 0 h 40"/>
                <a:gd name="T2" fmla="*/ 22 w 22"/>
                <a:gd name="T3" fmla="*/ 40 h 40"/>
                <a:gd name="T4" fmla="*/ 11 w 22"/>
                <a:gd name="T5" fmla="*/ 40 h 40"/>
                <a:gd name="T6" fmla="*/ 11 w 22"/>
                <a:gd name="T7" fmla="*/ 14 h 40"/>
                <a:gd name="T8" fmla="*/ 6 w 22"/>
                <a:gd name="T9" fmla="*/ 17 h 40"/>
                <a:gd name="T10" fmla="*/ 0 w 22"/>
                <a:gd name="T11" fmla="*/ 19 h 40"/>
                <a:gd name="T12" fmla="*/ 0 w 22"/>
                <a:gd name="T13" fmla="*/ 11 h 40"/>
                <a:gd name="T14" fmla="*/ 8 w 22"/>
                <a:gd name="T15" fmla="*/ 6 h 40"/>
                <a:gd name="T16" fmla="*/ 13 w 22"/>
                <a:gd name="T17" fmla="*/ 0 h 40"/>
                <a:gd name="T18" fmla="*/ 22 w 22"/>
                <a:gd name="T19"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 h="40">
                  <a:moveTo>
                    <a:pt x="22" y="0"/>
                  </a:moveTo>
                  <a:cubicBezTo>
                    <a:pt x="22" y="40"/>
                    <a:pt x="22" y="40"/>
                    <a:pt x="22" y="40"/>
                  </a:cubicBezTo>
                  <a:cubicBezTo>
                    <a:pt x="11" y="40"/>
                    <a:pt x="11" y="40"/>
                    <a:pt x="11" y="40"/>
                  </a:cubicBezTo>
                  <a:cubicBezTo>
                    <a:pt x="11" y="14"/>
                    <a:pt x="11" y="14"/>
                    <a:pt x="11" y="14"/>
                  </a:cubicBezTo>
                  <a:cubicBezTo>
                    <a:pt x="9" y="15"/>
                    <a:pt x="8" y="16"/>
                    <a:pt x="6" y="17"/>
                  </a:cubicBezTo>
                  <a:cubicBezTo>
                    <a:pt x="4" y="18"/>
                    <a:pt x="2" y="19"/>
                    <a:pt x="0" y="19"/>
                  </a:cubicBezTo>
                  <a:cubicBezTo>
                    <a:pt x="0" y="11"/>
                    <a:pt x="0" y="11"/>
                    <a:pt x="0" y="11"/>
                  </a:cubicBezTo>
                  <a:cubicBezTo>
                    <a:pt x="4" y="10"/>
                    <a:pt x="6" y="8"/>
                    <a:pt x="8" y="6"/>
                  </a:cubicBezTo>
                  <a:cubicBezTo>
                    <a:pt x="10" y="5"/>
                    <a:pt x="12" y="3"/>
                    <a:pt x="13" y="0"/>
                  </a:cubicBezTo>
                  <a:lnTo>
                    <a:pt x="2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7" name="Freeform 56">
              <a:extLst>
                <a:ext uri="{FF2B5EF4-FFF2-40B4-BE49-F238E27FC236}">
                  <a16:creationId xmlns:a16="http://schemas.microsoft.com/office/drawing/2014/main" id="{1DE7746A-6B89-42A1-AF1B-D2A6E02FE29E}"/>
                </a:ext>
              </a:extLst>
            </p:cNvPr>
            <p:cNvSpPr>
              <a:spLocks noEditPoints="1"/>
            </p:cNvSpPr>
            <p:nvPr/>
          </p:nvSpPr>
          <p:spPr bwMode="auto">
            <a:xfrm>
              <a:off x="5639883" y="5347661"/>
              <a:ext cx="60325" cy="74613"/>
            </a:xfrm>
            <a:custGeom>
              <a:avLst/>
              <a:gdLst>
                <a:gd name="T0" fmla="*/ 21 w 32"/>
                <a:gd name="T1" fmla="*/ 14 h 40"/>
                <a:gd name="T2" fmla="*/ 19 w 32"/>
                <a:gd name="T3" fmla="*/ 9 h 40"/>
                <a:gd name="T4" fmla="*/ 15 w 32"/>
                <a:gd name="T5" fmla="*/ 7 h 40"/>
                <a:gd name="T6" fmla="*/ 12 w 32"/>
                <a:gd name="T7" fmla="*/ 9 h 40"/>
                <a:gd name="T8" fmla="*/ 10 w 32"/>
                <a:gd name="T9" fmla="*/ 13 h 40"/>
                <a:gd name="T10" fmla="*/ 12 w 32"/>
                <a:gd name="T11" fmla="*/ 18 h 40"/>
                <a:gd name="T12" fmla="*/ 15 w 32"/>
                <a:gd name="T13" fmla="*/ 20 h 40"/>
                <a:gd name="T14" fmla="*/ 19 w 32"/>
                <a:gd name="T15" fmla="*/ 18 h 40"/>
                <a:gd name="T16" fmla="*/ 21 w 32"/>
                <a:gd name="T17" fmla="*/ 14 h 40"/>
                <a:gd name="T18" fmla="*/ 1 w 32"/>
                <a:gd name="T19" fmla="*/ 31 h 40"/>
                <a:gd name="T20" fmla="*/ 12 w 32"/>
                <a:gd name="T21" fmla="*/ 30 h 40"/>
                <a:gd name="T22" fmla="*/ 13 w 32"/>
                <a:gd name="T23" fmla="*/ 33 h 40"/>
                <a:gd name="T24" fmla="*/ 15 w 32"/>
                <a:gd name="T25" fmla="*/ 34 h 40"/>
                <a:gd name="T26" fmla="*/ 20 w 32"/>
                <a:gd name="T27" fmla="*/ 31 h 40"/>
                <a:gd name="T28" fmla="*/ 21 w 32"/>
                <a:gd name="T29" fmla="*/ 23 h 40"/>
                <a:gd name="T30" fmla="*/ 17 w 32"/>
                <a:gd name="T31" fmla="*/ 26 h 40"/>
                <a:gd name="T32" fmla="*/ 13 w 32"/>
                <a:gd name="T33" fmla="*/ 27 h 40"/>
                <a:gd name="T34" fmla="*/ 4 w 32"/>
                <a:gd name="T35" fmla="*/ 23 h 40"/>
                <a:gd name="T36" fmla="*/ 0 w 32"/>
                <a:gd name="T37" fmla="*/ 14 h 40"/>
                <a:gd name="T38" fmla="*/ 2 w 32"/>
                <a:gd name="T39" fmla="*/ 7 h 40"/>
                <a:gd name="T40" fmla="*/ 7 w 32"/>
                <a:gd name="T41" fmla="*/ 2 h 40"/>
                <a:gd name="T42" fmla="*/ 15 w 32"/>
                <a:gd name="T43" fmla="*/ 0 h 40"/>
                <a:gd name="T44" fmla="*/ 24 w 32"/>
                <a:gd name="T45" fmla="*/ 2 h 40"/>
                <a:gd name="T46" fmla="*/ 30 w 32"/>
                <a:gd name="T47" fmla="*/ 9 h 40"/>
                <a:gd name="T48" fmla="*/ 32 w 32"/>
                <a:gd name="T49" fmla="*/ 20 h 40"/>
                <a:gd name="T50" fmla="*/ 28 w 32"/>
                <a:gd name="T51" fmla="*/ 35 h 40"/>
                <a:gd name="T52" fmla="*/ 15 w 32"/>
                <a:gd name="T53" fmla="*/ 40 h 40"/>
                <a:gd name="T54" fmla="*/ 8 w 32"/>
                <a:gd name="T55" fmla="*/ 39 h 40"/>
                <a:gd name="T56" fmla="*/ 4 w 32"/>
                <a:gd name="T57" fmla="*/ 36 h 40"/>
                <a:gd name="T58" fmla="*/ 1 w 32"/>
                <a:gd name="T59" fmla="*/ 31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2" h="40">
                  <a:moveTo>
                    <a:pt x="21" y="14"/>
                  </a:moveTo>
                  <a:cubicBezTo>
                    <a:pt x="21" y="12"/>
                    <a:pt x="20" y="10"/>
                    <a:pt x="19" y="9"/>
                  </a:cubicBezTo>
                  <a:cubicBezTo>
                    <a:pt x="18" y="8"/>
                    <a:pt x="17" y="7"/>
                    <a:pt x="15" y="7"/>
                  </a:cubicBezTo>
                  <a:cubicBezTo>
                    <a:pt x="14" y="7"/>
                    <a:pt x="13" y="8"/>
                    <a:pt x="12" y="9"/>
                  </a:cubicBezTo>
                  <a:cubicBezTo>
                    <a:pt x="11" y="10"/>
                    <a:pt x="10" y="11"/>
                    <a:pt x="10" y="13"/>
                  </a:cubicBezTo>
                  <a:cubicBezTo>
                    <a:pt x="10" y="16"/>
                    <a:pt x="11" y="17"/>
                    <a:pt x="12" y="18"/>
                  </a:cubicBezTo>
                  <a:cubicBezTo>
                    <a:pt x="13" y="20"/>
                    <a:pt x="14" y="20"/>
                    <a:pt x="15" y="20"/>
                  </a:cubicBezTo>
                  <a:cubicBezTo>
                    <a:pt x="17" y="20"/>
                    <a:pt x="18" y="20"/>
                    <a:pt x="19" y="18"/>
                  </a:cubicBezTo>
                  <a:cubicBezTo>
                    <a:pt x="20" y="17"/>
                    <a:pt x="21" y="16"/>
                    <a:pt x="21" y="14"/>
                  </a:cubicBezTo>
                  <a:close/>
                  <a:moveTo>
                    <a:pt x="1" y="31"/>
                  </a:moveTo>
                  <a:cubicBezTo>
                    <a:pt x="12" y="30"/>
                    <a:pt x="12" y="30"/>
                    <a:pt x="12" y="30"/>
                  </a:cubicBezTo>
                  <a:cubicBezTo>
                    <a:pt x="12" y="31"/>
                    <a:pt x="12" y="32"/>
                    <a:pt x="13" y="33"/>
                  </a:cubicBezTo>
                  <a:cubicBezTo>
                    <a:pt x="14" y="33"/>
                    <a:pt x="15" y="34"/>
                    <a:pt x="15" y="34"/>
                  </a:cubicBezTo>
                  <a:cubicBezTo>
                    <a:pt x="17" y="34"/>
                    <a:pt x="19" y="33"/>
                    <a:pt x="20" y="31"/>
                  </a:cubicBezTo>
                  <a:cubicBezTo>
                    <a:pt x="20" y="30"/>
                    <a:pt x="21" y="27"/>
                    <a:pt x="21" y="23"/>
                  </a:cubicBezTo>
                  <a:cubicBezTo>
                    <a:pt x="20" y="24"/>
                    <a:pt x="19" y="25"/>
                    <a:pt x="17" y="26"/>
                  </a:cubicBezTo>
                  <a:cubicBezTo>
                    <a:pt x="16" y="26"/>
                    <a:pt x="14" y="27"/>
                    <a:pt x="13" y="27"/>
                  </a:cubicBezTo>
                  <a:cubicBezTo>
                    <a:pt x="9" y="27"/>
                    <a:pt x="6" y="26"/>
                    <a:pt x="4" y="23"/>
                  </a:cubicBezTo>
                  <a:cubicBezTo>
                    <a:pt x="1" y="21"/>
                    <a:pt x="0" y="17"/>
                    <a:pt x="0" y="14"/>
                  </a:cubicBezTo>
                  <a:cubicBezTo>
                    <a:pt x="0" y="11"/>
                    <a:pt x="1" y="9"/>
                    <a:pt x="2" y="7"/>
                  </a:cubicBezTo>
                  <a:cubicBezTo>
                    <a:pt x="3" y="5"/>
                    <a:pt x="5" y="3"/>
                    <a:pt x="7" y="2"/>
                  </a:cubicBezTo>
                  <a:cubicBezTo>
                    <a:pt x="9" y="1"/>
                    <a:pt x="12" y="0"/>
                    <a:pt x="15" y="0"/>
                  </a:cubicBezTo>
                  <a:cubicBezTo>
                    <a:pt x="19" y="0"/>
                    <a:pt x="22" y="1"/>
                    <a:pt x="24" y="2"/>
                  </a:cubicBezTo>
                  <a:cubicBezTo>
                    <a:pt x="27" y="4"/>
                    <a:pt x="29" y="6"/>
                    <a:pt x="30" y="9"/>
                  </a:cubicBezTo>
                  <a:cubicBezTo>
                    <a:pt x="31" y="11"/>
                    <a:pt x="32" y="15"/>
                    <a:pt x="32" y="20"/>
                  </a:cubicBezTo>
                  <a:cubicBezTo>
                    <a:pt x="32" y="27"/>
                    <a:pt x="31" y="32"/>
                    <a:pt x="28" y="35"/>
                  </a:cubicBezTo>
                  <a:cubicBezTo>
                    <a:pt x="25" y="39"/>
                    <a:pt x="21" y="40"/>
                    <a:pt x="15" y="40"/>
                  </a:cubicBezTo>
                  <a:cubicBezTo>
                    <a:pt x="12" y="40"/>
                    <a:pt x="10" y="40"/>
                    <a:pt x="8" y="39"/>
                  </a:cubicBezTo>
                  <a:cubicBezTo>
                    <a:pt x="6" y="38"/>
                    <a:pt x="5" y="37"/>
                    <a:pt x="4" y="36"/>
                  </a:cubicBezTo>
                  <a:cubicBezTo>
                    <a:pt x="2" y="35"/>
                    <a:pt x="2" y="33"/>
                    <a:pt x="1" y="3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8" name="Freeform 57">
              <a:extLst>
                <a:ext uri="{FF2B5EF4-FFF2-40B4-BE49-F238E27FC236}">
                  <a16:creationId xmlns:a16="http://schemas.microsoft.com/office/drawing/2014/main" id="{F790BB2D-DB9B-40EB-9248-310A17DE67F1}"/>
                </a:ext>
              </a:extLst>
            </p:cNvPr>
            <p:cNvSpPr>
              <a:spLocks/>
            </p:cNvSpPr>
            <p:nvPr/>
          </p:nvSpPr>
          <p:spPr bwMode="auto">
            <a:xfrm>
              <a:off x="5704970" y="5349248"/>
              <a:ext cx="60325" cy="73025"/>
            </a:xfrm>
            <a:custGeom>
              <a:avLst/>
              <a:gdLst>
                <a:gd name="T0" fmla="*/ 4 w 32"/>
                <a:gd name="T1" fmla="*/ 0 h 39"/>
                <a:gd name="T2" fmla="*/ 30 w 32"/>
                <a:gd name="T3" fmla="*/ 0 h 39"/>
                <a:gd name="T4" fmla="*/ 30 w 32"/>
                <a:gd name="T5" fmla="*/ 8 h 39"/>
                <a:gd name="T6" fmla="*/ 13 w 32"/>
                <a:gd name="T7" fmla="*/ 8 h 39"/>
                <a:gd name="T8" fmla="*/ 12 w 32"/>
                <a:gd name="T9" fmla="*/ 14 h 39"/>
                <a:gd name="T10" fmla="*/ 15 w 32"/>
                <a:gd name="T11" fmla="*/ 13 h 39"/>
                <a:gd name="T12" fmla="*/ 19 w 32"/>
                <a:gd name="T13" fmla="*/ 13 h 39"/>
                <a:gd name="T14" fmla="*/ 28 w 32"/>
                <a:gd name="T15" fmla="*/ 16 h 39"/>
                <a:gd name="T16" fmla="*/ 32 w 32"/>
                <a:gd name="T17" fmla="*/ 25 h 39"/>
                <a:gd name="T18" fmla="*/ 30 w 32"/>
                <a:gd name="T19" fmla="*/ 32 h 39"/>
                <a:gd name="T20" fmla="*/ 25 w 32"/>
                <a:gd name="T21" fmla="*/ 37 h 39"/>
                <a:gd name="T22" fmla="*/ 16 w 32"/>
                <a:gd name="T23" fmla="*/ 39 h 39"/>
                <a:gd name="T24" fmla="*/ 9 w 32"/>
                <a:gd name="T25" fmla="*/ 39 h 39"/>
                <a:gd name="T26" fmla="*/ 5 w 32"/>
                <a:gd name="T27" fmla="*/ 36 h 39"/>
                <a:gd name="T28" fmla="*/ 2 w 32"/>
                <a:gd name="T29" fmla="*/ 33 h 39"/>
                <a:gd name="T30" fmla="*/ 0 w 32"/>
                <a:gd name="T31" fmla="*/ 29 h 39"/>
                <a:gd name="T32" fmla="*/ 11 w 32"/>
                <a:gd name="T33" fmla="*/ 27 h 39"/>
                <a:gd name="T34" fmla="*/ 12 w 32"/>
                <a:gd name="T35" fmla="*/ 31 h 39"/>
                <a:gd name="T36" fmla="*/ 16 w 32"/>
                <a:gd name="T37" fmla="*/ 33 h 39"/>
                <a:gd name="T38" fmla="*/ 20 w 32"/>
                <a:gd name="T39" fmla="*/ 31 h 39"/>
                <a:gd name="T40" fmla="*/ 21 w 32"/>
                <a:gd name="T41" fmla="*/ 26 h 39"/>
                <a:gd name="T42" fmla="*/ 20 w 32"/>
                <a:gd name="T43" fmla="*/ 21 h 39"/>
                <a:gd name="T44" fmla="*/ 16 w 32"/>
                <a:gd name="T45" fmla="*/ 19 h 39"/>
                <a:gd name="T46" fmla="*/ 13 w 32"/>
                <a:gd name="T47" fmla="*/ 20 h 39"/>
                <a:gd name="T48" fmla="*/ 10 w 32"/>
                <a:gd name="T49" fmla="*/ 22 h 39"/>
                <a:gd name="T50" fmla="*/ 1 w 32"/>
                <a:gd name="T51" fmla="*/ 21 h 39"/>
                <a:gd name="T52" fmla="*/ 4 w 32"/>
                <a:gd name="T53" fmla="*/ 0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2" h="39">
                  <a:moveTo>
                    <a:pt x="4" y="0"/>
                  </a:moveTo>
                  <a:cubicBezTo>
                    <a:pt x="30" y="0"/>
                    <a:pt x="30" y="0"/>
                    <a:pt x="30" y="0"/>
                  </a:cubicBezTo>
                  <a:cubicBezTo>
                    <a:pt x="30" y="8"/>
                    <a:pt x="30" y="8"/>
                    <a:pt x="30" y="8"/>
                  </a:cubicBezTo>
                  <a:cubicBezTo>
                    <a:pt x="13" y="8"/>
                    <a:pt x="13" y="8"/>
                    <a:pt x="13" y="8"/>
                  </a:cubicBezTo>
                  <a:cubicBezTo>
                    <a:pt x="12" y="14"/>
                    <a:pt x="12" y="14"/>
                    <a:pt x="12" y="14"/>
                  </a:cubicBezTo>
                  <a:cubicBezTo>
                    <a:pt x="13" y="14"/>
                    <a:pt x="14" y="13"/>
                    <a:pt x="15" y="13"/>
                  </a:cubicBezTo>
                  <a:cubicBezTo>
                    <a:pt x="17" y="13"/>
                    <a:pt x="18" y="13"/>
                    <a:pt x="19" y="13"/>
                  </a:cubicBezTo>
                  <a:cubicBezTo>
                    <a:pt x="23" y="13"/>
                    <a:pt x="26" y="14"/>
                    <a:pt x="28" y="16"/>
                  </a:cubicBezTo>
                  <a:cubicBezTo>
                    <a:pt x="31" y="18"/>
                    <a:pt x="32" y="21"/>
                    <a:pt x="32" y="25"/>
                  </a:cubicBezTo>
                  <a:cubicBezTo>
                    <a:pt x="32" y="27"/>
                    <a:pt x="31" y="30"/>
                    <a:pt x="30" y="32"/>
                  </a:cubicBezTo>
                  <a:cubicBezTo>
                    <a:pt x="29" y="35"/>
                    <a:pt x="27" y="36"/>
                    <a:pt x="25" y="37"/>
                  </a:cubicBezTo>
                  <a:cubicBezTo>
                    <a:pt x="22" y="39"/>
                    <a:pt x="20" y="39"/>
                    <a:pt x="16" y="39"/>
                  </a:cubicBezTo>
                  <a:cubicBezTo>
                    <a:pt x="13" y="39"/>
                    <a:pt x="11" y="39"/>
                    <a:pt x="9" y="39"/>
                  </a:cubicBezTo>
                  <a:cubicBezTo>
                    <a:pt x="8" y="38"/>
                    <a:pt x="6" y="37"/>
                    <a:pt x="5" y="36"/>
                  </a:cubicBezTo>
                  <a:cubicBezTo>
                    <a:pt x="4" y="35"/>
                    <a:pt x="2" y="34"/>
                    <a:pt x="2" y="33"/>
                  </a:cubicBezTo>
                  <a:cubicBezTo>
                    <a:pt x="1" y="32"/>
                    <a:pt x="0" y="30"/>
                    <a:pt x="0" y="29"/>
                  </a:cubicBezTo>
                  <a:cubicBezTo>
                    <a:pt x="11" y="27"/>
                    <a:pt x="11" y="27"/>
                    <a:pt x="11" y="27"/>
                  </a:cubicBezTo>
                  <a:cubicBezTo>
                    <a:pt x="11" y="29"/>
                    <a:pt x="11" y="30"/>
                    <a:pt x="12" y="31"/>
                  </a:cubicBezTo>
                  <a:cubicBezTo>
                    <a:pt x="13" y="32"/>
                    <a:pt x="15" y="33"/>
                    <a:pt x="16" y="33"/>
                  </a:cubicBezTo>
                  <a:cubicBezTo>
                    <a:pt x="17" y="33"/>
                    <a:pt x="19" y="32"/>
                    <a:pt x="20" y="31"/>
                  </a:cubicBezTo>
                  <a:cubicBezTo>
                    <a:pt x="21" y="30"/>
                    <a:pt x="21" y="28"/>
                    <a:pt x="21" y="26"/>
                  </a:cubicBezTo>
                  <a:cubicBezTo>
                    <a:pt x="21" y="24"/>
                    <a:pt x="21" y="22"/>
                    <a:pt x="20" y="21"/>
                  </a:cubicBezTo>
                  <a:cubicBezTo>
                    <a:pt x="19" y="20"/>
                    <a:pt x="17" y="19"/>
                    <a:pt x="16" y="19"/>
                  </a:cubicBezTo>
                  <a:cubicBezTo>
                    <a:pt x="15" y="19"/>
                    <a:pt x="14" y="20"/>
                    <a:pt x="13" y="20"/>
                  </a:cubicBezTo>
                  <a:cubicBezTo>
                    <a:pt x="12" y="20"/>
                    <a:pt x="11" y="21"/>
                    <a:pt x="10" y="22"/>
                  </a:cubicBezTo>
                  <a:cubicBezTo>
                    <a:pt x="1" y="21"/>
                    <a:pt x="1" y="21"/>
                    <a:pt x="1" y="21"/>
                  </a:cubicBezTo>
                  <a:lnTo>
                    <a:pt x="4"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9" name="Freeform 58">
              <a:extLst>
                <a:ext uri="{FF2B5EF4-FFF2-40B4-BE49-F238E27FC236}">
                  <a16:creationId xmlns:a16="http://schemas.microsoft.com/office/drawing/2014/main" id="{FC881B05-F5FE-4E93-9EE5-329CEA052900}"/>
                </a:ext>
              </a:extLst>
            </p:cNvPr>
            <p:cNvSpPr>
              <a:spLocks/>
            </p:cNvSpPr>
            <p:nvPr/>
          </p:nvSpPr>
          <p:spPr bwMode="auto">
            <a:xfrm>
              <a:off x="5770058" y="5347661"/>
              <a:ext cx="57150" cy="74613"/>
            </a:xfrm>
            <a:custGeom>
              <a:avLst/>
              <a:gdLst>
                <a:gd name="T0" fmla="*/ 10 w 31"/>
                <a:gd name="T1" fmla="*/ 12 h 40"/>
                <a:gd name="T2" fmla="*/ 0 w 31"/>
                <a:gd name="T3" fmla="*/ 10 h 40"/>
                <a:gd name="T4" fmla="*/ 5 w 31"/>
                <a:gd name="T5" fmla="*/ 3 h 40"/>
                <a:gd name="T6" fmla="*/ 15 w 31"/>
                <a:gd name="T7" fmla="*/ 0 h 40"/>
                <a:gd name="T8" fmla="*/ 26 w 31"/>
                <a:gd name="T9" fmla="*/ 3 h 40"/>
                <a:gd name="T10" fmla="*/ 30 w 31"/>
                <a:gd name="T11" fmla="*/ 10 h 40"/>
                <a:gd name="T12" fmla="*/ 28 w 31"/>
                <a:gd name="T13" fmla="*/ 15 h 40"/>
                <a:gd name="T14" fmla="*/ 24 w 31"/>
                <a:gd name="T15" fmla="*/ 18 h 40"/>
                <a:gd name="T16" fmla="*/ 27 w 31"/>
                <a:gd name="T17" fmla="*/ 20 h 40"/>
                <a:gd name="T18" fmla="*/ 30 w 31"/>
                <a:gd name="T19" fmla="*/ 23 h 40"/>
                <a:gd name="T20" fmla="*/ 31 w 31"/>
                <a:gd name="T21" fmla="*/ 27 h 40"/>
                <a:gd name="T22" fmla="*/ 30 w 31"/>
                <a:gd name="T23" fmla="*/ 34 h 40"/>
                <a:gd name="T24" fmla="*/ 25 w 31"/>
                <a:gd name="T25" fmla="*/ 39 h 40"/>
                <a:gd name="T26" fmla="*/ 16 w 31"/>
                <a:gd name="T27" fmla="*/ 40 h 40"/>
                <a:gd name="T28" fmla="*/ 8 w 31"/>
                <a:gd name="T29" fmla="*/ 39 h 40"/>
                <a:gd name="T30" fmla="*/ 3 w 31"/>
                <a:gd name="T31" fmla="*/ 35 h 40"/>
                <a:gd name="T32" fmla="*/ 0 w 31"/>
                <a:gd name="T33" fmla="*/ 29 h 40"/>
                <a:gd name="T34" fmla="*/ 10 w 31"/>
                <a:gd name="T35" fmla="*/ 28 h 40"/>
                <a:gd name="T36" fmla="*/ 12 w 31"/>
                <a:gd name="T37" fmla="*/ 32 h 40"/>
                <a:gd name="T38" fmla="*/ 16 w 31"/>
                <a:gd name="T39" fmla="*/ 34 h 40"/>
                <a:gd name="T40" fmla="*/ 19 w 31"/>
                <a:gd name="T41" fmla="*/ 32 h 40"/>
                <a:gd name="T42" fmla="*/ 21 w 31"/>
                <a:gd name="T43" fmla="*/ 28 h 40"/>
                <a:gd name="T44" fmla="*/ 19 w 31"/>
                <a:gd name="T45" fmla="*/ 24 h 40"/>
                <a:gd name="T46" fmla="*/ 15 w 31"/>
                <a:gd name="T47" fmla="*/ 22 h 40"/>
                <a:gd name="T48" fmla="*/ 12 w 31"/>
                <a:gd name="T49" fmla="*/ 23 h 40"/>
                <a:gd name="T50" fmla="*/ 13 w 31"/>
                <a:gd name="T51" fmla="*/ 15 h 40"/>
                <a:gd name="T52" fmla="*/ 14 w 31"/>
                <a:gd name="T53" fmla="*/ 15 h 40"/>
                <a:gd name="T54" fmla="*/ 17 w 31"/>
                <a:gd name="T55" fmla="*/ 14 h 40"/>
                <a:gd name="T56" fmla="*/ 19 w 31"/>
                <a:gd name="T57" fmla="*/ 11 h 40"/>
                <a:gd name="T58" fmla="*/ 18 w 31"/>
                <a:gd name="T59" fmla="*/ 8 h 40"/>
                <a:gd name="T60" fmla="*/ 15 w 31"/>
                <a:gd name="T61" fmla="*/ 7 h 40"/>
                <a:gd name="T62" fmla="*/ 12 w 31"/>
                <a:gd name="T63" fmla="*/ 8 h 40"/>
                <a:gd name="T64" fmla="*/ 10 w 31"/>
                <a:gd name="T65" fmla="*/ 12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1" h="40">
                  <a:moveTo>
                    <a:pt x="10" y="12"/>
                  </a:moveTo>
                  <a:cubicBezTo>
                    <a:pt x="0" y="10"/>
                    <a:pt x="0" y="10"/>
                    <a:pt x="0" y="10"/>
                  </a:cubicBezTo>
                  <a:cubicBezTo>
                    <a:pt x="1" y="7"/>
                    <a:pt x="3" y="5"/>
                    <a:pt x="5" y="3"/>
                  </a:cubicBezTo>
                  <a:cubicBezTo>
                    <a:pt x="7" y="1"/>
                    <a:pt x="11" y="0"/>
                    <a:pt x="15" y="0"/>
                  </a:cubicBezTo>
                  <a:cubicBezTo>
                    <a:pt x="20" y="0"/>
                    <a:pt x="24" y="1"/>
                    <a:pt x="26" y="3"/>
                  </a:cubicBezTo>
                  <a:cubicBezTo>
                    <a:pt x="28" y="5"/>
                    <a:pt x="30" y="7"/>
                    <a:pt x="30" y="10"/>
                  </a:cubicBezTo>
                  <a:cubicBezTo>
                    <a:pt x="30" y="12"/>
                    <a:pt x="29" y="13"/>
                    <a:pt x="28" y="15"/>
                  </a:cubicBezTo>
                  <a:cubicBezTo>
                    <a:pt x="27" y="16"/>
                    <a:pt x="26" y="17"/>
                    <a:pt x="24" y="18"/>
                  </a:cubicBezTo>
                  <a:cubicBezTo>
                    <a:pt x="25" y="19"/>
                    <a:pt x="27" y="19"/>
                    <a:pt x="27" y="20"/>
                  </a:cubicBezTo>
                  <a:cubicBezTo>
                    <a:pt x="29" y="20"/>
                    <a:pt x="30" y="21"/>
                    <a:pt x="30" y="23"/>
                  </a:cubicBezTo>
                  <a:cubicBezTo>
                    <a:pt x="31" y="24"/>
                    <a:pt x="31" y="26"/>
                    <a:pt x="31" y="27"/>
                  </a:cubicBezTo>
                  <a:cubicBezTo>
                    <a:pt x="31" y="30"/>
                    <a:pt x="31" y="32"/>
                    <a:pt x="30" y="34"/>
                  </a:cubicBezTo>
                  <a:cubicBezTo>
                    <a:pt x="29" y="36"/>
                    <a:pt x="27" y="38"/>
                    <a:pt x="25" y="39"/>
                  </a:cubicBezTo>
                  <a:cubicBezTo>
                    <a:pt x="22" y="40"/>
                    <a:pt x="19" y="40"/>
                    <a:pt x="16" y="40"/>
                  </a:cubicBezTo>
                  <a:cubicBezTo>
                    <a:pt x="12" y="40"/>
                    <a:pt x="10" y="40"/>
                    <a:pt x="8" y="39"/>
                  </a:cubicBezTo>
                  <a:cubicBezTo>
                    <a:pt x="6" y="38"/>
                    <a:pt x="4" y="37"/>
                    <a:pt x="3" y="35"/>
                  </a:cubicBezTo>
                  <a:cubicBezTo>
                    <a:pt x="1" y="34"/>
                    <a:pt x="0" y="32"/>
                    <a:pt x="0" y="29"/>
                  </a:cubicBezTo>
                  <a:cubicBezTo>
                    <a:pt x="10" y="28"/>
                    <a:pt x="10" y="28"/>
                    <a:pt x="10" y="28"/>
                  </a:cubicBezTo>
                  <a:cubicBezTo>
                    <a:pt x="11" y="30"/>
                    <a:pt x="11" y="32"/>
                    <a:pt x="12" y="32"/>
                  </a:cubicBezTo>
                  <a:cubicBezTo>
                    <a:pt x="13" y="33"/>
                    <a:pt x="14" y="34"/>
                    <a:pt x="16" y="34"/>
                  </a:cubicBezTo>
                  <a:cubicBezTo>
                    <a:pt x="17" y="34"/>
                    <a:pt x="18" y="33"/>
                    <a:pt x="19" y="32"/>
                  </a:cubicBezTo>
                  <a:cubicBezTo>
                    <a:pt x="20" y="31"/>
                    <a:pt x="21" y="30"/>
                    <a:pt x="21" y="28"/>
                  </a:cubicBezTo>
                  <a:cubicBezTo>
                    <a:pt x="21" y="26"/>
                    <a:pt x="20" y="25"/>
                    <a:pt x="19" y="24"/>
                  </a:cubicBezTo>
                  <a:cubicBezTo>
                    <a:pt x="18" y="23"/>
                    <a:pt x="17" y="22"/>
                    <a:pt x="15" y="22"/>
                  </a:cubicBezTo>
                  <a:cubicBezTo>
                    <a:pt x="15" y="22"/>
                    <a:pt x="14" y="23"/>
                    <a:pt x="12" y="23"/>
                  </a:cubicBezTo>
                  <a:cubicBezTo>
                    <a:pt x="13" y="15"/>
                    <a:pt x="13" y="15"/>
                    <a:pt x="13" y="15"/>
                  </a:cubicBezTo>
                  <a:cubicBezTo>
                    <a:pt x="13" y="15"/>
                    <a:pt x="14" y="15"/>
                    <a:pt x="14" y="15"/>
                  </a:cubicBezTo>
                  <a:cubicBezTo>
                    <a:pt x="15" y="15"/>
                    <a:pt x="17" y="15"/>
                    <a:pt x="17" y="14"/>
                  </a:cubicBezTo>
                  <a:cubicBezTo>
                    <a:pt x="18" y="13"/>
                    <a:pt x="19" y="12"/>
                    <a:pt x="19" y="11"/>
                  </a:cubicBezTo>
                  <a:cubicBezTo>
                    <a:pt x="19" y="10"/>
                    <a:pt x="18" y="9"/>
                    <a:pt x="18" y="8"/>
                  </a:cubicBezTo>
                  <a:cubicBezTo>
                    <a:pt x="17" y="7"/>
                    <a:pt x="16" y="7"/>
                    <a:pt x="15" y="7"/>
                  </a:cubicBezTo>
                  <a:cubicBezTo>
                    <a:pt x="14" y="7"/>
                    <a:pt x="13" y="7"/>
                    <a:pt x="12" y="8"/>
                  </a:cubicBezTo>
                  <a:cubicBezTo>
                    <a:pt x="11" y="9"/>
                    <a:pt x="11" y="10"/>
                    <a:pt x="1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0" name="Freeform 59">
              <a:extLst>
                <a:ext uri="{FF2B5EF4-FFF2-40B4-BE49-F238E27FC236}">
                  <a16:creationId xmlns:a16="http://schemas.microsoft.com/office/drawing/2014/main" id="{1F3EE822-4F13-4995-8B88-14F3355DC4E3}"/>
                </a:ext>
              </a:extLst>
            </p:cNvPr>
            <p:cNvSpPr>
              <a:spLocks/>
            </p:cNvSpPr>
            <p:nvPr/>
          </p:nvSpPr>
          <p:spPr bwMode="auto">
            <a:xfrm>
              <a:off x="5277933" y="5415923"/>
              <a:ext cx="17463" cy="9525"/>
            </a:xfrm>
            <a:custGeom>
              <a:avLst/>
              <a:gdLst>
                <a:gd name="T0" fmla="*/ 0 w 11"/>
                <a:gd name="T1" fmla="*/ 6 h 6"/>
                <a:gd name="T2" fmla="*/ 5 w 11"/>
                <a:gd name="T3" fmla="*/ 5 h 6"/>
                <a:gd name="T4" fmla="*/ 11 w 11"/>
                <a:gd name="T5" fmla="*/ 2 h 6"/>
                <a:gd name="T6" fmla="*/ 8 w 11"/>
                <a:gd name="T7" fmla="*/ 1 h 6"/>
                <a:gd name="T8" fmla="*/ 4 w 11"/>
                <a:gd name="T9" fmla="*/ 0 h 6"/>
                <a:gd name="T10" fmla="*/ 0 w 11"/>
                <a:gd name="T11" fmla="*/ 6 h 6"/>
              </a:gdLst>
              <a:ahLst/>
              <a:cxnLst>
                <a:cxn ang="0">
                  <a:pos x="T0" y="T1"/>
                </a:cxn>
                <a:cxn ang="0">
                  <a:pos x="T2" y="T3"/>
                </a:cxn>
                <a:cxn ang="0">
                  <a:pos x="T4" y="T5"/>
                </a:cxn>
                <a:cxn ang="0">
                  <a:pos x="T6" y="T7"/>
                </a:cxn>
                <a:cxn ang="0">
                  <a:pos x="T8" y="T9"/>
                </a:cxn>
                <a:cxn ang="0">
                  <a:pos x="T10" y="T11"/>
                </a:cxn>
              </a:cxnLst>
              <a:rect l="0" t="0" r="r" b="b"/>
              <a:pathLst>
                <a:path w="11" h="6">
                  <a:moveTo>
                    <a:pt x="0" y="6"/>
                  </a:moveTo>
                  <a:lnTo>
                    <a:pt x="5" y="5"/>
                  </a:lnTo>
                  <a:lnTo>
                    <a:pt x="11" y="2"/>
                  </a:lnTo>
                  <a:lnTo>
                    <a:pt x="8" y="1"/>
                  </a:lnTo>
                  <a:lnTo>
                    <a:pt x="4" y="0"/>
                  </a:lnTo>
                  <a:lnTo>
                    <a:pt x="0" y="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1" name="Freeform 60">
              <a:extLst>
                <a:ext uri="{FF2B5EF4-FFF2-40B4-BE49-F238E27FC236}">
                  <a16:creationId xmlns:a16="http://schemas.microsoft.com/office/drawing/2014/main" id="{6B861C13-21B3-4954-83ED-2A8A0932E1B5}"/>
                </a:ext>
              </a:extLst>
            </p:cNvPr>
            <p:cNvSpPr>
              <a:spLocks/>
            </p:cNvSpPr>
            <p:nvPr/>
          </p:nvSpPr>
          <p:spPr bwMode="auto">
            <a:xfrm>
              <a:off x="5377945" y="4187198"/>
              <a:ext cx="44450" cy="34925"/>
            </a:xfrm>
            <a:custGeom>
              <a:avLst/>
              <a:gdLst>
                <a:gd name="T0" fmla="*/ 22 w 24"/>
                <a:gd name="T1" fmla="*/ 11 h 19"/>
                <a:gd name="T2" fmla="*/ 24 w 24"/>
                <a:gd name="T3" fmla="*/ 8 h 19"/>
                <a:gd name="T4" fmla="*/ 24 w 24"/>
                <a:gd name="T5" fmla="*/ 4 h 19"/>
                <a:gd name="T6" fmla="*/ 21 w 24"/>
                <a:gd name="T7" fmla="*/ 0 h 19"/>
                <a:gd name="T8" fmla="*/ 16 w 24"/>
                <a:gd name="T9" fmla="*/ 0 h 19"/>
                <a:gd name="T10" fmla="*/ 8 w 24"/>
                <a:gd name="T11" fmla="*/ 4 h 19"/>
                <a:gd name="T12" fmla="*/ 0 w 24"/>
                <a:gd name="T13" fmla="*/ 7 h 19"/>
                <a:gd name="T14" fmla="*/ 5 w 24"/>
                <a:gd name="T15" fmla="*/ 19 h 19"/>
                <a:gd name="T16" fmla="*/ 13 w 24"/>
                <a:gd name="T17" fmla="*/ 16 h 19"/>
                <a:gd name="T18" fmla="*/ 22 w 24"/>
                <a:gd name="T19" fmla="*/ 11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19">
                  <a:moveTo>
                    <a:pt x="22" y="11"/>
                  </a:moveTo>
                  <a:cubicBezTo>
                    <a:pt x="23" y="10"/>
                    <a:pt x="24" y="9"/>
                    <a:pt x="24" y="8"/>
                  </a:cubicBezTo>
                  <a:cubicBezTo>
                    <a:pt x="24" y="6"/>
                    <a:pt x="24" y="5"/>
                    <a:pt x="24" y="4"/>
                  </a:cubicBezTo>
                  <a:cubicBezTo>
                    <a:pt x="23" y="2"/>
                    <a:pt x="22" y="1"/>
                    <a:pt x="21" y="0"/>
                  </a:cubicBezTo>
                  <a:cubicBezTo>
                    <a:pt x="19" y="0"/>
                    <a:pt x="18" y="0"/>
                    <a:pt x="16" y="0"/>
                  </a:cubicBezTo>
                  <a:cubicBezTo>
                    <a:pt x="15" y="1"/>
                    <a:pt x="12" y="2"/>
                    <a:pt x="8" y="4"/>
                  </a:cubicBezTo>
                  <a:cubicBezTo>
                    <a:pt x="0" y="7"/>
                    <a:pt x="0" y="7"/>
                    <a:pt x="0" y="7"/>
                  </a:cubicBezTo>
                  <a:cubicBezTo>
                    <a:pt x="5" y="19"/>
                    <a:pt x="5" y="19"/>
                    <a:pt x="5" y="19"/>
                  </a:cubicBezTo>
                  <a:cubicBezTo>
                    <a:pt x="13" y="16"/>
                    <a:pt x="13" y="16"/>
                    <a:pt x="13" y="16"/>
                  </a:cubicBezTo>
                  <a:cubicBezTo>
                    <a:pt x="18" y="13"/>
                    <a:pt x="21" y="12"/>
                    <a:pt x="22"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2" name="Freeform 61">
              <a:extLst>
                <a:ext uri="{FF2B5EF4-FFF2-40B4-BE49-F238E27FC236}">
                  <a16:creationId xmlns:a16="http://schemas.microsoft.com/office/drawing/2014/main" id="{F31CE27D-48F1-4F7C-9F65-82597B1E2F5A}"/>
                </a:ext>
              </a:extLst>
            </p:cNvPr>
            <p:cNvSpPr>
              <a:spLocks/>
            </p:cNvSpPr>
            <p:nvPr/>
          </p:nvSpPr>
          <p:spPr bwMode="auto">
            <a:xfrm>
              <a:off x="6297108" y="4461836"/>
              <a:ext cx="36513" cy="46038"/>
            </a:xfrm>
            <a:custGeom>
              <a:avLst/>
              <a:gdLst>
                <a:gd name="T0" fmla="*/ 10 w 20"/>
                <a:gd name="T1" fmla="*/ 23 h 25"/>
                <a:gd name="T2" fmla="*/ 13 w 20"/>
                <a:gd name="T3" fmla="*/ 25 h 25"/>
                <a:gd name="T4" fmla="*/ 17 w 20"/>
                <a:gd name="T5" fmla="*/ 24 h 25"/>
                <a:gd name="T6" fmla="*/ 20 w 20"/>
                <a:gd name="T7" fmla="*/ 20 h 25"/>
                <a:gd name="T8" fmla="*/ 20 w 20"/>
                <a:gd name="T9" fmla="*/ 15 h 25"/>
                <a:gd name="T10" fmla="*/ 15 w 20"/>
                <a:gd name="T11" fmla="*/ 8 h 25"/>
                <a:gd name="T12" fmla="*/ 11 w 20"/>
                <a:gd name="T13" fmla="*/ 0 h 25"/>
                <a:gd name="T14" fmla="*/ 0 w 20"/>
                <a:gd name="T15" fmla="*/ 7 h 25"/>
                <a:gd name="T16" fmla="*/ 4 w 20"/>
                <a:gd name="T17" fmla="*/ 14 h 25"/>
                <a:gd name="T18" fmla="*/ 10 w 20"/>
                <a:gd name="T19" fmla="*/ 23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 h="25">
                  <a:moveTo>
                    <a:pt x="10" y="23"/>
                  </a:moveTo>
                  <a:cubicBezTo>
                    <a:pt x="11" y="24"/>
                    <a:pt x="12" y="24"/>
                    <a:pt x="13" y="25"/>
                  </a:cubicBezTo>
                  <a:cubicBezTo>
                    <a:pt x="15" y="25"/>
                    <a:pt x="16" y="24"/>
                    <a:pt x="17" y="24"/>
                  </a:cubicBezTo>
                  <a:cubicBezTo>
                    <a:pt x="19" y="23"/>
                    <a:pt x="20" y="21"/>
                    <a:pt x="20" y="20"/>
                  </a:cubicBezTo>
                  <a:cubicBezTo>
                    <a:pt x="20" y="19"/>
                    <a:pt x="20" y="17"/>
                    <a:pt x="20" y="15"/>
                  </a:cubicBezTo>
                  <a:cubicBezTo>
                    <a:pt x="19" y="14"/>
                    <a:pt x="18" y="12"/>
                    <a:pt x="15" y="8"/>
                  </a:cubicBezTo>
                  <a:cubicBezTo>
                    <a:pt x="11" y="0"/>
                    <a:pt x="11" y="0"/>
                    <a:pt x="11" y="0"/>
                  </a:cubicBezTo>
                  <a:cubicBezTo>
                    <a:pt x="0" y="7"/>
                    <a:pt x="0" y="7"/>
                    <a:pt x="0" y="7"/>
                  </a:cubicBezTo>
                  <a:cubicBezTo>
                    <a:pt x="4" y="14"/>
                    <a:pt x="4" y="14"/>
                    <a:pt x="4" y="14"/>
                  </a:cubicBezTo>
                  <a:cubicBezTo>
                    <a:pt x="7" y="19"/>
                    <a:pt x="9" y="22"/>
                    <a:pt x="10"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3" name="Freeform 62">
              <a:extLst>
                <a:ext uri="{FF2B5EF4-FFF2-40B4-BE49-F238E27FC236}">
                  <a16:creationId xmlns:a16="http://schemas.microsoft.com/office/drawing/2014/main" id="{E749DC76-AF97-475D-9287-67CD09394956}"/>
                </a:ext>
              </a:extLst>
            </p:cNvPr>
            <p:cNvSpPr>
              <a:spLocks/>
            </p:cNvSpPr>
            <p:nvPr/>
          </p:nvSpPr>
          <p:spPr bwMode="auto">
            <a:xfrm>
              <a:off x="4995358" y="4642811"/>
              <a:ext cx="39688" cy="28575"/>
            </a:xfrm>
            <a:custGeom>
              <a:avLst/>
              <a:gdLst>
                <a:gd name="T0" fmla="*/ 25 w 25"/>
                <a:gd name="T1" fmla="*/ 0 h 18"/>
                <a:gd name="T2" fmla="*/ 0 w 25"/>
                <a:gd name="T3" fmla="*/ 3 h 18"/>
                <a:gd name="T4" fmla="*/ 19 w 25"/>
                <a:gd name="T5" fmla="*/ 18 h 18"/>
                <a:gd name="T6" fmla="*/ 25 w 25"/>
                <a:gd name="T7" fmla="*/ 0 h 18"/>
              </a:gdLst>
              <a:ahLst/>
              <a:cxnLst>
                <a:cxn ang="0">
                  <a:pos x="T0" y="T1"/>
                </a:cxn>
                <a:cxn ang="0">
                  <a:pos x="T2" y="T3"/>
                </a:cxn>
                <a:cxn ang="0">
                  <a:pos x="T4" y="T5"/>
                </a:cxn>
                <a:cxn ang="0">
                  <a:pos x="T6" y="T7"/>
                </a:cxn>
              </a:cxnLst>
              <a:rect l="0" t="0" r="r" b="b"/>
              <a:pathLst>
                <a:path w="25" h="18">
                  <a:moveTo>
                    <a:pt x="25" y="0"/>
                  </a:moveTo>
                  <a:lnTo>
                    <a:pt x="0" y="3"/>
                  </a:lnTo>
                  <a:lnTo>
                    <a:pt x="19" y="18"/>
                  </a:lnTo>
                  <a:lnTo>
                    <a:pt x="2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4" name="Freeform 63">
              <a:extLst>
                <a:ext uri="{FF2B5EF4-FFF2-40B4-BE49-F238E27FC236}">
                  <a16:creationId xmlns:a16="http://schemas.microsoft.com/office/drawing/2014/main" id="{D7544BF4-7F78-4262-86C9-07FC6EA0E88B}"/>
                </a:ext>
              </a:extLst>
            </p:cNvPr>
            <p:cNvSpPr>
              <a:spLocks/>
            </p:cNvSpPr>
            <p:nvPr/>
          </p:nvSpPr>
          <p:spPr bwMode="auto">
            <a:xfrm>
              <a:off x="5774820" y="5565148"/>
              <a:ext cx="38100" cy="61913"/>
            </a:xfrm>
            <a:custGeom>
              <a:avLst/>
              <a:gdLst>
                <a:gd name="T0" fmla="*/ 7 w 21"/>
                <a:gd name="T1" fmla="*/ 10 h 33"/>
                <a:gd name="T2" fmla="*/ 4 w 21"/>
                <a:gd name="T3" fmla="*/ 12 h 33"/>
                <a:gd name="T4" fmla="*/ 2 w 21"/>
                <a:gd name="T5" fmla="*/ 15 h 33"/>
                <a:gd name="T6" fmla="*/ 1 w 21"/>
                <a:gd name="T7" fmla="*/ 19 h 33"/>
                <a:gd name="T8" fmla="*/ 0 w 21"/>
                <a:gd name="T9" fmla="*/ 23 h 33"/>
                <a:gd name="T10" fmla="*/ 2 w 21"/>
                <a:gd name="T11" fmla="*/ 26 h 33"/>
                <a:gd name="T12" fmla="*/ 9 w 21"/>
                <a:gd name="T13" fmla="*/ 32 h 33"/>
                <a:gd name="T14" fmla="*/ 12 w 21"/>
                <a:gd name="T15" fmla="*/ 33 h 33"/>
                <a:gd name="T16" fmla="*/ 15 w 21"/>
                <a:gd name="T17" fmla="*/ 33 h 33"/>
                <a:gd name="T18" fmla="*/ 19 w 21"/>
                <a:gd name="T19" fmla="*/ 29 h 33"/>
                <a:gd name="T20" fmla="*/ 20 w 21"/>
                <a:gd name="T21" fmla="*/ 26 h 33"/>
                <a:gd name="T22" fmla="*/ 21 w 21"/>
                <a:gd name="T23" fmla="*/ 24 h 33"/>
                <a:gd name="T24" fmla="*/ 20 w 21"/>
                <a:gd name="T25" fmla="*/ 20 h 33"/>
                <a:gd name="T26" fmla="*/ 14 w 21"/>
                <a:gd name="T27" fmla="*/ 16 h 33"/>
                <a:gd name="T28" fmla="*/ 14 w 21"/>
                <a:gd name="T29" fmla="*/ 11 h 33"/>
                <a:gd name="T30" fmla="*/ 17 w 21"/>
                <a:gd name="T31" fmla="*/ 11 h 33"/>
                <a:gd name="T32" fmla="*/ 18 w 21"/>
                <a:gd name="T33" fmla="*/ 8 h 33"/>
                <a:gd name="T34" fmla="*/ 18 w 21"/>
                <a:gd name="T35" fmla="*/ 5 h 33"/>
                <a:gd name="T36" fmla="*/ 18 w 21"/>
                <a:gd name="T37" fmla="*/ 2 h 33"/>
                <a:gd name="T38" fmla="*/ 15 w 21"/>
                <a:gd name="T39" fmla="*/ 2 h 33"/>
                <a:gd name="T40" fmla="*/ 10 w 21"/>
                <a:gd name="T41" fmla="*/ 8 h 33"/>
                <a:gd name="T42" fmla="*/ 9 w 21"/>
                <a:gd name="T43" fmla="*/ 9 h 33"/>
                <a:gd name="T44" fmla="*/ 7 w 21"/>
                <a:gd name="T45" fmla="*/ 1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1" h="33">
                  <a:moveTo>
                    <a:pt x="7" y="10"/>
                  </a:moveTo>
                  <a:cubicBezTo>
                    <a:pt x="5" y="10"/>
                    <a:pt x="4" y="12"/>
                    <a:pt x="4" y="12"/>
                  </a:cubicBezTo>
                  <a:cubicBezTo>
                    <a:pt x="1" y="14"/>
                    <a:pt x="2" y="15"/>
                    <a:pt x="2" y="15"/>
                  </a:cubicBezTo>
                  <a:cubicBezTo>
                    <a:pt x="2" y="16"/>
                    <a:pt x="1" y="19"/>
                    <a:pt x="1" y="19"/>
                  </a:cubicBezTo>
                  <a:cubicBezTo>
                    <a:pt x="0" y="20"/>
                    <a:pt x="0" y="23"/>
                    <a:pt x="0" y="23"/>
                  </a:cubicBezTo>
                  <a:cubicBezTo>
                    <a:pt x="0" y="24"/>
                    <a:pt x="2" y="26"/>
                    <a:pt x="2" y="26"/>
                  </a:cubicBezTo>
                  <a:cubicBezTo>
                    <a:pt x="3" y="29"/>
                    <a:pt x="9" y="32"/>
                    <a:pt x="9" y="32"/>
                  </a:cubicBezTo>
                  <a:cubicBezTo>
                    <a:pt x="10" y="33"/>
                    <a:pt x="11" y="33"/>
                    <a:pt x="12" y="33"/>
                  </a:cubicBezTo>
                  <a:cubicBezTo>
                    <a:pt x="13" y="33"/>
                    <a:pt x="14" y="33"/>
                    <a:pt x="15" y="33"/>
                  </a:cubicBezTo>
                  <a:cubicBezTo>
                    <a:pt x="19" y="33"/>
                    <a:pt x="19" y="29"/>
                    <a:pt x="19" y="29"/>
                  </a:cubicBezTo>
                  <a:cubicBezTo>
                    <a:pt x="18" y="28"/>
                    <a:pt x="20" y="26"/>
                    <a:pt x="20" y="26"/>
                  </a:cubicBezTo>
                  <a:cubicBezTo>
                    <a:pt x="21" y="25"/>
                    <a:pt x="21" y="24"/>
                    <a:pt x="21" y="24"/>
                  </a:cubicBezTo>
                  <a:cubicBezTo>
                    <a:pt x="20" y="23"/>
                    <a:pt x="20" y="20"/>
                    <a:pt x="20" y="20"/>
                  </a:cubicBezTo>
                  <a:cubicBezTo>
                    <a:pt x="18" y="19"/>
                    <a:pt x="14" y="16"/>
                    <a:pt x="14" y="16"/>
                  </a:cubicBezTo>
                  <a:cubicBezTo>
                    <a:pt x="11" y="12"/>
                    <a:pt x="14" y="11"/>
                    <a:pt x="14" y="11"/>
                  </a:cubicBezTo>
                  <a:cubicBezTo>
                    <a:pt x="16" y="12"/>
                    <a:pt x="17" y="11"/>
                    <a:pt x="17" y="11"/>
                  </a:cubicBezTo>
                  <a:cubicBezTo>
                    <a:pt x="19" y="11"/>
                    <a:pt x="18" y="8"/>
                    <a:pt x="18" y="8"/>
                  </a:cubicBezTo>
                  <a:cubicBezTo>
                    <a:pt x="18" y="6"/>
                    <a:pt x="18" y="5"/>
                    <a:pt x="18" y="5"/>
                  </a:cubicBezTo>
                  <a:cubicBezTo>
                    <a:pt x="19" y="2"/>
                    <a:pt x="18" y="2"/>
                    <a:pt x="18" y="2"/>
                  </a:cubicBezTo>
                  <a:cubicBezTo>
                    <a:pt x="16" y="0"/>
                    <a:pt x="15" y="2"/>
                    <a:pt x="15" y="2"/>
                  </a:cubicBezTo>
                  <a:cubicBezTo>
                    <a:pt x="14" y="4"/>
                    <a:pt x="10" y="8"/>
                    <a:pt x="10" y="8"/>
                  </a:cubicBezTo>
                  <a:cubicBezTo>
                    <a:pt x="9" y="8"/>
                    <a:pt x="9" y="9"/>
                    <a:pt x="9" y="9"/>
                  </a:cubicBezTo>
                  <a:cubicBezTo>
                    <a:pt x="8" y="10"/>
                    <a:pt x="7" y="10"/>
                    <a:pt x="7"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5" name="Freeform 64">
              <a:extLst>
                <a:ext uri="{FF2B5EF4-FFF2-40B4-BE49-F238E27FC236}">
                  <a16:creationId xmlns:a16="http://schemas.microsoft.com/office/drawing/2014/main" id="{78920277-B1AA-4CF0-AAC7-39542AB82D5C}"/>
                </a:ext>
              </a:extLst>
            </p:cNvPr>
            <p:cNvSpPr>
              <a:spLocks/>
            </p:cNvSpPr>
            <p:nvPr/>
          </p:nvSpPr>
          <p:spPr bwMode="auto">
            <a:xfrm>
              <a:off x="5417633" y="5504823"/>
              <a:ext cx="7938" cy="20638"/>
            </a:xfrm>
            <a:custGeom>
              <a:avLst/>
              <a:gdLst>
                <a:gd name="T0" fmla="*/ 0 w 4"/>
                <a:gd name="T1" fmla="*/ 0 h 11"/>
                <a:gd name="T2" fmla="*/ 2 w 4"/>
                <a:gd name="T3" fmla="*/ 5 h 11"/>
                <a:gd name="T4" fmla="*/ 2 w 4"/>
                <a:gd name="T5" fmla="*/ 7 h 11"/>
                <a:gd name="T6" fmla="*/ 3 w 4"/>
                <a:gd name="T7" fmla="*/ 10 h 11"/>
                <a:gd name="T8" fmla="*/ 4 w 4"/>
                <a:gd name="T9" fmla="*/ 9 h 11"/>
                <a:gd name="T10" fmla="*/ 3 w 4"/>
                <a:gd name="T11" fmla="*/ 3 h 11"/>
                <a:gd name="T12" fmla="*/ 3 w 4"/>
                <a:gd name="T13" fmla="*/ 0 h 11"/>
                <a:gd name="T14" fmla="*/ 0 w 4"/>
                <a:gd name="T15" fmla="*/ 0 h 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 h="11">
                  <a:moveTo>
                    <a:pt x="0" y="0"/>
                  </a:moveTo>
                  <a:cubicBezTo>
                    <a:pt x="1" y="3"/>
                    <a:pt x="2" y="4"/>
                    <a:pt x="2" y="5"/>
                  </a:cubicBezTo>
                  <a:cubicBezTo>
                    <a:pt x="2" y="6"/>
                    <a:pt x="2" y="7"/>
                    <a:pt x="2" y="7"/>
                  </a:cubicBezTo>
                  <a:cubicBezTo>
                    <a:pt x="4" y="9"/>
                    <a:pt x="3" y="8"/>
                    <a:pt x="3" y="10"/>
                  </a:cubicBezTo>
                  <a:cubicBezTo>
                    <a:pt x="4" y="11"/>
                    <a:pt x="4" y="10"/>
                    <a:pt x="4" y="9"/>
                  </a:cubicBezTo>
                  <a:cubicBezTo>
                    <a:pt x="4" y="8"/>
                    <a:pt x="4" y="5"/>
                    <a:pt x="3" y="3"/>
                  </a:cubicBezTo>
                  <a:cubicBezTo>
                    <a:pt x="3" y="2"/>
                    <a:pt x="3" y="1"/>
                    <a:pt x="3" y="0"/>
                  </a:cubicBezTo>
                  <a:cubicBezTo>
                    <a:pt x="2" y="0"/>
                    <a:pt x="1"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6" name="Freeform 65">
              <a:extLst>
                <a:ext uri="{FF2B5EF4-FFF2-40B4-BE49-F238E27FC236}">
                  <a16:creationId xmlns:a16="http://schemas.microsoft.com/office/drawing/2014/main" id="{A54BCB52-20FB-411B-B5C3-5114FD578329}"/>
                </a:ext>
              </a:extLst>
            </p:cNvPr>
            <p:cNvSpPr>
              <a:spLocks/>
            </p:cNvSpPr>
            <p:nvPr/>
          </p:nvSpPr>
          <p:spPr bwMode="auto">
            <a:xfrm>
              <a:off x="5384295" y="5517523"/>
              <a:ext cx="33338" cy="12700"/>
            </a:xfrm>
            <a:custGeom>
              <a:avLst/>
              <a:gdLst>
                <a:gd name="T0" fmla="*/ 0 w 18"/>
                <a:gd name="T1" fmla="*/ 7 h 7"/>
                <a:gd name="T2" fmla="*/ 5 w 18"/>
                <a:gd name="T3" fmla="*/ 6 h 7"/>
                <a:gd name="T4" fmla="*/ 17 w 18"/>
                <a:gd name="T5" fmla="*/ 3 h 7"/>
                <a:gd name="T6" fmla="*/ 18 w 18"/>
                <a:gd name="T7" fmla="*/ 2 h 7"/>
                <a:gd name="T8" fmla="*/ 18 w 18"/>
                <a:gd name="T9" fmla="*/ 2 h 7"/>
                <a:gd name="T10" fmla="*/ 17 w 18"/>
                <a:gd name="T11" fmla="*/ 0 h 7"/>
                <a:gd name="T12" fmla="*/ 0 w 18"/>
                <a:gd name="T13" fmla="*/ 7 h 7"/>
              </a:gdLst>
              <a:ahLst/>
              <a:cxnLst>
                <a:cxn ang="0">
                  <a:pos x="T0" y="T1"/>
                </a:cxn>
                <a:cxn ang="0">
                  <a:pos x="T2" y="T3"/>
                </a:cxn>
                <a:cxn ang="0">
                  <a:pos x="T4" y="T5"/>
                </a:cxn>
                <a:cxn ang="0">
                  <a:pos x="T6" y="T7"/>
                </a:cxn>
                <a:cxn ang="0">
                  <a:pos x="T8" y="T9"/>
                </a:cxn>
                <a:cxn ang="0">
                  <a:pos x="T10" y="T11"/>
                </a:cxn>
                <a:cxn ang="0">
                  <a:pos x="T12" y="T13"/>
                </a:cxn>
              </a:cxnLst>
              <a:rect l="0" t="0" r="r" b="b"/>
              <a:pathLst>
                <a:path w="18" h="7">
                  <a:moveTo>
                    <a:pt x="0" y="7"/>
                  </a:moveTo>
                  <a:cubicBezTo>
                    <a:pt x="1" y="7"/>
                    <a:pt x="3" y="6"/>
                    <a:pt x="5" y="6"/>
                  </a:cubicBezTo>
                  <a:cubicBezTo>
                    <a:pt x="9" y="6"/>
                    <a:pt x="15" y="5"/>
                    <a:pt x="17" y="3"/>
                  </a:cubicBezTo>
                  <a:cubicBezTo>
                    <a:pt x="18" y="3"/>
                    <a:pt x="18" y="3"/>
                    <a:pt x="18" y="2"/>
                  </a:cubicBezTo>
                  <a:cubicBezTo>
                    <a:pt x="18" y="2"/>
                    <a:pt x="18" y="2"/>
                    <a:pt x="18" y="2"/>
                  </a:cubicBezTo>
                  <a:cubicBezTo>
                    <a:pt x="18" y="1"/>
                    <a:pt x="17" y="1"/>
                    <a:pt x="17" y="0"/>
                  </a:cubicBezTo>
                  <a:cubicBezTo>
                    <a:pt x="12" y="4"/>
                    <a:pt x="3" y="5"/>
                    <a:pt x="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7" name="Freeform 66">
              <a:extLst>
                <a:ext uri="{FF2B5EF4-FFF2-40B4-BE49-F238E27FC236}">
                  <a16:creationId xmlns:a16="http://schemas.microsoft.com/office/drawing/2014/main" id="{8C9E9751-5F90-468C-ADA3-17EB4C042CA0}"/>
                </a:ext>
              </a:extLst>
            </p:cNvPr>
            <p:cNvSpPr>
              <a:spLocks/>
            </p:cNvSpPr>
            <p:nvPr/>
          </p:nvSpPr>
          <p:spPr bwMode="auto">
            <a:xfrm>
              <a:off x="5849433" y="4149098"/>
              <a:ext cx="63500" cy="68263"/>
            </a:xfrm>
            <a:custGeom>
              <a:avLst/>
              <a:gdLst>
                <a:gd name="T0" fmla="*/ 12 w 34"/>
                <a:gd name="T1" fmla="*/ 36 h 37"/>
                <a:gd name="T2" fmla="*/ 24 w 34"/>
                <a:gd name="T3" fmla="*/ 35 h 37"/>
                <a:gd name="T4" fmla="*/ 32 w 34"/>
                <a:gd name="T5" fmla="*/ 23 h 37"/>
                <a:gd name="T6" fmla="*/ 32 w 34"/>
                <a:gd name="T7" fmla="*/ 9 h 37"/>
                <a:gd name="T8" fmla="*/ 22 w 34"/>
                <a:gd name="T9" fmla="*/ 2 h 37"/>
                <a:gd name="T10" fmla="*/ 10 w 34"/>
                <a:gd name="T11" fmla="*/ 3 h 37"/>
                <a:gd name="T12" fmla="*/ 2 w 34"/>
                <a:gd name="T13" fmla="*/ 15 h 37"/>
                <a:gd name="T14" fmla="*/ 3 w 34"/>
                <a:gd name="T15" fmla="*/ 29 h 37"/>
                <a:gd name="T16" fmla="*/ 12 w 34"/>
                <a:gd name="T17" fmla="*/ 36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4" h="37">
                  <a:moveTo>
                    <a:pt x="12" y="36"/>
                  </a:moveTo>
                  <a:cubicBezTo>
                    <a:pt x="17" y="37"/>
                    <a:pt x="21" y="37"/>
                    <a:pt x="24" y="35"/>
                  </a:cubicBezTo>
                  <a:cubicBezTo>
                    <a:pt x="28" y="33"/>
                    <a:pt x="31" y="29"/>
                    <a:pt x="32" y="23"/>
                  </a:cubicBezTo>
                  <a:cubicBezTo>
                    <a:pt x="34" y="17"/>
                    <a:pt x="34" y="12"/>
                    <a:pt x="32" y="9"/>
                  </a:cubicBezTo>
                  <a:cubicBezTo>
                    <a:pt x="30" y="5"/>
                    <a:pt x="26" y="3"/>
                    <a:pt x="22" y="2"/>
                  </a:cubicBezTo>
                  <a:cubicBezTo>
                    <a:pt x="17" y="0"/>
                    <a:pt x="13" y="1"/>
                    <a:pt x="10" y="3"/>
                  </a:cubicBezTo>
                  <a:cubicBezTo>
                    <a:pt x="6" y="5"/>
                    <a:pt x="3" y="9"/>
                    <a:pt x="2" y="15"/>
                  </a:cubicBezTo>
                  <a:cubicBezTo>
                    <a:pt x="0" y="20"/>
                    <a:pt x="1" y="25"/>
                    <a:pt x="3" y="29"/>
                  </a:cubicBezTo>
                  <a:cubicBezTo>
                    <a:pt x="5" y="33"/>
                    <a:pt x="8" y="35"/>
                    <a:pt x="12" y="3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8" name="Freeform 67">
              <a:extLst>
                <a:ext uri="{FF2B5EF4-FFF2-40B4-BE49-F238E27FC236}">
                  <a16:creationId xmlns:a16="http://schemas.microsoft.com/office/drawing/2014/main" id="{3BDF1643-2E89-451C-8DBB-3384B4FDA537}"/>
                </a:ext>
              </a:extLst>
            </p:cNvPr>
            <p:cNvSpPr>
              <a:spLocks noEditPoints="1"/>
            </p:cNvSpPr>
            <p:nvPr/>
          </p:nvSpPr>
          <p:spPr bwMode="auto">
            <a:xfrm>
              <a:off x="4862008" y="4030036"/>
              <a:ext cx="1677988" cy="1673225"/>
            </a:xfrm>
            <a:custGeom>
              <a:avLst/>
              <a:gdLst>
                <a:gd name="T0" fmla="*/ 812 w 905"/>
                <a:gd name="T1" fmla="*/ 404 h 905"/>
                <a:gd name="T2" fmla="*/ 774 w 905"/>
                <a:gd name="T3" fmla="*/ 279 h 905"/>
                <a:gd name="T4" fmla="*/ 779 w 905"/>
                <a:gd name="T5" fmla="*/ 210 h 905"/>
                <a:gd name="T6" fmla="*/ 721 w 905"/>
                <a:gd name="T7" fmla="*/ 187 h 905"/>
                <a:gd name="T8" fmla="*/ 685 w 905"/>
                <a:gd name="T9" fmla="*/ 149 h 905"/>
                <a:gd name="T10" fmla="*/ 617 w 905"/>
                <a:gd name="T11" fmla="*/ 113 h 905"/>
                <a:gd name="T12" fmla="*/ 564 w 905"/>
                <a:gd name="T13" fmla="*/ 108 h 905"/>
                <a:gd name="T14" fmla="*/ 460 w 905"/>
                <a:gd name="T15" fmla="*/ 45 h 905"/>
                <a:gd name="T16" fmla="*/ 375 w 905"/>
                <a:gd name="T17" fmla="*/ 52 h 905"/>
                <a:gd name="T18" fmla="*/ 348 w 905"/>
                <a:gd name="T19" fmla="*/ 78 h 905"/>
                <a:gd name="T20" fmla="*/ 362 w 905"/>
                <a:gd name="T21" fmla="*/ 92 h 905"/>
                <a:gd name="T22" fmla="*/ 312 w 905"/>
                <a:gd name="T23" fmla="*/ 104 h 905"/>
                <a:gd name="T24" fmla="*/ 250 w 905"/>
                <a:gd name="T25" fmla="*/ 96 h 905"/>
                <a:gd name="T26" fmla="*/ 175 w 905"/>
                <a:gd name="T27" fmla="*/ 151 h 905"/>
                <a:gd name="T28" fmla="*/ 121 w 905"/>
                <a:gd name="T29" fmla="*/ 211 h 905"/>
                <a:gd name="T30" fmla="*/ 120 w 905"/>
                <a:gd name="T31" fmla="*/ 281 h 905"/>
                <a:gd name="T32" fmla="*/ 132 w 905"/>
                <a:gd name="T33" fmla="*/ 289 h 905"/>
                <a:gd name="T34" fmla="*/ 95 w 905"/>
                <a:gd name="T35" fmla="*/ 410 h 905"/>
                <a:gd name="T36" fmla="*/ 41 w 905"/>
                <a:gd name="T37" fmla="*/ 453 h 905"/>
                <a:gd name="T38" fmla="*/ 51 w 905"/>
                <a:gd name="T39" fmla="*/ 518 h 905"/>
                <a:gd name="T40" fmla="*/ 101 w 905"/>
                <a:gd name="T41" fmla="*/ 526 h 905"/>
                <a:gd name="T42" fmla="*/ 238 w 905"/>
                <a:gd name="T43" fmla="*/ 764 h 905"/>
                <a:gd name="T44" fmla="*/ 218 w 905"/>
                <a:gd name="T45" fmla="*/ 741 h 905"/>
                <a:gd name="T46" fmla="*/ 196 w 905"/>
                <a:gd name="T47" fmla="*/ 742 h 905"/>
                <a:gd name="T48" fmla="*/ 289 w 905"/>
                <a:gd name="T49" fmla="*/ 829 h 905"/>
                <a:gd name="T50" fmla="*/ 284 w 905"/>
                <a:gd name="T51" fmla="*/ 801 h 905"/>
                <a:gd name="T52" fmla="*/ 309 w 905"/>
                <a:gd name="T53" fmla="*/ 811 h 905"/>
                <a:gd name="T54" fmla="*/ 317 w 905"/>
                <a:gd name="T55" fmla="*/ 787 h 905"/>
                <a:gd name="T56" fmla="*/ 310 w 905"/>
                <a:gd name="T57" fmla="*/ 842 h 905"/>
                <a:gd name="T58" fmla="*/ 352 w 905"/>
                <a:gd name="T59" fmla="*/ 858 h 905"/>
                <a:gd name="T60" fmla="*/ 420 w 905"/>
                <a:gd name="T61" fmla="*/ 807 h 905"/>
                <a:gd name="T62" fmla="*/ 413 w 905"/>
                <a:gd name="T63" fmla="*/ 875 h 905"/>
                <a:gd name="T64" fmla="*/ 399 w 905"/>
                <a:gd name="T65" fmla="*/ 866 h 905"/>
                <a:gd name="T66" fmla="*/ 430 w 905"/>
                <a:gd name="T67" fmla="*/ 858 h 905"/>
                <a:gd name="T68" fmla="*/ 479 w 905"/>
                <a:gd name="T69" fmla="*/ 856 h 905"/>
                <a:gd name="T70" fmla="*/ 477 w 905"/>
                <a:gd name="T71" fmla="*/ 831 h 905"/>
                <a:gd name="T72" fmla="*/ 529 w 905"/>
                <a:gd name="T73" fmla="*/ 866 h 905"/>
                <a:gd name="T74" fmla="*/ 486 w 905"/>
                <a:gd name="T75" fmla="*/ 850 h 905"/>
                <a:gd name="T76" fmla="*/ 516 w 905"/>
                <a:gd name="T77" fmla="*/ 820 h 905"/>
                <a:gd name="T78" fmla="*/ 599 w 905"/>
                <a:gd name="T79" fmla="*/ 840 h 905"/>
                <a:gd name="T80" fmla="*/ 588 w 905"/>
                <a:gd name="T81" fmla="*/ 834 h 905"/>
                <a:gd name="T82" fmla="*/ 584 w 905"/>
                <a:gd name="T83" fmla="*/ 805 h 905"/>
                <a:gd name="T84" fmla="*/ 599 w 905"/>
                <a:gd name="T85" fmla="*/ 796 h 905"/>
                <a:gd name="T86" fmla="*/ 616 w 905"/>
                <a:gd name="T87" fmla="*/ 825 h 905"/>
                <a:gd name="T88" fmla="*/ 655 w 905"/>
                <a:gd name="T89" fmla="*/ 793 h 905"/>
                <a:gd name="T90" fmla="*/ 654 w 905"/>
                <a:gd name="T91" fmla="*/ 760 h 905"/>
                <a:gd name="T92" fmla="*/ 663 w 905"/>
                <a:gd name="T93" fmla="*/ 752 h 905"/>
                <a:gd name="T94" fmla="*/ 668 w 905"/>
                <a:gd name="T95" fmla="*/ 737 h 905"/>
                <a:gd name="T96" fmla="*/ 676 w 905"/>
                <a:gd name="T97" fmla="*/ 737 h 905"/>
                <a:gd name="T98" fmla="*/ 677 w 905"/>
                <a:gd name="T99" fmla="*/ 721 h 905"/>
                <a:gd name="T100" fmla="*/ 691 w 905"/>
                <a:gd name="T101" fmla="*/ 738 h 905"/>
                <a:gd name="T102" fmla="*/ 665 w 905"/>
                <a:gd name="T103" fmla="*/ 771 h 905"/>
                <a:gd name="T104" fmla="*/ 688 w 905"/>
                <a:gd name="T105" fmla="*/ 807 h 905"/>
                <a:gd name="T106" fmla="*/ 679 w 905"/>
                <a:gd name="T107" fmla="*/ 769 h 905"/>
                <a:gd name="T108" fmla="*/ 705 w 905"/>
                <a:gd name="T109" fmla="*/ 766 h 905"/>
                <a:gd name="T110" fmla="*/ 778 w 905"/>
                <a:gd name="T111" fmla="*/ 296 h 905"/>
                <a:gd name="T112" fmla="*/ 810 w 905"/>
                <a:gd name="T113" fmla="*/ 386 h 905"/>
                <a:gd name="T114" fmla="*/ 843 w 905"/>
                <a:gd name="T115" fmla="*/ 516 h 905"/>
                <a:gd name="T116" fmla="*/ 807 w 905"/>
                <a:gd name="T117" fmla="*/ 478 h 9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905" h="905">
                  <a:moveTo>
                    <a:pt x="453" y="0"/>
                  </a:moveTo>
                  <a:cubicBezTo>
                    <a:pt x="203" y="0"/>
                    <a:pt x="0" y="203"/>
                    <a:pt x="0" y="453"/>
                  </a:cubicBezTo>
                  <a:cubicBezTo>
                    <a:pt x="0" y="702"/>
                    <a:pt x="203" y="905"/>
                    <a:pt x="453" y="905"/>
                  </a:cubicBezTo>
                  <a:cubicBezTo>
                    <a:pt x="703" y="905"/>
                    <a:pt x="905" y="702"/>
                    <a:pt x="905" y="453"/>
                  </a:cubicBezTo>
                  <a:cubicBezTo>
                    <a:pt x="905" y="203"/>
                    <a:pt x="703" y="0"/>
                    <a:pt x="453" y="0"/>
                  </a:cubicBezTo>
                  <a:close/>
                  <a:moveTo>
                    <a:pt x="858" y="430"/>
                  </a:moveTo>
                  <a:cubicBezTo>
                    <a:pt x="849" y="431"/>
                    <a:pt x="849" y="431"/>
                    <a:pt x="849" y="431"/>
                  </a:cubicBezTo>
                  <a:cubicBezTo>
                    <a:pt x="846" y="400"/>
                    <a:pt x="846" y="400"/>
                    <a:pt x="846" y="400"/>
                  </a:cubicBezTo>
                  <a:cubicBezTo>
                    <a:pt x="835" y="401"/>
                    <a:pt x="835" y="401"/>
                    <a:pt x="835" y="401"/>
                  </a:cubicBezTo>
                  <a:cubicBezTo>
                    <a:pt x="838" y="430"/>
                    <a:pt x="838" y="430"/>
                    <a:pt x="838" y="430"/>
                  </a:cubicBezTo>
                  <a:cubicBezTo>
                    <a:pt x="829" y="431"/>
                    <a:pt x="829" y="431"/>
                    <a:pt x="829" y="431"/>
                  </a:cubicBezTo>
                  <a:cubicBezTo>
                    <a:pt x="826" y="402"/>
                    <a:pt x="826" y="402"/>
                    <a:pt x="826" y="402"/>
                  </a:cubicBezTo>
                  <a:cubicBezTo>
                    <a:pt x="812" y="404"/>
                    <a:pt x="812" y="404"/>
                    <a:pt x="812" y="404"/>
                  </a:cubicBezTo>
                  <a:cubicBezTo>
                    <a:pt x="816" y="435"/>
                    <a:pt x="816" y="435"/>
                    <a:pt x="816" y="435"/>
                  </a:cubicBezTo>
                  <a:cubicBezTo>
                    <a:pt x="807" y="436"/>
                    <a:pt x="807" y="436"/>
                    <a:pt x="807" y="436"/>
                  </a:cubicBezTo>
                  <a:cubicBezTo>
                    <a:pt x="802" y="393"/>
                    <a:pt x="802" y="393"/>
                    <a:pt x="802" y="393"/>
                  </a:cubicBezTo>
                  <a:cubicBezTo>
                    <a:pt x="854" y="388"/>
                    <a:pt x="854" y="388"/>
                    <a:pt x="854" y="388"/>
                  </a:cubicBezTo>
                  <a:lnTo>
                    <a:pt x="858" y="430"/>
                  </a:lnTo>
                  <a:close/>
                  <a:moveTo>
                    <a:pt x="799" y="241"/>
                  </a:moveTo>
                  <a:cubicBezTo>
                    <a:pt x="802" y="246"/>
                    <a:pt x="804" y="250"/>
                    <a:pt x="804" y="253"/>
                  </a:cubicBezTo>
                  <a:cubicBezTo>
                    <a:pt x="805" y="256"/>
                    <a:pt x="805" y="258"/>
                    <a:pt x="804" y="261"/>
                  </a:cubicBezTo>
                  <a:cubicBezTo>
                    <a:pt x="803" y="264"/>
                    <a:pt x="801" y="266"/>
                    <a:pt x="798" y="267"/>
                  </a:cubicBezTo>
                  <a:cubicBezTo>
                    <a:pt x="795" y="269"/>
                    <a:pt x="791" y="270"/>
                    <a:pt x="788" y="269"/>
                  </a:cubicBezTo>
                  <a:cubicBezTo>
                    <a:pt x="784" y="268"/>
                    <a:pt x="781" y="266"/>
                    <a:pt x="778" y="262"/>
                  </a:cubicBezTo>
                  <a:cubicBezTo>
                    <a:pt x="778" y="265"/>
                    <a:pt x="778" y="267"/>
                    <a:pt x="778" y="269"/>
                  </a:cubicBezTo>
                  <a:cubicBezTo>
                    <a:pt x="777" y="272"/>
                    <a:pt x="776" y="275"/>
                    <a:pt x="774" y="279"/>
                  </a:cubicBezTo>
                  <a:cubicBezTo>
                    <a:pt x="769" y="291"/>
                    <a:pt x="769" y="291"/>
                    <a:pt x="769" y="291"/>
                  </a:cubicBezTo>
                  <a:cubicBezTo>
                    <a:pt x="762" y="279"/>
                    <a:pt x="762" y="279"/>
                    <a:pt x="762" y="279"/>
                  </a:cubicBezTo>
                  <a:cubicBezTo>
                    <a:pt x="767" y="266"/>
                    <a:pt x="767" y="266"/>
                    <a:pt x="767" y="266"/>
                  </a:cubicBezTo>
                  <a:cubicBezTo>
                    <a:pt x="769" y="261"/>
                    <a:pt x="770" y="258"/>
                    <a:pt x="770" y="257"/>
                  </a:cubicBezTo>
                  <a:cubicBezTo>
                    <a:pt x="771" y="255"/>
                    <a:pt x="771" y="254"/>
                    <a:pt x="770" y="253"/>
                  </a:cubicBezTo>
                  <a:cubicBezTo>
                    <a:pt x="770" y="252"/>
                    <a:pt x="769" y="250"/>
                    <a:pt x="768" y="248"/>
                  </a:cubicBezTo>
                  <a:cubicBezTo>
                    <a:pt x="766" y="246"/>
                    <a:pt x="766" y="246"/>
                    <a:pt x="766" y="246"/>
                  </a:cubicBezTo>
                  <a:cubicBezTo>
                    <a:pt x="748" y="257"/>
                    <a:pt x="748" y="257"/>
                    <a:pt x="748" y="257"/>
                  </a:cubicBezTo>
                  <a:cubicBezTo>
                    <a:pt x="742" y="247"/>
                    <a:pt x="742" y="247"/>
                    <a:pt x="742" y="247"/>
                  </a:cubicBezTo>
                  <a:cubicBezTo>
                    <a:pt x="786" y="220"/>
                    <a:pt x="786" y="220"/>
                    <a:pt x="786" y="220"/>
                  </a:cubicBezTo>
                  <a:lnTo>
                    <a:pt x="799" y="241"/>
                  </a:lnTo>
                  <a:close/>
                  <a:moveTo>
                    <a:pt x="750" y="176"/>
                  </a:moveTo>
                  <a:cubicBezTo>
                    <a:pt x="779" y="210"/>
                    <a:pt x="779" y="210"/>
                    <a:pt x="779" y="210"/>
                  </a:cubicBezTo>
                  <a:cubicBezTo>
                    <a:pt x="772" y="216"/>
                    <a:pt x="772" y="216"/>
                    <a:pt x="772" y="216"/>
                  </a:cubicBezTo>
                  <a:cubicBezTo>
                    <a:pt x="761" y="203"/>
                    <a:pt x="761" y="203"/>
                    <a:pt x="761" y="203"/>
                  </a:cubicBezTo>
                  <a:cubicBezTo>
                    <a:pt x="728" y="230"/>
                    <a:pt x="728" y="230"/>
                    <a:pt x="728" y="230"/>
                  </a:cubicBezTo>
                  <a:cubicBezTo>
                    <a:pt x="721" y="221"/>
                    <a:pt x="721" y="221"/>
                    <a:pt x="721" y="221"/>
                  </a:cubicBezTo>
                  <a:cubicBezTo>
                    <a:pt x="754" y="194"/>
                    <a:pt x="754" y="194"/>
                    <a:pt x="754" y="194"/>
                  </a:cubicBezTo>
                  <a:cubicBezTo>
                    <a:pt x="744" y="181"/>
                    <a:pt x="744" y="181"/>
                    <a:pt x="744" y="181"/>
                  </a:cubicBezTo>
                  <a:lnTo>
                    <a:pt x="750" y="176"/>
                  </a:lnTo>
                  <a:close/>
                  <a:moveTo>
                    <a:pt x="742" y="167"/>
                  </a:moveTo>
                  <a:cubicBezTo>
                    <a:pt x="736" y="174"/>
                    <a:pt x="736" y="174"/>
                    <a:pt x="736" y="174"/>
                  </a:cubicBezTo>
                  <a:cubicBezTo>
                    <a:pt x="714" y="153"/>
                    <a:pt x="714" y="153"/>
                    <a:pt x="714" y="153"/>
                  </a:cubicBezTo>
                  <a:cubicBezTo>
                    <a:pt x="706" y="162"/>
                    <a:pt x="706" y="162"/>
                    <a:pt x="706" y="162"/>
                  </a:cubicBezTo>
                  <a:cubicBezTo>
                    <a:pt x="727" y="181"/>
                    <a:pt x="727" y="181"/>
                    <a:pt x="727" y="181"/>
                  </a:cubicBezTo>
                  <a:cubicBezTo>
                    <a:pt x="721" y="187"/>
                    <a:pt x="721" y="187"/>
                    <a:pt x="721" y="187"/>
                  </a:cubicBezTo>
                  <a:cubicBezTo>
                    <a:pt x="700" y="168"/>
                    <a:pt x="700" y="168"/>
                    <a:pt x="700" y="168"/>
                  </a:cubicBezTo>
                  <a:cubicBezTo>
                    <a:pt x="691" y="178"/>
                    <a:pt x="691" y="178"/>
                    <a:pt x="691" y="178"/>
                  </a:cubicBezTo>
                  <a:cubicBezTo>
                    <a:pt x="714" y="200"/>
                    <a:pt x="714" y="200"/>
                    <a:pt x="714" y="200"/>
                  </a:cubicBezTo>
                  <a:cubicBezTo>
                    <a:pt x="708" y="206"/>
                    <a:pt x="708" y="206"/>
                    <a:pt x="708" y="206"/>
                  </a:cubicBezTo>
                  <a:cubicBezTo>
                    <a:pt x="677" y="177"/>
                    <a:pt x="677" y="177"/>
                    <a:pt x="677" y="177"/>
                  </a:cubicBezTo>
                  <a:cubicBezTo>
                    <a:pt x="711" y="139"/>
                    <a:pt x="711" y="139"/>
                    <a:pt x="711" y="139"/>
                  </a:cubicBezTo>
                  <a:lnTo>
                    <a:pt x="742" y="167"/>
                  </a:lnTo>
                  <a:close/>
                  <a:moveTo>
                    <a:pt x="665" y="105"/>
                  </a:moveTo>
                  <a:cubicBezTo>
                    <a:pt x="680" y="116"/>
                    <a:pt x="680" y="116"/>
                    <a:pt x="680" y="116"/>
                  </a:cubicBezTo>
                  <a:cubicBezTo>
                    <a:pt x="686" y="120"/>
                    <a:pt x="689" y="122"/>
                    <a:pt x="691" y="124"/>
                  </a:cubicBezTo>
                  <a:cubicBezTo>
                    <a:pt x="693" y="127"/>
                    <a:pt x="694" y="130"/>
                    <a:pt x="695" y="133"/>
                  </a:cubicBezTo>
                  <a:cubicBezTo>
                    <a:pt x="695" y="136"/>
                    <a:pt x="694" y="140"/>
                    <a:pt x="692" y="143"/>
                  </a:cubicBezTo>
                  <a:cubicBezTo>
                    <a:pt x="690" y="146"/>
                    <a:pt x="688" y="148"/>
                    <a:pt x="685" y="149"/>
                  </a:cubicBezTo>
                  <a:cubicBezTo>
                    <a:pt x="683" y="150"/>
                    <a:pt x="681" y="150"/>
                    <a:pt x="679" y="150"/>
                  </a:cubicBezTo>
                  <a:cubicBezTo>
                    <a:pt x="676" y="150"/>
                    <a:pt x="674" y="149"/>
                    <a:pt x="672" y="149"/>
                  </a:cubicBezTo>
                  <a:cubicBezTo>
                    <a:pt x="670" y="148"/>
                    <a:pt x="666" y="145"/>
                    <a:pt x="662" y="143"/>
                  </a:cubicBezTo>
                  <a:cubicBezTo>
                    <a:pt x="656" y="138"/>
                    <a:pt x="656" y="138"/>
                    <a:pt x="656" y="138"/>
                  </a:cubicBezTo>
                  <a:cubicBezTo>
                    <a:pt x="645" y="154"/>
                    <a:pt x="645" y="154"/>
                    <a:pt x="645" y="154"/>
                  </a:cubicBezTo>
                  <a:cubicBezTo>
                    <a:pt x="635" y="148"/>
                    <a:pt x="635" y="148"/>
                    <a:pt x="635" y="148"/>
                  </a:cubicBezTo>
                  <a:lnTo>
                    <a:pt x="665" y="105"/>
                  </a:lnTo>
                  <a:close/>
                  <a:moveTo>
                    <a:pt x="632" y="87"/>
                  </a:moveTo>
                  <a:cubicBezTo>
                    <a:pt x="629" y="95"/>
                    <a:pt x="629" y="95"/>
                    <a:pt x="629" y="95"/>
                  </a:cubicBezTo>
                  <a:cubicBezTo>
                    <a:pt x="603" y="84"/>
                    <a:pt x="603" y="84"/>
                    <a:pt x="603" y="84"/>
                  </a:cubicBezTo>
                  <a:cubicBezTo>
                    <a:pt x="598" y="95"/>
                    <a:pt x="598" y="95"/>
                    <a:pt x="598" y="95"/>
                  </a:cubicBezTo>
                  <a:cubicBezTo>
                    <a:pt x="620" y="105"/>
                    <a:pt x="620" y="105"/>
                    <a:pt x="620" y="105"/>
                  </a:cubicBezTo>
                  <a:cubicBezTo>
                    <a:pt x="617" y="113"/>
                    <a:pt x="617" y="113"/>
                    <a:pt x="617" y="113"/>
                  </a:cubicBezTo>
                  <a:cubicBezTo>
                    <a:pt x="595" y="103"/>
                    <a:pt x="595" y="103"/>
                    <a:pt x="595" y="103"/>
                  </a:cubicBezTo>
                  <a:cubicBezTo>
                    <a:pt x="586" y="123"/>
                    <a:pt x="586" y="123"/>
                    <a:pt x="586" y="123"/>
                  </a:cubicBezTo>
                  <a:cubicBezTo>
                    <a:pt x="576" y="119"/>
                    <a:pt x="576" y="119"/>
                    <a:pt x="576" y="119"/>
                  </a:cubicBezTo>
                  <a:cubicBezTo>
                    <a:pt x="596" y="71"/>
                    <a:pt x="596" y="71"/>
                    <a:pt x="596" y="71"/>
                  </a:cubicBezTo>
                  <a:lnTo>
                    <a:pt x="632" y="87"/>
                  </a:lnTo>
                  <a:close/>
                  <a:moveTo>
                    <a:pt x="523" y="77"/>
                  </a:moveTo>
                  <a:cubicBezTo>
                    <a:pt x="525" y="72"/>
                    <a:pt x="527" y="68"/>
                    <a:pt x="529" y="65"/>
                  </a:cubicBezTo>
                  <a:cubicBezTo>
                    <a:pt x="531" y="63"/>
                    <a:pt x="534" y="61"/>
                    <a:pt x="536" y="59"/>
                  </a:cubicBezTo>
                  <a:cubicBezTo>
                    <a:pt x="539" y="58"/>
                    <a:pt x="542" y="57"/>
                    <a:pt x="545" y="57"/>
                  </a:cubicBezTo>
                  <a:cubicBezTo>
                    <a:pt x="548" y="56"/>
                    <a:pt x="553" y="57"/>
                    <a:pt x="557" y="58"/>
                  </a:cubicBezTo>
                  <a:cubicBezTo>
                    <a:pt x="565" y="60"/>
                    <a:pt x="571" y="64"/>
                    <a:pt x="575" y="70"/>
                  </a:cubicBezTo>
                  <a:cubicBezTo>
                    <a:pt x="578" y="76"/>
                    <a:pt x="579" y="83"/>
                    <a:pt x="577" y="91"/>
                  </a:cubicBezTo>
                  <a:cubicBezTo>
                    <a:pt x="575" y="99"/>
                    <a:pt x="570" y="105"/>
                    <a:pt x="564" y="108"/>
                  </a:cubicBezTo>
                  <a:cubicBezTo>
                    <a:pt x="558" y="111"/>
                    <a:pt x="551" y="112"/>
                    <a:pt x="543" y="110"/>
                  </a:cubicBezTo>
                  <a:cubicBezTo>
                    <a:pt x="535" y="108"/>
                    <a:pt x="529" y="104"/>
                    <a:pt x="526" y="98"/>
                  </a:cubicBezTo>
                  <a:cubicBezTo>
                    <a:pt x="522" y="92"/>
                    <a:pt x="521" y="85"/>
                    <a:pt x="523" y="77"/>
                  </a:cubicBezTo>
                  <a:close/>
                  <a:moveTo>
                    <a:pt x="460" y="45"/>
                  </a:moveTo>
                  <a:cubicBezTo>
                    <a:pt x="473" y="66"/>
                    <a:pt x="473" y="66"/>
                    <a:pt x="473" y="66"/>
                  </a:cubicBezTo>
                  <a:cubicBezTo>
                    <a:pt x="487" y="46"/>
                    <a:pt x="487" y="46"/>
                    <a:pt x="487" y="46"/>
                  </a:cubicBezTo>
                  <a:cubicBezTo>
                    <a:pt x="500" y="47"/>
                    <a:pt x="500" y="47"/>
                    <a:pt x="500" y="47"/>
                  </a:cubicBezTo>
                  <a:cubicBezTo>
                    <a:pt x="477" y="76"/>
                    <a:pt x="477" y="76"/>
                    <a:pt x="477" y="76"/>
                  </a:cubicBezTo>
                  <a:cubicBezTo>
                    <a:pt x="476" y="97"/>
                    <a:pt x="476" y="97"/>
                    <a:pt x="476" y="97"/>
                  </a:cubicBezTo>
                  <a:cubicBezTo>
                    <a:pt x="465" y="97"/>
                    <a:pt x="465" y="97"/>
                    <a:pt x="465" y="97"/>
                  </a:cubicBezTo>
                  <a:cubicBezTo>
                    <a:pt x="466" y="75"/>
                    <a:pt x="466" y="75"/>
                    <a:pt x="466" y="75"/>
                  </a:cubicBezTo>
                  <a:cubicBezTo>
                    <a:pt x="447" y="44"/>
                    <a:pt x="447" y="44"/>
                    <a:pt x="447" y="44"/>
                  </a:cubicBezTo>
                  <a:lnTo>
                    <a:pt x="460" y="45"/>
                  </a:lnTo>
                  <a:close/>
                  <a:moveTo>
                    <a:pt x="441" y="44"/>
                  </a:moveTo>
                  <a:cubicBezTo>
                    <a:pt x="442" y="53"/>
                    <a:pt x="442" y="53"/>
                    <a:pt x="442" y="53"/>
                  </a:cubicBezTo>
                  <a:cubicBezTo>
                    <a:pt x="425" y="54"/>
                    <a:pt x="425" y="54"/>
                    <a:pt x="425" y="54"/>
                  </a:cubicBezTo>
                  <a:cubicBezTo>
                    <a:pt x="428" y="97"/>
                    <a:pt x="428" y="97"/>
                    <a:pt x="428" y="97"/>
                  </a:cubicBezTo>
                  <a:cubicBezTo>
                    <a:pt x="417" y="98"/>
                    <a:pt x="417" y="98"/>
                    <a:pt x="417" y="98"/>
                  </a:cubicBezTo>
                  <a:cubicBezTo>
                    <a:pt x="413" y="55"/>
                    <a:pt x="413" y="55"/>
                    <a:pt x="413" y="55"/>
                  </a:cubicBezTo>
                  <a:cubicBezTo>
                    <a:pt x="397" y="56"/>
                    <a:pt x="397" y="56"/>
                    <a:pt x="397" y="56"/>
                  </a:cubicBezTo>
                  <a:cubicBezTo>
                    <a:pt x="396" y="48"/>
                    <a:pt x="396" y="48"/>
                    <a:pt x="396" y="48"/>
                  </a:cubicBezTo>
                  <a:lnTo>
                    <a:pt x="441" y="44"/>
                  </a:lnTo>
                  <a:close/>
                  <a:moveTo>
                    <a:pt x="386" y="50"/>
                  </a:moveTo>
                  <a:cubicBezTo>
                    <a:pt x="395" y="101"/>
                    <a:pt x="395" y="101"/>
                    <a:pt x="395" y="101"/>
                  </a:cubicBezTo>
                  <a:cubicBezTo>
                    <a:pt x="384" y="103"/>
                    <a:pt x="384" y="103"/>
                    <a:pt x="384" y="103"/>
                  </a:cubicBezTo>
                  <a:cubicBezTo>
                    <a:pt x="375" y="52"/>
                    <a:pt x="375" y="52"/>
                    <a:pt x="375" y="52"/>
                  </a:cubicBezTo>
                  <a:lnTo>
                    <a:pt x="386" y="50"/>
                  </a:lnTo>
                  <a:close/>
                  <a:moveTo>
                    <a:pt x="324" y="70"/>
                  </a:moveTo>
                  <a:cubicBezTo>
                    <a:pt x="325" y="68"/>
                    <a:pt x="327" y="65"/>
                    <a:pt x="330" y="63"/>
                  </a:cubicBezTo>
                  <a:cubicBezTo>
                    <a:pt x="333" y="61"/>
                    <a:pt x="336" y="60"/>
                    <a:pt x="340" y="59"/>
                  </a:cubicBezTo>
                  <a:cubicBezTo>
                    <a:pt x="347" y="57"/>
                    <a:pt x="353" y="57"/>
                    <a:pt x="357" y="59"/>
                  </a:cubicBezTo>
                  <a:cubicBezTo>
                    <a:pt x="361" y="60"/>
                    <a:pt x="364" y="63"/>
                    <a:pt x="365" y="68"/>
                  </a:cubicBezTo>
                  <a:cubicBezTo>
                    <a:pt x="354" y="71"/>
                    <a:pt x="354" y="71"/>
                    <a:pt x="354" y="71"/>
                  </a:cubicBezTo>
                  <a:cubicBezTo>
                    <a:pt x="353" y="69"/>
                    <a:pt x="352" y="67"/>
                    <a:pt x="350" y="67"/>
                  </a:cubicBezTo>
                  <a:cubicBezTo>
                    <a:pt x="348" y="66"/>
                    <a:pt x="345" y="66"/>
                    <a:pt x="342" y="67"/>
                  </a:cubicBezTo>
                  <a:cubicBezTo>
                    <a:pt x="339" y="68"/>
                    <a:pt x="337" y="69"/>
                    <a:pt x="335" y="71"/>
                  </a:cubicBezTo>
                  <a:cubicBezTo>
                    <a:pt x="334" y="72"/>
                    <a:pt x="334" y="73"/>
                    <a:pt x="334" y="74"/>
                  </a:cubicBezTo>
                  <a:cubicBezTo>
                    <a:pt x="335" y="76"/>
                    <a:pt x="336" y="76"/>
                    <a:pt x="337" y="77"/>
                  </a:cubicBezTo>
                  <a:cubicBezTo>
                    <a:pt x="339" y="78"/>
                    <a:pt x="342" y="78"/>
                    <a:pt x="348" y="78"/>
                  </a:cubicBezTo>
                  <a:cubicBezTo>
                    <a:pt x="354" y="77"/>
                    <a:pt x="358" y="77"/>
                    <a:pt x="361" y="78"/>
                  </a:cubicBezTo>
                  <a:cubicBezTo>
                    <a:pt x="364" y="79"/>
                    <a:pt x="366" y="80"/>
                    <a:pt x="368" y="81"/>
                  </a:cubicBezTo>
                  <a:cubicBezTo>
                    <a:pt x="370" y="83"/>
                    <a:pt x="372" y="86"/>
                    <a:pt x="373" y="89"/>
                  </a:cubicBezTo>
                  <a:cubicBezTo>
                    <a:pt x="373" y="92"/>
                    <a:pt x="373" y="95"/>
                    <a:pt x="372" y="98"/>
                  </a:cubicBezTo>
                  <a:cubicBezTo>
                    <a:pt x="371" y="101"/>
                    <a:pt x="369" y="103"/>
                    <a:pt x="366" y="105"/>
                  </a:cubicBezTo>
                  <a:cubicBezTo>
                    <a:pt x="364" y="107"/>
                    <a:pt x="360" y="109"/>
                    <a:pt x="355" y="110"/>
                  </a:cubicBezTo>
                  <a:cubicBezTo>
                    <a:pt x="348" y="112"/>
                    <a:pt x="342" y="112"/>
                    <a:pt x="338" y="110"/>
                  </a:cubicBezTo>
                  <a:cubicBezTo>
                    <a:pt x="333" y="108"/>
                    <a:pt x="330" y="105"/>
                    <a:pt x="328" y="100"/>
                  </a:cubicBezTo>
                  <a:cubicBezTo>
                    <a:pt x="338" y="96"/>
                    <a:pt x="338" y="96"/>
                    <a:pt x="338" y="96"/>
                  </a:cubicBezTo>
                  <a:cubicBezTo>
                    <a:pt x="340" y="99"/>
                    <a:pt x="342" y="101"/>
                    <a:pt x="344" y="102"/>
                  </a:cubicBezTo>
                  <a:cubicBezTo>
                    <a:pt x="346" y="103"/>
                    <a:pt x="349" y="103"/>
                    <a:pt x="353" y="102"/>
                  </a:cubicBezTo>
                  <a:cubicBezTo>
                    <a:pt x="356" y="101"/>
                    <a:pt x="359" y="99"/>
                    <a:pt x="360" y="97"/>
                  </a:cubicBezTo>
                  <a:cubicBezTo>
                    <a:pt x="362" y="96"/>
                    <a:pt x="362" y="94"/>
                    <a:pt x="362" y="92"/>
                  </a:cubicBezTo>
                  <a:cubicBezTo>
                    <a:pt x="361" y="91"/>
                    <a:pt x="361" y="90"/>
                    <a:pt x="360" y="89"/>
                  </a:cubicBezTo>
                  <a:cubicBezTo>
                    <a:pt x="359" y="89"/>
                    <a:pt x="357" y="88"/>
                    <a:pt x="355" y="88"/>
                  </a:cubicBezTo>
                  <a:cubicBezTo>
                    <a:pt x="354" y="88"/>
                    <a:pt x="351" y="88"/>
                    <a:pt x="346" y="88"/>
                  </a:cubicBezTo>
                  <a:cubicBezTo>
                    <a:pt x="339" y="89"/>
                    <a:pt x="335" y="88"/>
                    <a:pt x="332" y="87"/>
                  </a:cubicBezTo>
                  <a:cubicBezTo>
                    <a:pt x="328" y="85"/>
                    <a:pt x="325" y="82"/>
                    <a:pt x="324" y="78"/>
                  </a:cubicBezTo>
                  <a:cubicBezTo>
                    <a:pt x="323" y="76"/>
                    <a:pt x="323" y="73"/>
                    <a:pt x="324" y="70"/>
                  </a:cubicBezTo>
                  <a:close/>
                  <a:moveTo>
                    <a:pt x="286" y="79"/>
                  </a:moveTo>
                  <a:cubicBezTo>
                    <a:pt x="292" y="77"/>
                    <a:pt x="296" y="75"/>
                    <a:pt x="299" y="75"/>
                  </a:cubicBezTo>
                  <a:cubicBezTo>
                    <a:pt x="302" y="75"/>
                    <a:pt x="304" y="75"/>
                    <a:pt x="307" y="77"/>
                  </a:cubicBezTo>
                  <a:cubicBezTo>
                    <a:pt x="309" y="78"/>
                    <a:pt x="311" y="80"/>
                    <a:pt x="312" y="83"/>
                  </a:cubicBezTo>
                  <a:cubicBezTo>
                    <a:pt x="314" y="87"/>
                    <a:pt x="314" y="90"/>
                    <a:pt x="313" y="94"/>
                  </a:cubicBezTo>
                  <a:cubicBezTo>
                    <a:pt x="311" y="97"/>
                    <a:pt x="309" y="100"/>
                    <a:pt x="304" y="102"/>
                  </a:cubicBezTo>
                  <a:cubicBezTo>
                    <a:pt x="307" y="103"/>
                    <a:pt x="310" y="103"/>
                    <a:pt x="312" y="104"/>
                  </a:cubicBezTo>
                  <a:cubicBezTo>
                    <a:pt x="314" y="105"/>
                    <a:pt x="317" y="106"/>
                    <a:pt x="321" y="109"/>
                  </a:cubicBezTo>
                  <a:cubicBezTo>
                    <a:pt x="331" y="115"/>
                    <a:pt x="331" y="115"/>
                    <a:pt x="331" y="115"/>
                  </a:cubicBezTo>
                  <a:cubicBezTo>
                    <a:pt x="319" y="121"/>
                    <a:pt x="319" y="121"/>
                    <a:pt x="319" y="121"/>
                  </a:cubicBezTo>
                  <a:cubicBezTo>
                    <a:pt x="307" y="114"/>
                    <a:pt x="307" y="114"/>
                    <a:pt x="307" y="114"/>
                  </a:cubicBezTo>
                  <a:cubicBezTo>
                    <a:pt x="302" y="112"/>
                    <a:pt x="300" y="110"/>
                    <a:pt x="298" y="109"/>
                  </a:cubicBezTo>
                  <a:cubicBezTo>
                    <a:pt x="297" y="109"/>
                    <a:pt x="295" y="109"/>
                    <a:pt x="294" y="109"/>
                  </a:cubicBezTo>
                  <a:cubicBezTo>
                    <a:pt x="293" y="109"/>
                    <a:pt x="291" y="110"/>
                    <a:pt x="289" y="111"/>
                  </a:cubicBezTo>
                  <a:cubicBezTo>
                    <a:pt x="286" y="112"/>
                    <a:pt x="286" y="112"/>
                    <a:pt x="286" y="112"/>
                  </a:cubicBezTo>
                  <a:cubicBezTo>
                    <a:pt x="295" y="131"/>
                    <a:pt x="295" y="131"/>
                    <a:pt x="295" y="131"/>
                  </a:cubicBezTo>
                  <a:cubicBezTo>
                    <a:pt x="285" y="136"/>
                    <a:pt x="285" y="136"/>
                    <a:pt x="285" y="136"/>
                  </a:cubicBezTo>
                  <a:cubicBezTo>
                    <a:pt x="264" y="89"/>
                    <a:pt x="264" y="89"/>
                    <a:pt x="264" y="89"/>
                  </a:cubicBezTo>
                  <a:lnTo>
                    <a:pt x="286" y="79"/>
                  </a:lnTo>
                  <a:close/>
                  <a:moveTo>
                    <a:pt x="250" y="96"/>
                  </a:moveTo>
                  <a:cubicBezTo>
                    <a:pt x="255" y="104"/>
                    <a:pt x="255" y="104"/>
                    <a:pt x="255" y="104"/>
                  </a:cubicBezTo>
                  <a:cubicBezTo>
                    <a:pt x="229" y="120"/>
                    <a:pt x="229" y="120"/>
                    <a:pt x="229" y="120"/>
                  </a:cubicBezTo>
                  <a:cubicBezTo>
                    <a:pt x="235" y="130"/>
                    <a:pt x="235" y="130"/>
                    <a:pt x="235" y="130"/>
                  </a:cubicBezTo>
                  <a:cubicBezTo>
                    <a:pt x="259" y="115"/>
                    <a:pt x="259" y="115"/>
                    <a:pt x="259" y="115"/>
                  </a:cubicBezTo>
                  <a:cubicBezTo>
                    <a:pt x="264" y="122"/>
                    <a:pt x="264" y="122"/>
                    <a:pt x="264" y="122"/>
                  </a:cubicBezTo>
                  <a:cubicBezTo>
                    <a:pt x="240" y="137"/>
                    <a:pt x="240" y="137"/>
                    <a:pt x="240" y="137"/>
                  </a:cubicBezTo>
                  <a:cubicBezTo>
                    <a:pt x="247" y="149"/>
                    <a:pt x="247" y="149"/>
                    <a:pt x="247" y="149"/>
                  </a:cubicBezTo>
                  <a:cubicBezTo>
                    <a:pt x="274" y="132"/>
                    <a:pt x="274" y="132"/>
                    <a:pt x="274" y="132"/>
                  </a:cubicBezTo>
                  <a:cubicBezTo>
                    <a:pt x="278" y="139"/>
                    <a:pt x="278" y="139"/>
                    <a:pt x="278" y="139"/>
                  </a:cubicBezTo>
                  <a:cubicBezTo>
                    <a:pt x="242" y="162"/>
                    <a:pt x="242" y="162"/>
                    <a:pt x="242" y="162"/>
                  </a:cubicBezTo>
                  <a:cubicBezTo>
                    <a:pt x="214" y="119"/>
                    <a:pt x="214" y="119"/>
                    <a:pt x="214" y="119"/>
                  </a:cubicBezTo>
                  <a:lnTo>
                    <a:pt x="250" y="96"/>
                  </a:lnTo>
                  <a:close/>
                  <a:moveTo>
                    <a:pt x="175" y="151"/>
                  </a:moveTo>
                  <a:cubicBezTo>
                    <a:pt x="210" y="171"/>
                    <a:pt x="210" y="171"/>
                    <a:pt x="210" y="171"/>
                  </a:cubicBezTo>
                  <a:cubicBezTo>
                    <a:pt x="196" y="133"/>
                    <a:pt x="196" y="133"/>
                    <a:pt x="196" y="133"/>
                  </a:cubicBezTo>
                  <a:cubicBezTo>
                    <a:pt x="206" y="125"/>
                    <a:pt x="206" y="125"/>
                    <a:pt x="206" y="125"/>
                  </a:cubicBezTo>
                  <a:cubicBezTo>
                    <a:pt x="223" y="177"/>
                    <a:pt x="223" y="177"/>
                    <a:pt x="223" y="177"/>
                  </a:cubicBezTo>
                  <a:cubicBezTo>
                    <a:pt x="214" y="185"/>
                    <a:pt x="214" y="185"/>
                    <a:pt x="214" y="185"/>
                  </a:cubicBezTo>
                  <a:cubicBezTo>
                    <a:pt x="165" y="159"/>
                    <a:pt x="165" y="159"/>
                    <a:pt x="165" y="159"/>
                  </a:cubicBezTo>
                  <a:lnTo>
                    <a:pt x="175" y="151"/>
                  </a:lnTo>
                  <a:close/>
                  <a:moveTo>
                    <a:pt x="160" y="165"/>
                  </a:moveTo>
                  <a:cubicBezTo>
                    <a:pt x="197" y="201"/>
                    <a:pt x="197" y="201"/>
                    <a:pt x="197" y="201"/>
                  </a:cubicBezTo>
                  <a:cubicBezTo>
                    <a:pt x="189" y="209"/>
                    <a:pt x="189" y="209"/>
                    <a:pt x="189" y="209"/>
                  </a:cubicBezTo>
                  <a:cubicBezTo>
                    <a:pt x="152" y="174"/>
                    <a:pt x="152" y="174"/>
                    <a:pt x="152" y="174"/>
                  </a:cubicBezTo>
                  <a:lnTo>
                    <a:pt x="160" y="165"/>
                  </a:lnTo>
                  <a:close/>
                  <a:moveTo>
                    <a:pt x="121" y="211"/>
                  </a:moveTo>
                  <a:cubicBezTo>
                    <a:pt x="163" y="214"/>
                    <a:pt x="163" y="214"/>
                    <a:pt x="163" y="214"/>
                  </a:cubicBezTo>
                  <a:cubicBezTo>
                    <a:pt x="135" y="193"/>
                    <a:pt x="135" y="193"/>
                    <a:pt x="135" y="193"/>
                  </a:cubicBezTo>
                  <a:cubicBezTo>
                    <a:pt x="142" y="184"/>
                    <a:pt x="142" y="184"/>
                    <a:pt x="142" y="184"/>
                  </a:cubicBezTo>
                  <a:cubicBezTo>
                    <a:pt x="182" y="216"/>
                    <a:pt x="182" y="216"/>
                    <a:pt x="182" y="216"/>
                  </a:cubicBezTo>
                  <a:cubicBezTo>
                    <a:pt x="175" y="225"/>
                    <a:pt x="175" y="225"/>
                    <a:pt x="175" y="225"/>
                  </a:cubicBezTo>
                  <a:cubicBezTo>
                    <a:pt x="134" y="222"/>
                    <a:pt x="134" y="222"/>
                    <a:pt x="134" y="222"/>
                  </a:cubicBezTo>
                  <a:cubicBezTo>
                    <a:pt x="161" y="243"/>
                    <a:pt x="161" y="243"/>
                    <a:pt x="161" y="243"/>
                  </a:cubicBezTo>
                  <a:cubicBezTo>
                    <a:pt x="155" y="252"/>
                    <a:pt x="155" y="252"/>
                    <a:pt x="155" y="252"/>
                  </a:cubicBezTo>
                  <a:cubicBezTo>
                    <a:pt x="114" y="220"/>
                    <a:pt x="114" y="220"/>
                    <a:pt x="114" y="220"/>
                  </a:cubicBezTo>
                  <a:lnTo>
                    <a:pt x="121" y="211"/>
                  </a:lnTo>
                  <a:close/>
                  <a:moveTo>
                    <a:pt x="88" y="264"/>
                  </a:moveTo>
                  <a:cubicBezTo>
                    <a:pt x="112" y="278"/>
                    <a:pt x="112" y="278"/>
                    <a:pt x="112" y="278"/>
                  </a:cubicBezTo>
                  <a:cubicBezTo>
                    <a:pt x="116" y="280"/>
                    <a:pt x="119" y="281"/>
                    <a:pt x="120" y="281"/>
                  </a:cubicBezTo>
                  <a:cubicBezTo>
                    <a:pt x="122" y="282"/>
                    <a:pt x="124" y="282"/>
                    <a:pt x="126" y="281"/>
                  </a:cubicBezTo>
                  <a:cubicBezTo>
                    <a:pt x="128" y="280"/>
                    <a:pt x="130" y="278"/>
                    <a:pt x="132" y="275"/>
                  </a:cubicBezTo>
                  <a:cubicBezTo>
                    <a:pt x="133" y="272"/>
                    <a:pt x="134" y="270"/>
                    <a:pt x="134" y="268"/>
                  </a:cubicBezTo>
                  <a:cubicBezTo>
                    <a:pt x="134" y="266"/>
                    <a:pt x="133" y="264"/>
                    <a:pt x="131" y="263"/>
                  </a:cubicBezTo>
                  <a:cubicBezTo>
                    <a:pt x="130" y="262"/>
                    <a:pt x="127" y="260"/>
                    <a:pt x="124" y="258"/>
                  </a:cubicBezTo>
                  <a:cubicBezTo>
                    <a:pt x="99" y="244"/>
                    <a:pt x="99" y="244"/>
                    <a:pt x="99" y="244"/>
                  </a:cubicBezTo>
                  <a:cubicBezTo>
                    <a:pt x="104" y="234"/>
                    <a:pt x="104" y="234"/>
                    <a:pt x="104" y="234"/>
                  </a:cubicBezTo>
                  <a:cubicBezTo>
                    <a:pt x="128" y="248"/>
                    <a:pt x="128" y="248"/>
                    <a:pt x="128" y="248"/>
                  </a:cubicBezTo>
                  <a:cubicBezTo>
                    <a:pt x="134" y="251"/>
                    <a:pt x="137" y="253"/>
                    <a:pt x="139" y="255"/>
                  </a:cubicBezTo>
                  <a:cubicBezTo>
                    <a:pt x="141" y="257"/>
                    <a:pt x="142" y="259"/>
                    <a:pt x="143" y="261"/>
                  </a:cubicBezTo>
                  <a:cubicBezTo>
                    <a:pt x="144" y="263"/>
                    <a:pt x="144" y="266"/>
                    <a:pt x="144" y="269"/>
                  </a:cubicBezTo>
                  <a:cubicBezTo>
                    <a:pt x="143" y="272"/>
                    <a:pt x="142" y="275"/>
                    <a:pt x="140" y="279"/>
                  </a:cubicBezTo>
                  <a:cubicBezTo>
                    <a:pt x="137" y="284"/>
                    <a:pt x="134" y="287"/>
                    <a:pt x="132" y="289"/>
                  </a:cubicBezTo>
                  <a:cubicBezTo>
                    <a:pt x="130" y="291"/>
                    <a:pt x="127" y="292"/>
                    <a:pt x="125" y="293"/>
                  </a:cubicBezTo>
                  <a:cubicBezTo>
                    <a:pt x="123" y="293"/>
                    <a:pt x="120" y="293"/>
                    <a:pt x="118" y="293"/>
                  </a:cubicBezTo>
                  <a:cubicBezTo>
                    <a:pt x="115" y="292"/>
                    <a:pt x="111" y="290"/>
                    <a:pt x="106" y="287"/>
                  </a:cubicBezTo>
                  <a:cubicBezTo>
                    <a:pt x="82" y="274"/>
                    <a:pt x="82" y="274"/>
                    <a:pt x="82" y="274"/>
                  </a:cubicBezTo>
                  <a:lnTo>
                    <a:pt x="88" y="264"/>
                  </a:lnTo>
                  <a:close/>
                  <a:moveTo>
                    <a:pt x="45" y="402"/>
                  </a:moveTo>
                  <a:cubicBezTo>
                    <a:pt x="82" y="384"/>
                    <a:pt x="82" y="384"/>
                    <a:pt x="82" y="384"/>
                  </a:cubicBezTo>
                  <a:cubicBezTo>
                    <a:pt x="48" y="379"/>
                    <a:pt x="48" y="379"/>
                    <a:pt x="48" y="379"/>
                  </a:cubicBezTo>
                  <a:cubicBezTo>
                    <a:pt x="50" y="368"/>
                    <a:pt x="50" y="368"/>
                    <a:pt x="50" y="368"/>
                  </a:cubicBezTo>
                  <a:cubicBezTo>
                    <a:pt x="101" y="376"/>
                    <a:pt x="101" y="376"/>
                    <a:pt x="101" y="376"/>
                  </a:cubicBezTo>
                  <a:cubicBezTo>
                    <a:pt x="99" y="387"/>
                    <a:pt x="99" y="387"/>
                    <a:pt x="99" y="387"/>
                  </a:cubicBezTo>
                  <a:cubicBezTo>
                    <a:pt x="62" y="405"/>
                    <a:pt x="62" y="405"/>
                    <a:pt x="62" y="405"/>
                  </a:cubicBezTo>
                  <a:cubicBezTo>
                    <a:pt x="95" y="410"/>
                    <a:pt x="95" y="410"/>
                    <a:pt x="95" y="410"/>
                  </a:cubicBezTo>
                  <a:cubicBezTo>
                    <a:pt x="94" y="421"/>
                    <a:pt x="94" y="421"/>
                    <a:pt x="94" y="421"/>
                  </a:cubicBezTo>
                  <a:cubicBezTo>
                    <a:pt x="43" y="413"/>
                    <a:pt x="43" y="413"/>
                    <a:pt x="43" y="413"/>
                  </a:cubicBezTo>
                  <a:lnTo>
                    <a:pt x="45" y="402"/>
                  </a:lnTo>
                  <a:close/>
                  <a:moveTo>
                    <a:pt x="42" y="427"/>
                  </a:moveTo>
                  <a:cubicBezTo>
                    <a:pt x="94" y="430"/>
                    <a:pt x="94" y="430"/>
                    <a:pt x="94" y="430"/>
                  </a:cubicBezTo>
                  <a:cubicBezTo>
                    <a:pt x="93" y="441"/>
                    <a:pt x="93" y="441"/>
                    <a:pt x="93" y="441"/>
                  </a:cubicBezTo>
                  <a:cubicBezTo>
                    <a:pt x="42" y="439"/>
                    <a:pt x="42" y="439"/>
                    <a:pt x="42" y="439"/>
                  </a:cubicBezTo>
                  <a:lnTo>
                    <a:pt x="42" y="427"/>
                  </a:lnTo>
                  <a:close/>
                  <a:moveTo>
                    <a:pt x="43" y="487"/>
                  </a:moveTo>
                  <a:cubicBezTo>
                    <a:pt x="63" y="486"/>
                    <a:pt x="63" y="486"/>
                    <a:pt x="63" y="486"/>
                  </a:cubicBezTo>
                  <a:cubicBezTo>
                    <a:pt x="62" y="464"/>
                    <a:pt x="62" y="464"/>
                    <a:pt x="62" y="464"/>
                  </a:cubicBezTo>
                  <a:cubicBezTo>
                    <a:pt x="42" y="465"/>
                    <a:pt x="42" y="465"/>
                    <a:pt x="42" y="465"/>
                  </a:cubicBezTo>
                  <a:cubicBezTo>
                    <a:pt x="41" y="453"/>
                    <a:pt x="41" y="453"/>
                    <a:pt x="41" y="453"/>
                  </a:cubicBezTo>
                  <a:cubicBezTo>
                    <a:pt x="92" y="450"/>
                    <a:pt x="92" y="450"/>
                    <a:pt x="92" y="450"/>
                  </a:cubicBezTo>
                  <a:cubicBezTo>
                    <a:pt x="93" y="462"/>
                    <a:pt x="93" y="462"/>
                    <a:pt x="93" y="462"/>
                  </a:cubicBezTo>
                  <a:cubicBezTo>
                    <a:pt x="71" y="463"/>
                    <a:pt x="71" y="463"/>
                    <a:pt x="71" y="463"/>
                  </a:cubicBezTo>
                  <a:cubicBezTo>
                    <a:pt x="72" y="486"/>
                    <a:pt x="72" y="486"/>
                    <a:pt x="72" y="486"/>
                  </a:cubicBezTo>
                  <a:cubicBezTo>
                    <a:pt x="94" y="484"/>
                    <a:pt x="94" y="484"/>
                    <a:pt x="94" y="484"/>
                  </a:cubicBezTo>
                  <a:cubicBezTo>
                    <a:pt x="95" y="496"/>
                    <a:pt x="95" y="496"/>
                    <a:pt x="95" y="496"/>
                  </a:cubicBezTo>
                  <a:cubicBezTo>
                    <a:pt x="43" y="499"/>
                    <a:pt x="43" y="499"/>
                    <a:pt x="43" y="499"/>
                  </a:cubicBezTo>
                  <a:lnTo>
                    <a:pt x="43" y="487"/>
                  </a:lnTo>
                  <a:close/>
                  <a:moveTo>
                    <a:pt x="98" y="546"/>
                  </a:moveTo>
                  <a:cubicBezTo>
                    <a:pt x="95" y="551"/>
                    <a:pt x="89" y="555"/>
                    <a:pt x="81" y="557"/>
                  </a:cubicBezTo>
                  <a:cubicBezTo>
                    <a:pt x="73" y="559"/>
                    <a:pt x="66" y="558"/>
                    <a:pt x="60" y="554"/>
                  </a:cubicBezTo>
                  <a:cubicBezTo>
                    <a:pt x="54" y="550"/>
                    <a:pt x="51" y="544"/>
                    <a:pt x="49" y="536"/>
                  </a:cubicBezTo>
                  <a:cubicBezTo>
                    <a:pt x="48" y="529"/>
                    <a:pt x="48" y="523"/>
                    <a:pt x="51" y="518"/>
                  </a:cubicBezTo>
                  <a:cubicBezTo>
                    <a:pt x="53" y="515"/>
                    <a:pt x="55" y="513"/>
                    <a:pt x="59" y="511"/>
                  </a:cubicBezTo>
                  <a:cubicBezTo>
                    <a:pt x="64" y="521"/>
                    <a:pt x="64" y="521"/>
                    <a:pt x="64" y="521"/>
                  </a:cubicBezTo>
                  <a:cubicBezTo>
                    <a:pt x="61" y="523"/>
                    <a:pt x="60" y="524"/>
                    <a:pt x="58" y="527"/>
                  </a:cubicBezTo>
                  <a:cubicBezTo>
                    <a:pt x="57" y="529"/>
                    <a:pt x="57" y="532"/>
                    <a:pt x="58" y="535"/>
                  </a:cubicBezTo>
                  <a:cubicBezTo>
                    <a:pt x="59" y="539"/>
                    <a:pt x="61" y="542"/>
                    <a:pt x="64" y="544"/>
                  </a:cubicBezTo>
                  <a:cubicBezTo>
                    <a:pt x="67" y="546"/>
                    <a:pt x="72" y="547"/>
                    <a:pt x="78" y="545"/>
                  </a:cubicBezTo>
                  <a:cubicBezTo>
                    <a:pt x="84" y="544"/>
                    <a:pt x="89" y="542"/>
                    <a:pt x="91" y="539"/>
                  </a:cubicBezTo>
                  <a:cubicBezTo>
                    <a:pt x="93" y="536"/>
                    <a:pt x="94" y="532"/>
                    <a:pt x="93" y="528"/>
                  </a:cubicBezTo>
                  <a:cubicBezTo>
                    <a:pt x="92" y="525"/>
                    <a:pt x="91" y="522"/>
                    <a:pt x="89" y="521"/>
                  </a:cubicBezTo>
                  <a:cubicBezTo>
                    <a:pt x="86" y="519"/>
                    <a:pt x="83" y="518"/>
                    <a:pt x="79" y="518"/>
                  </a:cubicBezTo>
                  <a:cubicBezTo>
                    <a:pt x="80" y="506"/>
                    <a:pt x="80" y="506"/>
                    <a:pt x="80" y="506"/>
                  </a:cubicBezTo>
                  <a:cubicBezTo>
                    <a:pt x="86" y="507"/>
                    <a:pt x="91" y="509"/>
                    <a:pt x="94" y="512"/>
                  </a:cubicBezTo>
                  <a:cubicBezTo>
                    <a:pt x="98" y="515"/>
                    <a:pt x="100" y="520"/>
                    <a:pt x="101" y="526"/>
                  </a:cubicBezTo>
                  <a:cubicBezTo>
                    <a:pt x="103" y="533"/>
                    <a:pt x="102" y="540"/>
                    <a:pt x="98" y="546"/>
                  </a:cubicBezTo>
                  <a:close/>
                  <a:moveTo>
                    <a:pt x="115" y="330"/>
                  </a:moveTo>
                  <a:cubicBezTo>
                    <a:pt x="102" y="331"/>
                    <a:pt x="102" y="331"/>
                    <a:pt x="102" y="331"/>
                  </a:cubicBezTo>
                  <a:cubicBezTo>
                    <a:pt x="95" y="353"/>
                    <a:pt x="95" y="353"/>
                    <a:pt x="95" y="353"/>
                  </a:cubicBezTo>
                  <a:cubicBezTo>
                    <a:pt x="105" y="361"/>
                    <a:pt x="105" y="361"/>
                    <a:pt x="105" y="361"/>
                  </a:cubicBezTo>
                  <a:cubicBezTo>
                    <a:pt x="101" y="373"/>
                    <a:pt x="101" y="373"/>
                    <a:pt x="101" y="373"/>
                  </a:cubicBezTo>
                  <a:cubicBezTo>
                    <a:pt x="59" y="336"/>
                    <a:pt x="59" y="336"/>
                    <a:pt x="59" y="336"/>
                  </a:cubicBezTo>
                  <a:cubicBezTo>
                    <a:pt x="62" y="324"/>
                    <a:pt x="62" y="324"/>
                    <a:pt x="62" y="324"/>
                  </a:cubicBezTo>
                  <a:cubicBezTo>
                    <a:pt x="118" y="318"/>
                    <a:pt x="118" y="318"/>
                    <a:pt x="118" y="318"/>
                  </a:cubicBezTo>
                  <a:lnTo>
                    <a:pt x="115" y="330"/>
                  </a:lnTo>
                  <a:close/>
                  <a:moveTo>
                    <a:pt x="252" y="762"/>
                  </a:moveTo>
                  <a:cubicBezTo>
                    <a:pt x="252" y="763"/>
                    <a:pt x="251" y="764"/>
                    <a:pt x="250" y="764"/>
                  </a:cubicBezTo>
                  <a:cubicBezTo>
                    <a:pt x="248" y="765"/>
                    <a:pt x="239" y="763"/>
                    <a:pt x="238" y="764"/>
                  </a:cubicBezTo>
                  <a:cubicBezTo>
                    <a:pt x="233" y="764"/>
                    <a:pt x="232" y="764"/>
                    <a:pt x="231" y="766"/>
                  </a:cubicBezTo>
                  <a:cubicBezTo>
                    <a:pt x="231" y="767"/>
                    <a:pt x="231" y="770"/>
                    <a:pt x="229" y="770"/>
                  </a:cubicBezTo>
                  <a:cubicBezTo>
                    <a:pt x="227" y="769"/>
                    <a:pt x="222" y="768"/>
                    <a:pt x="219" y="768"/>
                  </a:cubicBezTo>
                  <a:cubicBezTo>
                    <a:pt x="218" y="768"/>
                    <a:pt x="217" y="768"/>
                    <a:pt x="216" y="768"/>
                  </a:cubicBezTo>
                  <a:cubicBezTo>
                    <a:pt x="205" y="781"/>
                    <a:pt x="197" y="792"/>
                    <a:pt x="185" y="804"/>
                  </a:cubicBezTo>
                  <a:cubicBezTo>
                    <a:pt x="185" y="804"/>
                    <a:pt x="183" y="805"/>
                    <a:pt x="183" y="805"/>
                  </a:cubicBezTo>
                  <a:cubicBezTo>
                    <a:pt x="191" y="792"/>
                    <a:pt x="199" y="779"/>
                    <a:pt x="208" y="766"/>
                  </a:cubicBezTo>
                  <a:cubicBezTo>
                    <a:pt x="209" y="764"/>
                    <a:pt x="208" y="763"/>
                    <a:pt x="208" y="763"/>
                  </a:cubicBezTo>
                  <a:cubicBezTo>
                    <a:pt x="207" y="761"/>
                    <a:pt x="210" y="758"/>
                    <a:pt x="212" y="758"/>
                  </a:cubicBezTo>
                  <a:cubicBezTo>
                    <a:pt x="212" y="758"/>
                    <a:pt x="213" y="758"/>
                    <a:pt x="214" y="758"/>
                  </a:cubicBezTo>
                  <a:cubicBezTo>
                    <a:pt x="219" y="750"/>
                    <a:pt x="219" y="750"/>
                    <a:pt x="221" y="747"/>
                  </a:cubicBezTo>
                  <a:cubicBezTo>
                    <a:pt x="219" y="746"/>
                    <a:pt x="211" y="743"/>
                    <a:pt x="213" y="741"/>
                  </a:cubicBezTo>
                  <a:cubicBezTo>
                    <a:pt x="214" y="741"/>
                    <a:pt x="216" y="741"/>
                    <a:pt x="218" y="741"/>
                  </a:cubicBezTo>
                  <a:cubicBezTo>
                    <a:pt x="220" y="742"/>
                    <a:pt x="222" y="742"/>
                    <a:pt x="223" y="743"/>
                  </a:cubicBezTo>
                  <a:cubicBezTo>
                    <a:pt x="227" y="739"/>
                    <a:pt x="229" y="736"/>
                    <a:pt x="231" y="731"/>
                  </a:cubicBezTo>
                  <a:cubicBezTo>
                    <a:pt x="231" y="730"/>
                    <a:pt x="234" y="726"/>
                    <a:pt x="233" y="726"/>
                  </a:cubicBezTo>
                  <a:cubicBezTo>
                    <a:pt x="233" y="724"/>
                    <a:pt x="233" y="724"/>
                    <a:pt x="233" y="723"/>
                  </a:cubicBezTo>
                  <a:cubicBezTo>
                    <a:pt x="237" y="725"/>
                    <a:pt x="239" y="727"/>
                    <a:pt x="239" y="731"/>
                  </a:cubicBezTo>
                  <a:cubicBezTo>
                    <a:pt x="239" y="731"/>
                    <a:pt x="239" y="734"/>
                    <a:pt x="239" y="735"/>
                  </a:cubicBezTo>
                  <a:cubicBezTo>
                    <a:pt x="236" y="738"/>
                    <a:pt x="234" y="742"/>
                    <a:pt x="231" y="745"/>
                  </a:cubicBezTo>
                  <a:cubicBezTo>
                    <a:pt x="232" y="746"/>
                    <a:pt x="233" y="746"/>
                    <a:pt x="234" y="746"/>
                  </a:cubicBezTo>
                  <a:cubicBezTo>
                    <a:pt x="237" y="748"/>
                    <a:pt x="239" y="748"/>
                    <a:pt x="242" y="750"/>
                  </a:cubicBezTo>
                  <a:cubicBezTo>
                    <a:pt x="243" y="749"/>
                    <a:pt x="244" y="750"/>
                    <a:pt x="244" y="749"/>
                  </a:cubicBezTo>
                  <a:cubicBezTo>
                    <a:pt x="252" y="753"/>
                    <a:pt x="253" y="761"/>
                    <a:pt x="252" y="762"/>
                  </a:cubicBezTo>
                  <a:close/>
                  <a:moveTo>
                    <a:pt x="189" y="735"/>
                  </a:moveTo>
                  <a:cubicBezTo>
                    <a:pt x="192" y="737"/>
                    <a:pt x="195" y="739"/>
                    <a:pt x="196" y="742"/>
                  </a:cubicBezTo>
                  <a:cubicBezTo>
                    <a:pt x="197" y="743"/>
                    <a:pt x="201" y="748"/>
                    <a:pt x="203" y="754"/>
                  </a:cubicBezTo>
                  <a:cubicBezTo>
                    <a:pt x="204" y="757"/>
                    <a:pt x="205" y="758"/>
                    <a:pt x="204" y="761"/>
                  </a:cubicBezTo>
                  <a:cubicBezTo>
                    <a:pt x="199" y="758"/>
                    <a:pt x="200" y="757"/>
                    <a:pt x="198" y="752"/>
                  </a:cubicBezTo>
                  <a:cubicBezTo>
                    <a:pt x="198" y="750"/>
                    <a:pt x="197" y="748"/>
                    <a:pt x="193" y="744"/>
                  </a:cubicBezTo>
                  <a:cubicBezTo>
                    <a:pt x="193" y="742"/>
                    <a:pt x="189" y="738"/>
                    <a:pt x="189" y="735"/>
                  </a:cubicBezTo>
                  <a:close/>
                  <a:moveTo>
                    <a:pt x="262" y="820"/>
                  </a:moveTo>
                  <a:cubicBezTo>
                    <a:pt x="262" y="818"/>
                    <a:pt x="260" y="817"/>
                    <a:pt x="260" y="815"/>
                  </a:cubicBezTo>
                  <a:cubicBezTo>
                    <a:pt x="266" y="807"/>
                    <a:pt x="274" y="789"/>
                    <a:pt x="281" y="779"/>
                  </a:cubicBezTo>
                  <a:cubicBezTo>
                    <a:pt x="282" y="777"/>
                    <a:pt x="283" y="776"/>
                    <a:pt x="284" y="776"/>
                  </a:cubicBezTo>
                  <a:cubicBezTo>
                    <a:pt x="284" y="777"/>
                    <a:pt x="285" y="777"/>
                    <a:pt x="283" y="781"/>
                  </a:cubicBezTo>
                  <a:cubicBezTo>
                    <a:pt x="283" y="782"/>
                    <a:pt x="263" y="819"/>
                    <a:pt x="265" y="821"/>
                  </a:cubicBezTo>
                  <a:cubicBezTo>
                    <a:pt x="263" y="821"/>
                    <a:pt x="263" y="821"/>
                    <a:pt x="262" y="820"/>
                  </a:cubicBezTo>
                  <a:close/>
                  <a:moveTo>
                    <a:pt x="289" y="829"/>
                  </a:moveTo>
                  <a:cubicBezTo>
                    <a:pt x="288" y="830"/>
                    <a:pt x="288" y="830"/>
                    <a:pt x="287" y="830"/>
                  </a:cubicBezTo>
                  <a:cubicBezTo>
                    <a:pt x="286" y="830"/>
                    <a:pt x="284" y="829"/>
                    <a:pt x="282" y="828"/>
                  </a:cubicBezTo>
                  <a:cubicBezTo>
                    <a:pt x="280" y="826"/>
                    <a:pt x="275" y="818"/>
                    <a:pt x="276" y="816"/>
                  </a:cubicBezTo>
                  <a:cubicBezTo>
                    <a:pt x="276" y="816"/>
                    <a:pt x="276" y="816"/>
                    <a:pt x="276" y="816"/>
                  </a:cubicBezTo>
                  <a:cubicBezTo>
                    <a:pt x="278" y="822"/>
                    <a:pt x="286" y="820"/>
                    <a:pt x="294" y="818"/>
                  </a:cubicBezTo>
                  <a:cubicBezTo>
                    <a:pt x="300" y="816"/>
                    <a:pt x="305" y="813"/>
                    <a:pt x="305" y="812"/>
                  </a:cubicBezTo>
                  <a:cubicBezTo>
                    <a:pt x="305" y="811"/>
                    <a:pt x="305" y="810"/>
                    <a:pt x="304" y="809"/>
                  </a:cubicBezTo>
                  <a:cubicBezTo>
                    <a:pt x="304" y="810"/>
                    <a:pt x="301" y="811"/>
                    <a:pt x="297" y="812"/>
                  </a:cubicBezTo>
                  <a:cubicBezTo>
                    <a:pt x="288" y="814"/>
                    <a:pt x="275" y="816"/>
                    <a:pt x="273" y="815"/>
                  </a:cubicBezTo>
                  <a:cubicBezTo>
                    <a:pt x="270" y="814"/>
                    <a:pt x="270" y="813"/>
                    <a:pt x="273" y="809"/>
                  </a:cubicBezTo>
                  <a:cubicBezTo>
                    <a:pt x="279" y="807"/>
                    <a:pt x="290" y="805"/>
                    <a:pt x="297" y="802"/>
                  </a:cubicBezTo>
                  <a:cubicBezTo>
                    <a:pt x="297" y="801"/>
                    <a:pt x="299" y="801"/>
                    <a:pt x="298" y="799"/>
                  </a:cubicBezTo>
                  <a:cubicBezTo>
                    <a:pt x="295" y="800"/>
                    <a:pt x="286" y="801"/>
                    <a:pt x="284" y="801"/>
                  </a:cubicBezTo>
                  <a:cubicBezTo>
                    <a:pt x="281" y="798"/>
                    <a:pt x="283" y="795"/>
                    <a:pt x="284" y="792"/>
                  </a:cubicBezTo>
                  <a:cubicBezTo>
                    <a:pt x="285" y="792"/>
                    <a:pt x="284" y="792"/>
                    <a:pt x="285" y="792"/>
                  </a:cubicBezTo>
                  <a:cubicBezTo>
                    <a:pt x="287" y="794"/>
                    <a:pt x="294" y="792"/>
                    <a:pt x="295" y="791"/>
                  </a:cubicBezTo>
                  <a:cubicBezTo>
                    <a:pt x="294" y="789"/>
                    <a:pt x="292" y="784"/>
                    <a:pt x="293" y="785"/>
                  </a:cubicBezTo>
                  <a:cubicBezTo>
                    <a:pt x="295" y="786"/>
                    <a:pt x="295" y="787"/>
                    <a:pt x="298" y="787"/>
                  </a:cubicBezTo>
                  <a:cubicBezTo>
                    <a:pt x="298" y="787"/>
                    <a:pt x="299" y="787"/>
                    <a:pt x="298" y="787"/>
                  </a:cubicBezTo>
                  <a:cubicBezTo>
                    <a:pt x="297" y="786"/>
                    <a:pt x="295" y="785"/>
                    <a:pt x="295" y="784"/>
                  </a:cubicBezTo>
                  <a:cubicBezTo>
                    <a:pt x="296" y="782"/>
                    <a:pt x="298" y="782"/>
                    <a:pt x="299" y="783"/>
                  </a:cubicBezTo>
                  <a:cubicBezTo>
                    <a:pt x="301" y="784"/>
                    <a:pt x="308" y="789"/>
                    <a:pt x="308" y="789"/>
                  </a:cubicBezTo>
                  <a:cubicBezTo>
                    <a:pt x="309" y="790"/>
                    <a:pt x="309" y="790"/>
                    <a:pt x="309" y="790"/>
                  </a:cubicBezTo>
                  <a:cubicBezTo>
                    <a:pt x="310" y="791"/>
                    <a:pt x="310" y="792"/>
                    <a:pt x="310" y="793"/>
                  </a:cubicBezTo>
                  <a:cubicBezTo>
                    <a:pt x="310" y="796"/>
                    <a:pt x="308" y="797"/>
                    <a:pt x="305" y="797"/>
                  </a:cubicBezTo>
                  <a:cubicBezTo>
                    <a:pt x="306" y="802"/>
                    <a:pt x="306" y="806"/>
                    <a:pt x="309" y="811"/>
                  </a:cubicBezTo>
                  <a:cubicBezTo>
                    <a:pt x="311" y="809"/>
                    <a:pt x="313" y="809"/>
                    <a:pt x="313" y="808"/>
                  </a:cubicBezTo>
                  <a:cubicBezTo>
                    <a:pt x="316" y="810"/>
                    <a:pt x="317" y="811"/>
                    <a:pt x="317" y="814"/>
                  </a:cubicBezTo>
                  <a:cubicBezTo>
                    <a:pt x="315" y="818"/>
                    <a:pt x="310" y="817"/>
                    <a:pt x="309" y="819"/>
                  </a:cubicBezTo>
                  <a:cubicBezTo>
                    <a:pt x="308" y="823"/>
                    <a:pt x="309" y="831"/>
                    <a:pt x="307" y="834"/>
                  </a:cubicBezTo>
                  <a:cubicBezTo>
                    <a:pt x="307" y="835"/>
                    <a:pt x="306" y="835"/>
                    <a:pt x="305" y="834"/>
                  </a:cubicBezTo>
                  <a:cubicBezTo>
                    <a:pt x="304" y="831"/>
                    <a:pt x="305" y="824"/>
                    <a:pt x="305" y="820"/>
                  </a:cubicBezTo>
                  <a:cubicBezTo>
                    <a:pt x="303" y="821"/>
                    <a:pt x="299" y="823"/>
                    <a:pt x="295" y="823"/>
                  </a:cubicBezTo>
                  <a:cubicBezTo>
                    <a:pt x="295" y="824"/>
                    <a:pt x="295" y="824"/>
                    <a:pt x="295" y="825"/>
                  </a:cubicBezTo>
                  <a:cubicBezTo>
                    <a:pt x="297" y="826"/>
                    <a:pt x="297" y="827"/>
                    <a:pt x="298" y="828"/>
                  </a:cubicBezTo>
                  <a:cubicBezTo>
                    <a:pt x="298" y="829"/>
                    <a:pt x="296" y="830"/>
                    <a:pt x="296" y="831"/>
                  </a:cubicBezTo>
                  <a:cubicBezTo>
                    <a:pt x="295" y="831"/>
                    <a:pt x="293" y="830"/>
                    <a:pt x="291" y="829"/>
                  </a:cubicBezTo>
                  <a:cubicBezTo>
                    <a:pt x="290" y="829"/>
                    <a:pt x="289" y="829"/>
                    <a:pt x="289" y="829"/>
                  </a:cubicBezTo>
                  <a:close/>
                  <a:moveTo>
                    <a:pt x="317" y="787"/>
                  </a:moveTo>
                  <a:cubicBezTo>
                    <a:pt x="317" y="785"/>
                    <a:pt x="319" y="786"/>
                    <a:pt x="320" y="786"/>
                  </a:cubicBezTo>
                  <a:cubicBezTo>
                    <a:pt x="323" y="788"/>
                    <a:pt x="325" y="789"/>
                    <a:pt x="326" y="794"/>
                  </a:cubicBezTo>
                  <a:cubicBezTo>
                    <a:pt x="326" y="795"/>
                    <a:pt x="326" y="796"/>
                    <a:pt x="325" y="798"/>
                  </a:cubicBezTo>
                  <a:cubicBezTo>
                    <a:pt x="323" y="798"/>
                    <a:pt x="319" y="798"/>
                    <a:pt x="319" y="795"/>
                  </a:cubicBezTo>
                  <a:cubicBezTo>
                    <a:pt x="318" y="793"/>
                    <a:pt x="316" y="788"/>
                    <a:pt x="317" y="787"/>
                  </a:cubicBezTo>
                  <a:close/>
                  <a:moveTo>
                    <a:pt x="341" y="802"/>
                  </a:moveTo>
                  <a:cubicBezTo>
                    <a:pt x="334" y="803"/>
                    <a:pt x="319" y="845"/>
                    <a:pt x="312" y="854"/>
                  </a:cubicBezTo>
                  <a:cubicBezTo>
                    <a:pt x="308" y="861"/>
                    <a:pt x="306" y="861"/>
                    <a:pt x="303" y="858"/>
                  </a:cubicBezTo>
                  <a:cubicBezTo>
                    <a:pt x="299" y="854"/>
                    <a:pt x="294" y="836"/>
                    <a:pt x="295" y="832"/>
                  </a:cubicBezTo>
                  <a:cubicBezTo>
                    <a:pt x="296" y="833"/>
                    <a:pt x="297" y="836"/>
                    <a:pt x="297" y="837"/>
                  </a:cubicBezTo>
                  <a:cubicBezTo>
                    <a:pt x="298" y="836"/>
                    <a:pt x="297" y="836"/>
                    <a:pt x="298" y="835"/>
                  </a:cubicBezTo>
                  <a:cubicBezTo>
                    <a:pt x="299" y="838"/>
                    <a:pt x="303" y="846"/>
                    <a:pt x="304" y="847"/>
                  </a:cubicBezTo>
                  <a:cubicBezTo>
                    <a:pt x="307" y="849"/>
                    <a:pt x="308" y="844"/>
                    <a:pt x="310" y="842"/>
                  </a:cubicBezTo>
                  <a:cubicBezTo>
                    <a:pt x="314" y="834"/>
                    <a:pt x="325" y="807"/>
                    <a:pt x="329" y="799"/>
                  </a:cubicBezTo>
                  <a:cubicBezTo>
                    <a:pt x="332" y="794"/>
                    <a:pt x="334" y="789"/>
                    <a:pt x="331" y="786"/>
                  </a:cubicBezTo>
                  <a:cubicBezTo>
                    <a:pt x="320" y="780"/>
                    <a:pt x="306" y="784"/>
                    <a:pt x="296" y="778"/>
                  </a:cubicBezTo>
                  <a:cubicBezTo>
                    <a:pt x="296" y="778"/>
                    <a:pt x="296" y="778"/>
                    <a:pt x="296" y="778"/>
                  </a:cubicBezTo>
                  <a:cubicBezTo>
                    <a:pt x="302" y="776"/>
                    <a:pt x="328" y="782"/>
                    <a:pt x="328" y="782"/>
                  </a:cubicBezTo>
                  <a:cubicBezTo>
                    <a:pt x="336" y="784"/>
                    <a:pt x="346" y="792"/>
                    <a:pt x="341" y="802"/>
                  </a:cubicBezTo>
                  <a:close/>
                  <a:moveTo>
                    <a:pt x="365" y="858"/>
                  </a:moveTo>
                  <a:cubicBezTo>
                    <a:pt x="365" y="858"/>
                    <a:pt x="363" y="859"/>
                    <a:pt x="362" y="859"/>
                  </a:cubicBezTo>
                  <a:cubicBezTo>
                    <a:pt x="362" y="859"/>
                    <a:pt x="362" y="860"/>
                    <a:pt x="360" y="861"/>
                  </a:cubicBezTo>
                  <a:cubicBezTo>
                    <a:pt x="360" y="861"/>
                    <a:pt x="358" y="862"/>
                    <a:pt x="356" y="861"/>
                  </a:cubicBezTo>
                  <a:cubicBezTo>
                    <a:pt x="356" y="861"/>
                    <a:pt x="355" y="860"/>
                    <a:pt x="354" y="860"/>
                  </a:cubicBezTo>
                  <a:cubicBezTo>
                    <a:pt x="354" y="860"/>
                    <a:pt x="352" y="859"/>
                    <a:pt x="351" y="859"/>
                  </a:cubicBezTo>
                  <a:cubicBezTo>
                    <a:pt x="351" y="859"/>
                    <a:pt x="349" y="859"/>
                    <a:pt x="352" y="858"/>
                  </a:cubicBezTo>
                  <a:cubicBezTo>
                    <a:pt x="352" y="858"/>
                    <a:pt x="352" y="857"/>
                    <a:pt x="353" y="857"/>
                  </a:cubicBezTo>
                  <a:cubicBezTo>
                    <a:pt x="353" y="857"/>
                    <a:pt x="354" y="857"/>
                    <a:pt x="354" y="857"/>
                  </a:cubicBezTo>
                  <a:cubicBezTo>
                    <a:pt x="354" y="857"/>
                    <a:pt x="354" y="856"/>
                    <a:pt x="355" y="857"/>
                  </a:cubicBezTo>
                  <a:cubicBezTo>
                    <a:pt x="355" y="857"/>
                    <a:pt x="356" y="858"/>
                    <a:pt x="357" y="855"/>
                  </a:cubicBezTo>
                  <a:cubicBezTo>
                    <a:pt x="357" y="855"/>
                    <a:pt x="357" y="855"/>
                    <a:pt x="358" y="855"/>
                  </a:cubicBezTo>
                  <a:cubicBezTo>
                    <a:pt x="358" y="855"/>
                    <a:pt x="362" y="853"/>
                    <a:pt x="371" y="847"/>
                  </a:cubicBezTo>
                  <a:cubicBezTo>
                    <a:pt x="371" y="847"/>
                    <a:pt x="379" y="842"/>
                    <a:pt x="384" y="837"/>
                  </a:cubicBezTo>
                  <a:cubicBezTo>
                    <a:pt x="384" y="837"/>
                    <a:pt x="388" y="834"/>
                    <a:pt x="393" y="830"/>
                  </a:cubicBezTo>
                  <a:cubicBezTo>
                    <a:pt x="393" y="830"/>
                    <a:pt x="406" y="820"/>
                    <a:pt x="408" y="817"/>
                  </a:cubicBezTo>
                  <a:cubicBezTo>
                    <a:pt x="408" y="817"/>
                    <a:pt x="399" y="812"/>
                    <a:pt x="400" y="808"/>
                  </a:cubicBezTo>
                  <a:cubicBezTo>
                    <a:pt x="400" y="808"/>
                    <a:pt x="401" y="806"/>
                    <a:pt x="402" y="808"/>
                  </a:cubicBezTo>
                  <a:cubicBezTo>
                    <a:pt x="402" y="808"/>
                    <a:pt x="406" y="811"/>
                    <a:pt x="413" y="810"/>
                  </a:cubicBezTo>
                  <a:cubicBezTo>
                    <a:pt x="413" y="810"/>
                    <a:pt x="416" y="810"/>
                    <a:pt x="420" y="807"/>
                  </a:cubicBezTo>
                  <a:cubicBezTo>
                    <a:pt x="420" y="807"/>
                    <a:pt x="425" y="806"/>
                    <a:pt x="427" y="815"/>
                  </a:cubicBezTo>
                  <a:cubicBezTo>
                    <a:pt x="427" y="815"/>
                    <a:pt x="427" y="819"/>
                    <a:pt x="425" y="818"/>
                  </a:cubicBezTo>
                  <a:cubicBezTo>
                    <a:pt x="425" y="818"/>
                    <a:pt x="422" y="818"/>
                    <a:pt x="419" y="819"/>
                  </a:cubicBezTo>
                  <a:cubicBezTo>
                    <a:pt x="419" y="819"/>
                    <a:pt x="418" y="818"/>
                    <a:pt x="416" y="820"/>
                  </a:cubicBezTo>
                  <a:cubicBezTo>
                    <a:pt x="416" y="820"/>
                    <a:pt x="410" y="826"/>
                    <a:pt x="397" y="834"/>
                  </a:cubicBezTo>
                  <a:cubicBezTo>
                    <a:pt x="397" y="834"/>
                    <a:pt x="390" y="839"/>
                    <a:pt x="381" y="848"/>
                  </a:cubicBezTo>
                  <a:cubicBezTo>
                    <a:pt x="381" y="848"/>
                    <a:pt x="374" y="854"/>
                    <a:pt x="365" y="858"/>
                  </a:cubicBezTo>
                  <a:close/>
                  <a:moveTo>
                    <a:pt x="430" y="858"/>
                  </a:moveTo>
                  <a:cubicBezTo>
                    <a:pt x="430" y="858"/>
                    <a:pt x="430" y="859"/>
                    <a:pt x="430" y="860"/>
                  </a:cubicBezTo>
                  <a:cubicBezTo>
                    <a:pt x="430" y="860"/>
                    <a:pt x="430" y="862"/>
                    <a:pt x="427" y="862"/>
                  </a:cubicBezTo>
                  <a:cubicBezTo>
                    <a:pt x="427" y="862"/>
                    <a:pt x="420" y="864"/>
                    <a:pt x="419" y="866"/>
                  </a:cubicBezTo>
                  <a:cubicBezTo>
                    <a:pt x="419" y="866"/>
                    <a:pt x="415" y="869"/>
                    <a:pt x="416" y="872"/>
                  </a:cubicBezTo>
                  <a:cubicBezTo>
                    <a:pt x="416" y="872"/>
                    <a:pt x="416" y="874"/>
                    <a:pt x="413" y="875"/>
                  </a:cubicBezTo>
                  <a:cubicBezTo>
                    <a:pt x="413" y="875"/>
                    <a:pt x="411" y="875"/>
                    <a:pt x="409" y="875"/>
                  </a:cubicBezTo>
                  <a:cubicBezTo>
                    <a:pt x="409" y="875"/>
                    <a:pt x="407" y="873"/>
                    <a:pt x="404" y="875"/>
                  </a:cubicBezTo>
                  <a:cubicBezTo>
                    <a:pt x="404" y="875"/>
                    <a:pt x="404" y="876"/>
                    <a:pt x="402" y="875"/>
                  </a:cubicBezTo>
                  <a:cubicBezTo>
                    <a:pt x="402" y="875"/>
                    <a:pt x="402" y="874"/>
                    <a:pt x="401" y="874"/>
                  </a:cubicBezTo>
                  <a:cubicBezTo>
                    <a:pt x="401" y="874"/>
                    <a:pt x="400" y="873"/>
                    <a:pt x="400" y="872"/>
                  </a:cubicBezTo>
                  <a:cubicBezTo>
                    <a:pt x="400" y="872"/>
                    <a:pt x="400" y="870"/>
                    <a:pt x="398" y="869"/>
                  </a:cubicBezTo>
                  <a:cubicBezTo>
                    <a:pt x="398" y="869"/>
                    <a:pt x="397" y="869"/>
                    <a:pt x="397" y="867"/>
                  </a:cubicBezTo>
                  <a:cubicBezTo>
                    <a:pt x="397" y="867"/>
                    <a:pt x="396" y="861"/>
                    <a:pt x="395" y="858"/>
                  </a:cubicBezTo>
                  <a:cubicBezTo>
                    <a:pt x="395" y="858"/>
                    <a:pt x="394" y="855"/>
                    <a:pt x="391" y="854"/>
                  </a:cubicBezTo>
                  <a:cubicBezTo>
                    <a:pt x="391" y="854"/>
                    <a:pt x="387" y="848"/>
                    <a:pt x="389" y="848"/>
                  </a:cubicBezTo>
                  <a:cubicBezTo>
                    <a:pt x="389" y="848"/>
                    <a:pt x="393" y="848"/>
                    <a:pt x="396" y="854"/>
                  </a:cubicBezTo>
                  <a:cubicBezTo>
                    <a:pt x="396" y="854"/>
                    <a:pt x="396" y="856"/>
                    <a:pt x="396" y="858"/>
                  </a:cubicBezTo>
                  <a:cubicBezTo>
                    <a:pt x="396" y="858"/>
                    <a:pt x="397" y="859"/>
                    <a:pt x="399" y="866"/>
                  </a:cubicBezTo>
                  <a:cubicBezTo>
                    <a:pt x="399" y="866"/>
                    <a:pt x="400" y="867"/>
                    <a:pt x="400" y="865"/>
                  </a:cubicBezTo>
                  <a:cubicBezTo>
                    <a:pt x="402" y="863"/>
                    <a:pt x="402" y="863"/>
                    <a:pt x="402" y="863"/>
                  </a:cubicBezTo>
                  <a:cubicBezTo>
                    <a:pt x="402" y="863"/>
                    <a:pt x="403" y="861"/>
                    <a:pt x="404" y="862"/>
                  </a:cubicBezTo>
                  <a:cubicBezTo>
                    <a:pt x="404" y="862"/>
                    <a:pt x="404" y="863"/>
                    <a:pt x="405" y="862"/>
                  </a:cubicBezTo>
                  <a:cubicBezTo>
                    <a:pt x="405" y="862"/>
                    <a:pt x="408" y="860"/>
                    <a:pt x="410" y="858"/>
                  </a:cubicBezTo>
                  <a:cubicBezTo>
                    <a:pt x="410" y="858"/>
                    <a:pt x="413" y="856"/>
                    <a:pt x="412" y="855"/>
                  </a:cubicBezTo>
                  <a:cubicBezTo>
                    <a:pt x="412" y="855"/>
                    <a:pt x="409" y="851"/>
                    <a:pt x="408" y="850"/>
                  </a:cubicBezTo>
                  <a:cubicBezTo>
                    <a:pt x="408" y="850"/>
                    <a:pt x="405" y="848"/>
                    <a:pt x="407" y="848"/>
                  </a:cubicBezTo>
                  <a:cubicBezTo>
                    <a:pt x="407" y="848"/>
                    <a:pt x="408" y="848"/>
                    <a:pt x="411" y="849"/>
                  </a:cubicBezTo>
                  <a:cubicBezTo>
                    <a:pt x="411" y="849"/>
                    <a:pt x="417" y="850"/>
                    <a:pt x="419" y="848"/>
                  </a:cubicBezTo>
                  <a:cubicBezTo>
                    <a:pt x="419" y="848"/>
                    <a:pt x="419" y="846"/>
                    <a:pt x="421" y="847"/>
                  </a:cubicBezTo>
                  <a:cubicBezTo>
                    <a:pt x="421" y="847"/>
                    <a:pt x="424" y="850"/>
                    <a:pt x="425" y="850"/>
                  </a:cubicBezTo>
                  <a:cubicBezTo>
                    <a:pt x="425" y="850"/>
                    <a:pt x="431" y="852"/>
                    <a:pt x="430" y="858"/>
                  </a:cubicBezTo>
                  <a:close/>
                  <a:moveTo>
                    <a:pt x="485" y="876"/>
                  </a:moveTo>
                  <a:cubicBezTo>
                    <a:pt x="485" y="876"/>
                    <a:pt x="485" y="878"/>
                    <a:pt x="483" y="877"/>
                  </a:cubicBezTo>
                  <a:cubicBezTo>
                    <a:pt x="483" y="877"/>
                    <a:pt x="477" y="874"/>
                    <a:pt x="475" y="866"/>
                  </a:cubicBezTo>
                  <a:cubicBezTo>
                    <a:pt x="475" y="866"/>
                    <a:pt x="473" y="857"/>
                    <a:pt x="473" y="856"/>
                  </a:cubicBezTo>
                  <a:cubicBezTo>
                    <a:pt x="473" y="856"/>
                    <a:pt x="473" y="856"/>
                    <a:pt x="473" y="854"/>
                  </a:cubicBezTo>
                  <a:cubicBezTo>
                    <a:pt x="472" y="848"/>
                    <a:pt x="472" y="848"/>
                    <a:pt x="472" y="848"/>
                  </a:cubicBezTo>
                  <a:cubicBezTo>
                    <a:pt x="472" y="848"/>
                    <a:pt x="472" y="848"/>
                    <a:pt x="473" y="847"/>
                  </a:cubicBezTo>
                  <a:cubicBezTo>
                    <a:pt x="473" y="847"/>
                    <a:pt x="472" y="846"/>
                    <a:pt x="473" y="845"/>
                  </a:cubicBezTo>
                  <a:cubicBezTo>
                    <a:pt x="473" y="845"/>
                    <a:pt x="473" y="845"/>
                    <a:pt x="473" y="845"/>
                  </a:cubicBezTo>
                  <a:cubicBezTo>
                    <a:pt x="473" y="845"/>
                    <a:pt x="473" y="842"/>
                    <a:pt x="474" y="843"/>
                  </a:cubicBezTo>
                  <a:cubicBezTo>
                    <a:pt x="474" y="843"/>
                    <a:pt x="475" y="844"/>
                    <a:pt x="474" y="846"/>
                  </a:cubicBezTo>
                  <a:cubicBezTo>
                    <a:pt x="474" y="846"/>
                    <a:pt x="473" y="848"/>
                    <a:pt x="477" y="855"/>
                  </a:cubicBezTo>
                  <a:cubicBezTo>
                    <a:pt x="477" y="855"/>
                    <a:pt x="478" y="856"/>
                    <a:pt x="479" y="856"/>
                  </a:cubicBezTo>
                  <a:cubicBezTo>
                    <a:pt x="479" y="856"/>
                    <a:pt x="480" y="857"/>
                    <a:pt x="481" y="860"/>
                  </a:cubicBezTo>
                  <a:cubicBezTo>
                    <a:pt x="481" y="860"/>
                    <a:pt x="481" y="862"/>
                    <a:pt x="481" y="862"/>
                  </a:cubicBezTo>
                  <a:cubicBezTo>
                    <a:pt x="481" y="862"/>
                    <a:pt x="480" y="864"/>
                    <a:pt x="482" y="863"/>
                  </a:cubicBezTo>
                  <a:cubicBezTo>
                    <a:pt x="482" y="863"/>
                    <a:pt x="483" y="863"/>
                    <a:pt x="483" y="864"/>
                  </a:cubicBezTo>
                  <a:cubicBezTo>
                    <a:pt x="483" y="864"/>
                    <a:pt x="483" y="867"/>
                    <a:pt x="483" y="868"/>
                  </a:cubicBezTo>
                  <a:cubicBezTo>
                    <a:pt x="483" y="868"/>
                    <a:pt x="484" y="869"/>
                    <a:pt x="484" y="870"/>
                  </a:cubicBezTo>
                  <a:cubicBezTo>
                    <a:pt x="484" y="870"/>
                    <a:pt x="484" y="871"/>
                    <a:pt x="484" y="871"/>
                  </a:cubicBezTo>
                  <a:cubicBezTo>
                    <a:pt x="484" y="871"/>
                    <a:pt x="485" y="871"/>
                    <a:pt x="485" y="871"/>
                  </a:cubicBezTo>
                  <a:cubicBezTo>
                    <a:pt x="485" y="871"/>
                    <a:pt x="486" y="876"/>
                    <a:pt x="485" y="876"/>
                  </a:cubicBezTo>
                  <a:close/>
                  <a:moveTo>
                    <a:pt x="482" y="834"/>
                  </a:moveTo>
                  <a:cubicBezTo>
                    <a:pt x="482" y="834"/>
                    <a:pt x="481" y="833"/>
                    <a:pt x="480" y="833"/>
                  </a:cubicBezTo>
                  <a:cubicBezTo>
                    <a:pt x="480" y="833"/>
                    <a:pt x="479" y="833"/>
                    <a:pt x="478" y="833"/>
                  </a:cubicBezTo>
                  <a:cubicBezTo>
                    <a:pt x="478" y="833"/>
                    <a:pt x="476" y="833"/>
                    <a:pt x="477" y="831"/>
                  </a:cubicBezTo>
                  <a:cubicBezTo>
                    <a:pt x="477" y="831"/>
                    <a:pt x="479" y="827"/>
                    <a:pt x="478" y="823"/>
                  </a:cubicBezTo>
                  <a:cubicBezTo>
                    <a:pt x="478" y="823"/>
                    <a:pt x="478" y="822"/>
                    <a:pt x="479" y="821"/>
                  </a:cubicBezTo>
                  <a:cubicBezTo>
                    <a:pt x="479" y="821"/>
                    <a:pt x="479" y="820"/>
                    <a:pt x="480" y="821"/>
                  </a:cubicBezTo>
                  <a:cubicBezTo>
                    <a:pt x="480" y="821"/>
                    <a:pt x="485" y="828"/>
                    <a:pt x="485" y="832"/>
                  </a:cubicBezTo>
                  <a:cubicBezTo>
                    <a:pt x="485" y="832"/>
                    <a:pt x="486" y="835"/>
                    <a:pt x="482" y="834"/>
                  </a:cubicBezTo>
                  <a:close/>
                  <a:moveTo>
                    <a:pt x="540" y="838"/>
                  </a:moveTo>
                  <a:cubicBezTo>
                    <a:pt x="540" y="838"/>
                    <a:pt x="539" y="842"/>
                    <a:pt x="537" y="843"/>
                  </a:cubicBezTo>
                  <a:cubicBezTo>
                    <a:pt x="537" y="843"/>
                    <a:pt x="536" y="844"/>
                    <a:pt x="536" y="846"/>
                  </a:cubicBezTo>
                  <a:cubicBezTo>
                    <a:pt x="536" y="846"/>
                    <a:pt x="533" y="852"/>
                    <a:pt x="531" y="853"/>
                  </a:cubicBezTo>
                  <a:cubicBezTo>
                    <a:pt x="531" y="853"/>
                    <a:pt x="528" y="855"/>
                    <a:pt x="529" y="857"/>
                  </a:cubicBezTo>
                  <a:cubicBezTo>
                    <a:pt x="529" y="857"/>
                    <a:pt x="533" y="860"/>
                    <a:pt x="532" y="864"/>
                  </a:cubicBezTo>
                  <a:cubicBezTo>
                    <a:pt x="532" y="864"/>
                    <a:pt x="532" y="865"/>
                    <a:pt x="531" y="865"/>
                  </a:cubicBezTo>
                  <a:cubicBezTo>
                    <a:pt x="531" y="865"/>
                    <a:pt x="530" y="866"/>
                    <a:pt x="529" y="866"/>
                  </a:cubicBezTo>
                  <a:cubicBezTo>
                    <a:pt x="529" y="866"/>
                    <a:pt x="528" y="866"/>
                    <a:pt x="528" y="866"/>
                  </a:cubicBezTo>
                  <a:cubicBezTo>
                    <a:pt x="528" y="866"/>
                    <a:pt x="524" y="868"/>
                    <a:pt x="522" y="868"/>
                  </a:cubicBezTo>
                  <a:cubicBezTo>
                    <a:pt x="522" y="868"/>
                    <a:pt x="520" y="868"/>
                    <a:pt x="517" y="868"/>
                  </a:cubicBezTo>
                  <a:cubicBezTo>
                    <a:pt x="517" y="868"/>
                    <a:pt x="517" y="867"/>
                    <a:pt x="516" y="868"/>
                  </a:cubicBezTo>
                  <a:cubicBezTo>
                    <a:pt x="516" y="868"/>
                    <a:pt x="512" y="873"/>
                    <a:pt x="507" y="869"/>
                  </a:cubicBezTo>
                  <a:cubicBezTo>
                    <a:pt x="507" y="869"/>
                    <a:pt x="506" y="868"/>
                    <a:pt x="505" y="867"/>
                  </a:cubicBezTo>
                  <a:cubicBezTo>
                    <a:pt x="504" y="867"/>
                    <a:pt x="503" y="866"/>
                    <a:pt x="502" y="866"/>
                  </a:cubicBezTo>
                  <a:cubicBezTo>
                    <a:pt x="502" y="866"/>
                    <a:pt x="496" y="862"/>
                    <a:pt x="494" y="861"/>
                  </a:cubicBezTo>
                  <a:cubicBezTo>
                    <a:pt x="494" y="861"/>
                    <a:pt x="490" y="858"/>
                    <a:pt x="490" y="856"/>
                  </a:cubicBezTo>
                  <a:cubicBezTo>
                    <a:pt x="490" y="856"/>
                    <a:pt x="489" y="853"/>
                    <a:pt x="487" y="853"/>
                  </a:cubicBezTo>
                  <a:cubicBezTo>
                    <a:pt x="487" y="853"/>
                    <a:pt x="486" y="853"/>
                    <a:pt x="486" y="851"/>
                  </a:cubicBezTo>
                  <a:cubicBezTo>
                    <a:pt x="486" y="851"/>
                    <a:pt x="486" y="851"/>
                    <a:pt x="486" y="851"/>
                  </a:cubicBezTo>
                  <a:cubicBezTo>
                    <a:pt x="486" y="851"/>
                    <a:pt x="486" y="851"/>
                    <a:pt x="486" y="850"/>
                  </a:cubicBezTo>
                  <a:cubicBezTo>
                    <a:pt x="486" y="850"/>
                    <a:pt x="485" y="849"/>
                    <a:pt x="487" y="846"/>
                  </a:cubicBezTo>
                  <a:cubicBezTo>
                    <a:pt x="487" y="846"/>
                    <a:pt x="489" y="844"/>
                    <a:pt x="491" y="843"/>
                  </a:cubicBezTo>
                  <a:cubicBezTo>
                    <a:pt x="491" y="843"/>
                    <a:pt x="495" y="839"/>
                    <a:pt x="498" y="837"/>
                  </a:cubicBezTo>
                  <a:cubicBezTo>
                    <a:pt x="498" y="837"/>
                    <a:pt x="499" y="836"/>
                    <a:pt x="500" y="835"/>
                  </a:cubicBezTo>
                  <a:cubicBezTo>
                    <a:pt x="501" y="834"/>
                    <a:pt x="502" y="833"/>
                    <a:pt x="502" y="833"/>
                  </a:cubicBezTo>
                  <a:cubicBezTo>
                    <a:pt x="502" y="833"/>
                    <a:pt x="504" y="831"/>
                    <a:pt x="506" y="830"/>
                  </a:cubicBezTo>
                  <a:cubicBezTo>
                    <a:pt x="506" y="830"/>
                    <a:pt x="509" y="829"/>
                    <a:pt x="509" y="828"/>
                  </a:cubicBezTo>
                  <a:cubicBezTo>
                    <a:pt x="509" y="828"/>
                    <a:pt x="509" y="825"/>
                    <a:pt x="509" y="824"/>
                  </a:cubicBezTo>
                  <a:cubicBezTo>
                    <a:pt x="507" y="809"/>
                    <a:pt x="507" y="809"/>
                    <a:pt x="507" y="809"/>
                  </a:cubicBezTo>
                  <a:cubicBezTo>
                    <a:pt x="507" y="809"/>
                    <a:pt x="507" y="808"/>
                    <a:pt x="508" y="809"/>
                  </a:cubicBezTo>
                  <a:cubicBezTo>
                    <a:pt x="508" y="809"/>
                    <a:pt x="509" y="809"/>
                    <a:pt x="510" y="809"/>
                  </a:cubicBezTo>
                  <a:cubicBezTo>
                    <a:pt x="510" y="809"/>
                    <a:pt x="512" y="808"/>
                    <a:pt x="513" y="812"/>
                  </a:cubicBezTo>
                  <a:cubicBezTo>
                    <a:pt x="513" y="812"/>
                    <a:pt x="515" y="816"/>
                    <a:pt x="516" y="820"/>
                  </a:cubicBezTo>
                  <a:cubicBezTo>
                    <a:pt x="516" y="820"/>
                    <a:pt x="516" y="825"/>
                    <a:pt x="516" y="826"/>
                  </a:cubicBezTo>
                  <a:cubicBezTo>
                    <a:pt x="516" y="826"/>
                    <a:pt x="516" y="828"/>
                    <a:pt x="518" y="828"/>
                  </a:cubicBezTo>
                  <a:cubicBezTo>
                    <a:pt x="518" y="828"/>
                    <a:pt x="520" y="828"/>
                    <a:pt x="523" y="828"/>
                  </a:cubicBezTo>
                  <a:cubicBezTo>
                    <a:pt x="527" y="829"/>
                    <a:pt x="531" y="829"/>
                    <a:pt x="533" y="829"/>
                  </a:cubicBezTo>
                  <a:cubicBezTo>
                    <a:pt x="533" y="829"/>
                    <a:pt x="537" y="830"/>
                    <a:pt x="541" y="835"/>
                  </a:cubicBezTo>
                  <a:cubicBezTo>
                    <a:pt x="541" y="835"/>
                    <a:pt x="542" y="835"/>
                    <a:pt x="540" y="838"/>
                  </a:cubicBezTo>
                  <a:close/>
                  <a:moveTo>
                    <a:pt x="604" y="809"/>
                  </a:moveTo>
                  <a:cubicBezTo>
                    <a:pt x="604" y="809"/>
                    <a:pt x="603" y="809"/>
                    <a:pt x="603" y="811"/>
                  </a:cubicBezTo>
                  <a:cubicBezTo>
                    <a:pt x="603" y="811"/>
                    <a:pt x="602" y="814"/>
                    <a:pt x="603" y="816"/>
                  </a:cubicBezTo>
                  <a:cubicBezTo>
                    <a:pt x="603" y="816"/>
                    <a:pt x="603" y="818"/>
                    <a:pt x="602" y="821"/>
                  </a:cubicBezTo>
                  <a:cubicBezTo>
                    <a:pt x="602" y="821"/>
                    <a:pt x="598" y="826"/>
                    <a:pt x="601" y="831"/>
                  </a:cubicBezTo>
                  <a:cubicBezTo>
                    <a:pt x="601" y="831"/>
                    <a:pt x="604" y="834"/>
                    <a:pt x="601" y="836"/>
                  </a:cubicBezTo>
                  <a:cubicBezTo>
                    <a:pt x="601" y="836"/>
                    <a:pt x="600" y="837"/>
                    <a:pt x="599" y="840"/>
                  </a:cubicBezTo>
                  <a:cubicBezTo>
                    <a:pt x="599" y="840"/>
                    <a:pt x="599" y="842"/>
                    <a:pt x="599" y="842"/>
                  </a:cubicBezTo>
                  <a:cubicBezTo>
                    <a:pt x="599" y="842"/>
                    <a:pt x="598" y="844"/>
                    <a:pt x="598" y="845"/>
                  </a:cubicBezTo>
                  <a:cubicBezTo>
                    <a:pt x="598" y="845"/>
                    <a:pt x="598" y="847"/>
                    <a:pt x="595" y="848"/>
                  </a:cubicBezTo>
                  <a:cubicBezTo>
                    <a:pt x="595" y="848"/>
                    <a:pt x="593" y="850"/>
                    <a:pt x="592" y="851"/>
                  </a:cubicBezTo>
                  <a:cubicBezTo>
                    <a:pt x="592" y="851"/>
                    <a:pt x="591" y="853"/>
                    <a:pt x="590" y="853"/>
                  </a:cubicBezTo>
                  <a:cubicBezTo>
                    <a:pt x="590" y="853"/>
                    <a:pt x="590" y="853"/>
                    <a:pt x="590" y="854"/>
                  </a:cubicBezTo>
                  <a:cubicBezTo>
                    <a:pt x="590" y="854"/>
                    <a:pt x="589" y="856"/>
                    <a:pt x="586" y="857"/>
                  </a:cubicBezTo>
                  <a:cubicBezTo>
                    <a:pt x="586" y="857"/>
                    <a:pt x="586" y="850"/>
                    <a:pt x="586" y="848"/>
                  </a:cubicBezTo>
                  <a:cubicBezTo>
                    <a:pt x="586" y="848"/>
                    <a:pt x="586" y="845"/>
                    <a:pt x="586" y="843"/>
                  </a:cubicBezTo>
                  <a:cubicBezTo>
                    <a:pt x="586" y="843"/>
                    <a:pt x="586" y="840"/>
                    <a:pt x="588" y="840"/>
                  </a:cubicBezTo>
                  <a:cubicBezTo>
                    <a:pt x="588" y="840"/>
                    <a:pt x="588" y="841"/>
                    <a:pt x="588" y="840"/>
                  </a:cubicBezTo>
                  <a:cubicBezTo>
                    <a:pt x="588" y="840"/>
                    <a:pt x="590" y="836"/>
                    <a:pt x="590" y="835"/>
                  </a:cubicBezTo>
                  <a:cubicBezTo>
                    <a:pt x="590" y="835"/>
                    <a:pt x="588" y="834"/>
                    <a:pt x="588" y="834"/>
                  </a:cubicBezTo>
                  <a:cubicBezTo>
                    <a:pt x="588" y="834"/>
                    <a:pt x="587" y="833"/>
                    <a:pt x="587" y="832"/>
                  </a:cubicBezTo>
                  <a:cubicBezTo>
                    <a:pt x="587" y="832"/>
                    <a:pt x="587" y="832"/>
                    <a:pt x="586" y="831"/>
                  </a:cubicBezTo>
                  <a:cubicBezTo>
                    <a:pt x="586" y="831"/>
                    <a:pt x="584" y="830"/>
                    <a:pt x="584" y="831"/>
                  </a:cubicBezTo>
                  <a:cubicBezTo>
                    <a:pt x="584" y="831"/>
                    <a:pt x="584" y="831"/>
                    <a:pt x="582" y="831"/>
                  </a:cubicBezTo>
                  <a:cubicBezTo>
                    <a:pt x="582" y="831"/>
                    <a:pt x="573" y="829"/>
                    <a:pt x="577" y="827"/>
                  </a:cubicBezTo>
                  <a:cubicBezTo>
                    <a:pt x="577" y="827"/>
                    <a:pt x="582" y="827"/>
                    <a:pt x="585" y="822"/>
                  </a:cubicBezTo>
                  <a:cubicBezTo>
                    <a:pt x="585" y="822"/>
                    <a:pt x="586" y="822"/>
                    <a:pt x="587" y="814"/>
                  </a:cubicBezTo>
                  <a:cubicBezTo>
                    <a:pt x="587" y="814"/>
                    <a:pt x="587" y="813"/>
                    <a:pt x="586" y="813"/>
                  </a:cubicBezTo>
                  <a:cubicBezTo>
                    <a:pt x="586" y="813"/>
                    <a:pt x="585" y="812"/>
                    <a:pt x="586" y="812"/>
                  </a:cubicBezTo>
                  <a:cubicBezTo>
                    <a:pt x="586" y="812"/>
                    <a:pt x="586" y="811"/>
                    <a:pt x="585" y="810"/>
                  </a:cubicBezTo>
                  <a:cubicBezTo>
                    <a:pt x="585" y="810"/>
                    <a:pt x="584" y="809"/>
                    <a:pt x="585" y="808"/>
                  </a:cubicBezTo>
                  <a:cubicBezTo>
                    <a:pt x="585" y="808"/>
                    <a:pt x="585" y="807"/>
                    <a:pt x="584" y="806"/>
                  </a:cubicBezTo>
                  <a:cubicBezTo>
                    <a:pt x="584" y="806"/>
                    <a:pt x="584" y="806"/>
                    <a:pt x="584" y="805"/>
                  </a:cubicBezTo>
                  <a:cubicBezTo>
                    <a:pt x="584" y="805"/>
                    <a:pt x="584" y="805"/>
                    <a:pt x="583" y="803"/>
                  </a:cubicBezTo>
                  <a:cubicBezTo>
                    <a:pt x="583" y="803"/>
                    <a:pt x="583" y="803"/>
                    <a:pt x="584" y="802"/>
                  </a:cubicBezTo>
                  <a:cubicBezTo>
                    <a:pt x="584" y="802"/>
                    <a:pt x="585" y="803"/>
                    <a:pt x="584" y="801"/>
                  </a:cubicBezTo>
                  <a:cubicBezTo>
                    <a:pt x="584" y="801"/>
                    <a:pt x="583" y="800"/>
                    <a:pt x="582" y="799"/>
                  </a:cubicBezTo>
                  <a:cubicBezTo>
                    <a:pt x="581" y="798"/>
                    <a:pt x="581" y="798"/>
                    <a:pt x="581" y="798"/>
                  </a:cubicBezTo>
                  <a:cubicBezTo>
                    <a:pt x="577" y="791"/>
                    <a:pt x="577" y="791"/>
                    <a:pt x="577" y="791"/>
                  </a:cubicBezTo>
                  <a:cubicBezTo>
                    <a:pt x="577" y="791"/>
                    <a:pt x="574" y="788"/>
                    <a:pt x="578" y="789"/>
                  </a:cubicBezTo>
                  <a:cubicBezTo>
                    <a:pt x="578" y="789"/>
                    <a:pt x="581" y="788"/>
                    <a:pt x="584" y="789"/>
                  </a:cubicBezTo>
                  <a:cubicBezTo>
                    <a:pt x="584" y="789"/>
                    <a:pt x="587" y="789"/>
                    <a:pt x="589" y="789"/>
                  </a:cubicBezTo>
                  <a:cubicBezTo>
                    <a:pt x="589" y="789"/>
                    <a:pt x="590" y="788"/>
                    <a:pt x="591" y="792"/>
                  </a:cubicBezTo>
                  <a:cubicBezTo>
                    <a:pt x="591" y="792"/>
                    <a:pt x="593" y="795"/>
                    <a:pt x="593" y="795"/>
                  </a:cubicBezTo>
                  <a:cubicBezTo>
                    <a:pt x="593" y="795"/>
                    <a:pt x="598" y="796"/>
                    <a:pt x="599" y="797"/>
                  </a:cubicBezTo>
                  <a:cubicBezTo>
                    <a:pt x="599" y="797"/>
                    <a:pt x="599" y="797"/>
                    <a:pt x="599" y="796"/>
                  </a:cubicBezTo>
                  <a:cubicBezTo>
                    <a:pt x="599" y="796"/>
                    <a:pt x="601" y="796"/>
                    <a:pt x="603" y="798"/>
                  </a:cubicBezTo>
                  <a:cubicBezTo>
                    <a:pt x="603" y="798"/>
                    <a:pt x="602" y="800"/>
                    <a:pt x="604" y="799"/>
                  </a:cubicBezTo>
                  <a:cubicBezTo>
                    <a:pt x="604" y="799"/>
                    <a:pt x="606" y="799"/>
                    <a:pt x="606" y="802"/>
                  </a:cubicBezTo>
                  <a:cubicBezTo>
                    <a:pt x="606" y="802"/>
                    <a:pt x="607" y="806"/>
                    <a:pt x="604" y="809"/>
                  </a:cubicBezTo>
                  <a:close/>
                  <a:moveTo>
                    <a:pt x="632" y="834"/>
                  </a:moveTo>
                  <a:cubicBezTo>
                    <a:pt x="632" y="834"/>
                    <a:pt x="631" y="837"/>
                    <a:pt x="628" y="838"/>
                  </a:cubicBezTo>
                  <a:cubicBezTo>
                    <a:pt x="628" y="838"/>
                    <a:pt x="626" y="839"/>
                    <a:pt x="624" y="839"/>
                  </a:cubicBezTo>
                  <a:cubicBezTo>
                    <a:pt x="624" y="839"/>
                    <a:pt x="622" y="839"/>
                    <a:pt x="622" y="838"/>
                  </a:cubicBezTo>
                  <a:cubicBezTo>
                    <a:pt x="622" y="838"/>
                    <a:pt x="621" y="838"/>
                    <a:pt x="620" y="839"/>
                  </a:cubicBezTo>
                  <a:cubicBezTo>
                    <a:pt x="620" y="839"/>
                    <a:pt x="619" y="839"/>
                    <a:pt x="618" y="837"/>
                  </a:cubicBezTo>
                  <a:cubicBezTo>
                    <a:pt x="618" y="837"/>
                    <a:pt x="616" y="836"/>
                    <a:pt x="616" y="834"/>
                  </a:cubicBezTo>
                  <a:cubicBezTo>
                    <a:pt x="616" y="834"/>
                    <a:pt x="616" y="831"/>
                    <a:pt x="615" y="829"/>
                  </a:cubicBezTo>
                  <a:cubicBezTo>
                    <a:pt x="615" y="829"/>
                    <a:pt x="613" y="824"/>
                    <a:pt x="616" y="825"/>
                  </a:cubicBezTo>
                  <a:cubicBezTo>
                    <a:pt x="616" y="825"/>
                    <a:pt x="617" y="825"/>
                    <a:pt x="619" y="824"/>
                  </a:cubicBezTo>
                  <a:cubicBezTo>
                    <a:pt x="619" y="824"/>
                    <a:pt x="622" y="825"/>
                    <a:pt x="626" y="826"/>
                  </a:cubicBezTo>
                  <a:cubicBezTo>
                    <a:pt x="626" y="826"/>
                    <a:pt x="629" y="828"/>
                    <a:pt x="630" y="828"/>
                  </a:cubicBezTo>
                  <a:cubicBezTo>
                    <a:pt x="630" y="828"/>
                    <a:pt x="632" y="828"/>
                    <a:pt x="632" y="831"/>
                  </a:cubicBezTo>
                  <a:cubicBezTo>
                    <a:pt x="632" y="831"/>
                    <a:pt x="632" y="832"/>
                    <a:pt x="632" y="833"/>
                  </a:cubicBezTo>
                  <a:cubicBezTo>
                    <a:pt x="632" y="833"/>
                    <a:pt x="632" y="834"/>
                    <a:pt x="632" y="834"/>
                  </a:cubicBezTo>
                  <a:close/>
                  <a:moveTo>
                    <a:pt x="667" y="773"/>
                  </a:moveTo>
                  <a:cubicBezTo>
                    <a:pt x="667" y="773"/>
                    <a:pt x="665" y="772"/>
                    <a:pt x="664" y="772"/>
                  </a:cubicBezTo>
                  <a:cubicBezTo>
                    <a:pt x="664" y="772"/>
                    <a:pt x="662" y="770"/>
                    <a:pt x="662" y="773"/>
                  </a:cubicBezTo>
                  <a:cubicBezTo>
                    <a:pt x="662" y="773"/>
                    <a:pt x="656" y="778"/>
                    <a:pt x="656" y="783"/>
                  </a:cubicBezTo>
                  <a:cubicBezTo>
                    <a:pt x="656" y="783"/>
                    <a:pt x="656" y="784"/>
                    <a:pt x="657" y="785"/>
                  </a:cubicBezTo>
                  <a:cubicBezTo>
                    <a:pt x="657" y="785"/>
                    <a:pt x="657" y="788"/>
                    <a:pt x="656" y="789"/>
                  </a:cubicBezTo>
                  <a:cubicBezTo>
                    <a:pt x="656" y="789"/>
                    <a:pt x="656" y="792"/>
                    <a:pt x="655" y="793"/>
                  </a:cubicBezTo>
                  <a:cubicBezTo>
                    <a:pt x="655" y="793"/>
                    <a:pt x="654" y="793"/>
                    <a:pt x="653" y="794"/>
                  </a:cubicBezTo>
                  <a:cubicBezTo>
                    <a:pt x="653" y="794"/>
                    <a:pt x="653" y="794"/>
                    <a:pt x="652" y="794"/>
                  </a:cubicBezTo>
                  <a:cubicBezTo>
                    <a:pt x="652" y="794"/>
                    <a:pt x="647" y="794"/>
                    <a:pt x="648" y="791"/>
                  </a:cubicBezTo>
                  <a:cubicBezTo>
                    <a:pt x="648" y="791"/>
                    <a:pt x="648" y="787"/>
                    <a:pt x="648" y="785"/>
                  </a:cubicBezTo>
                  <a:cubicBezTo>
                    <a:pt x="648" y="785"/>
                    <a:pt x="646" y="782"/>
                    <a:pt x="649" y="781"/>
                  </a:cubicBezTo>
                  <a:cubicBezTo>
                    <a:pt x="649" y="781"/>
                    <a:pt x="651" y="780"/>
                    <a:pt x="652" y="780"/>
                  </a:cubicBezTo>
                  <a:cubicBezTo>
                    <a:pt x="652" y="780"/>
                    <a:pt x="653" y="780"/>
                    <a:pt x="654" y="779"/>
                  </a:cubicBezTo>
                  <a:cubicBezTo>
                    <a:pt x="654" y="779"/>
                    <a:pt x="659" y="773"/>
                    <a:pt x="661" y="770"/>
                  </a:cubicBezTo>
                  <a:cubicBezTo>
                    <a:pt x="661" y="770"/>
                    <a:pt x="662" y="769"/>
                    <a:pt x="660" y="767"/>
                  </a:cubicBezTo>
                  <a:cubicBezTo>
                    <a:pt x="660" y="767"/>
                    <a:pt x="654" y="762"/>
                    <a:pt x="650" y="760"/>
                  </a:cubicBezTo>
                  <a:cubicBezTo>
                    <a:pt x="650" y="760"/>
                    <a:pt x="645" y="758"/>
                    <a:pt x="642" y="759"/>
                  </a:cubicBezTo>
                  <a:cubicBezTo>
                    <a:pt x="642" y="759"/>
                    <a:pt x="634" y="758"/>
                    <a:pt x="640" y="756"/>
                  </a:cubicBezTo>
                  <a:cubicBezTo>
                    <a:pt x="640" y="756"/>
                    <a:pt x="645" y="754"/>
                    <a:pt x="654" y="760"/>
                  </a:cubicBezTo>
                  <a:cubicBezTo>
                    <a:pt x="654" y="760"/>
                    <a:pt x="660" y="764"/>
                    <a:pt x="661" y="767"/>
                  </a:cubicBezTo>
                  <a:cubicBezTo>
                    <a:pt x="661" y="767"/>
                    <a:pt x="662" y="768"/>
                    <a:pt x="663" y="767"/>
                  </a:cubicBezTo>
                  <a:cubicBezTo>
                    <a:pt x="663" y="767"/>
                    <a:pt x="666" y="765"/>
                    <a:pt x="664" y="763"/>
                  </a:cubicBezTo>
                  <a:cubicBezTo>
                    <a:pt x="664" y="763"/>
                    <a:pt x="661" y="757"/>
                    <a:pt x="650" y="750"/>
                  </a:cubicBezTo>
                  <a:cubicBezTo>
                    <a:pt x="650" y="750"/>
                    <a:pt x="646" y="747"/>
                    <a:pt x="644" y="748"/>
                  </a:cubicBezTo>
                  <a:cubicBezTo>
                    <a:pt x="644" y="748"/>
                    <a:pt x="642" y="747"/>
                    <a:pt x="644" y="747"/>
                  </a:cubicBezTo>
                  <a:cubicBezTo>
                    <a:pt x="644" y="747"/>
                    <a:pt x="649" y="745"/>
                    <a:pt x="656" y="750"/>
                  </a:cubicBezTo>
                  <a:cubicBezTo>
                    <a:pt x="656" y="750"/>
                    <a:pt x="661" y="754"/>
                    <a:pt x="664" y="758"/>
                  </a:cubicBezTo>
                  <a:cubicBezTo>
                    <a:pt x="664" y="758"/>
                    <a:pt x="666" y="760"/>
                    <a:pt x="665" y="758"/>
                  </a:cubicBezTo>
                  <a:cubicBezTo>
                    <a:pt x="665" y="758"/>
                    <a:pt x="664" y="756"/>
                    <a:pt x="665" y="755"/>
                  </a:cubicBezTo>
                  <a:cubicBezTo>
                    <a:pt x="665" y="755"/>
                    <a:pt x="665" y="755"/>
                    <a:pt x="665" y="754"/>
                  </a:cubicBezTo>
                  <a:cubicBezTo>
                    <a:pt x="665" y="754"/>
                    <a:pt x="664" y="753"/>
                    <a:pt x="664" y="752"/>
                  </a:cubicBezTo>
                  <a:cubicBezTo>
                    <a:pt x="664" y="752"/>
                    <a:pt x="665" y="752"/>
                    <a:pt x="663" y="752"/>
                  </a:cubicBezTo>
                  <a:cubicBezTo>
                    <a:pt x="663" y="752"/>
                    <a:pt x="662" y="751"/>
                    <a:pt x="661" y="751"/>
                  </a:cubicBezTo>
                  <a:cubicBezTo>
                    <a:pt x="661" y="751"/>
                    <a:pt x="656" y="751"/>
                    <a:pt x="660" y="750"/>
                  </a:cubicBezTo>
                  <a:cubicBezTo>
                    <a:pt x="660" y="750"/>
                    <a:pt x="661" y="750"/>
                    <a:pt x="663" y="750"/>
                  </a:cubicBezTo>
                  <a:cubicBezTo>
                    <a:pt x="663" y="750"/>
                    <a:pt x="664" y="750"/>
                    <a:pt x="663" y="749"/>
                  </a:cubicBezTo>
                  <a:cubicBezTo>
                    <a:pt x="663" y="749"/>
                    <a:pt x="661" y="745"/>
                    <a:pt x="661" y="744"/>
                  </a:cubicBezTo>
                  <a:cubicBezTo>
                    <a:pt x="661" y="744"/>
                    <a:pt x="660" y="742"/>
                    <a:pt x="660" y="744"/>
                  </a:cubicBezTo>
                  <a:cubicBezTo>
                    <a:pt x="660" y="744"/>
                    <a:pt x="659" y="746"/>
                    <a:pt x="656" y="744"/>
                  </a:cubicBezTo>
                  <a:cubicBezTo>
                    <a:pt x="656" y="744"/>
                    <a:pt x="651" y="744"/>
                    <a:pt x="651" y="741"/>
                  </a:cubicBezTo>
                  <a:cubicBezTo>
                    <a:pt x="651" y="741"/>
                    <a:pt x="652" y="737"/>
                    <a:pt x="649" y="737"/>
                  </a:cubicBezTo>
                  <a:cubicBezTo>
                    <a:pt x="649" y="737"/>
                    <a:pt x="646" y="736"/>
                    <a:pt x="649" y="735"/>
                  </a:cubicBezTo>
                  <a:cubicBezTo>
                    <a:pt x="649" y="735"/>
                    <a:pt x="652" y="734"/>
                    <a:pt x="656" y="735"/>
                  </a:cubicBezTo>
                  <a:cubicBezTo>
                    <a:pt x="656" y="735"/>
                    <a:pt x="656" y="736"/>
                    <a:pt x="658" y="735"/>
                  </a:cubicBezTo>
                  <a:cubicBezTo>
                    <a:pt x="658" y="735"/>
                    <a:pt x="667" y="731"/>
                    <a:pt x="668" y="737"/>
                  </a:cubicBezTo>
                  <a:cubicBezTo>
                    <a:pt x="668" y="737"/>
                    <a:pt x="667" y="741"/>
                    <a:pt x="669" y="744"/>
                  </a:cubicBezTo>
                  <a:cubicBezTo>
                    <a:pt x="669" y="744"/>
                    <a:pt x="669" y="746"/>
                    <a:pt x="669" y="747"/>
                  </a:cubicBezTo>
                  <a:cubicBezTo>
                    <a:pt x="669" y="747"/>
                    <a:pt x="669" y="748"/>
                    <a:pt x="670" y="750"/>
                  </a:cubicBezTo>
                  <a:cubicBezTo>
                    <a:pt x="670" y="750"/>
                    <a:pt x="671" y="750"/>
                    <a:pt x="670" y="751"/>
                  </a:cubicBezTo>
                  <a:cubicBezTo>
                    <a:pt x="670" y="751"/>
                    <a:pt x="670" y="753"/>
                    <a:pt x="670" y="755"/>
                  </a:cubicBezTo>
                  <a:cubicBezTo>
                    <a:pt x="670" y="755"/>
                    <a:pt x="669" y="758"/>
                    <a:pt x="671" y="756"/>
                  </a:cubicBezTo>
                  <a:cubicBezTo>
                    <a:pt x="671" y="756"/>
                    <a:pt x="676" y="749"/>
                    <a:pt x="678" y="746"/>
                  </a:cubicBezTo>
                  <a:cubicBezTo>
                    <a:pt x="678" y="746"/>
                    <a:pt x="680" y="744"/>
                    <a:pt x="677" y="744"/>
                  </a:cubicBezTo>
                  <a:cubicBezTo>
                    <a:pt x="677" y="744"/>
                    <a:pt x="674" y="743"/>
                    <a:pt x="672" y="742"/>
                  </a:cubicBezTo>
                  <a:cubicBezTo>
                    <a:pt x="672" y="742"/>
                    <a:pt x="670" y="741"/>
                    <a:pt x="672" y="740"/>
                  </a:cubicBezTo>
                  <a:cubicBezTo>
                    <a:pt x="672" y="740"/>
                    <a:pt x="674" y="741"/>
                    <a:pt x="674" y="740"/>
                  </a:cubicBezTo>
                  <a:cubicBezTo>
                    <a:pt x="674" y="740"/>
                    <a:pt x="673" y="739"/>
                    <a:pt x="674" y="739"/>
                  </a:cubicBezTo>
                  <a:cubicBezTo>
                    <a:pt x="674" y="739"/>
                    <a:pt x="676" y="739"/>
                    <a:pt x="676" y="737"/>
                  </a:cubicBezTo>
                  <a:cubicBezTo>
                    <a:pt x="676" y="737"/>
                    <a:pt x="675" y="734"/>
                    <a:pt x="674" y="735"/>
                  </a:cubicBezTo>
                  <a:cubicBezTo>
                    <a:pt x="674" y="735"/>
                    <a:pt x="670" y="735"/>
                    <a:pt x="669" y="733"/>
                  </a:cubicBezTo>
                  <a:cubicBezTo>
                    <a:pt x="669" y="733"/>
                    <a:pt x="667" y="732"/>
                    <a:pt x="667" y="731"/>
                  </a:cubicBezTo>
                  <a:cubicBezTo>
                    <a:pt x="667" y="731"/>
                    <a:pt x="667" y="730"/>
                    <a:pt x="669" y="731"/>
                  </a:cubicBezTo>
                  <a:cubicBezTo>
                    <a:pt x="669" y="731"/>
                    <a:pt x="673" y="733"/>
                    <a:pt x="671" y="730"/>
                  </a:cubicBezTo>
                  <a:cubicBezTo>
                    <a:pt x="669" y="728"/>
                    <a:pt x="669" y="728"/>
                    <a:pt x="669" y="728"/>
                  </a:cubicBezTo>
                  <a:cubicBezTo>
                    <a:pt x="669" y="728"/>
                    <a:pt x="669" y="726"/>
                    <a:pt x="666" y="728"/>
                  </a:cubicBezTo>
                  <a:cubicBezTo>
                    <a:pt x="666" y="728"/>
                    <a:pt x="660" y="729"/>
                    <a:pt x="662" y="727"/>
                  </a:cubicBezTo>
                  <a:cubicBezTo>
                    <a:pt x="662" y="727"/>
                    <a:pt x="664" y="726"/>
                    <a:pt x="663" y="725"/>
                  </a:cubicBezTo>
                  <a:cubicBezTo>
                    <a:pt x="663" y="725"/>
                    <a:pt x="663" y="724"/>
                    <a:pt x="665" y="723"/>
                  </a:cubicBezTo>
                  <a:cubicBezTo>
                    <a:pt x="665" y="723"/>
                    <a:pt x="666" y="722"/>
                    <a:pt x="665" y="721"/>
                  </a:cubicBezTo>
                  <a:cubicBezTo>
                    <a:pt x="665" y="721"/>
                    <a:pt x="665" y="721"/>
                    <a:pt x="668" y="720"/>
                  </a:cubicBezTo>
                  <a:cubicBezTo>
                    <a:pt x="668" y="720"/>
                    <a:pt x="676" y="717"/>
                    <a:pt x="677" y="721"/>
                  </a:cubicBezTo>
                  <a:cubicBezTo>
                    <a:pt x="677" y="721"/>
                    <a:pt x="678" y="723"/>
                    <a:pt x="677" y="725"/>
                  </a:cubicBezTo>
                  <a:cubicBezTo>
                    <a:pt x="677" y="725"/>
                    <a:pt x="676" y="725"/>
                    <a:pt x="677" y="729"/>
                  </a:cubicBezTo>
                  <a:cubicBezTo>
                    <a:pt x="677" y="729"/>
                    <a:pt x="677" y="731"/>
                    <a:pt x="679" y="732"/>
                  </a:cubicBezTo>
                  <a:cubicBezTo>
                    <a:pt x="679" y="732"/>
                    <a:pt x="680" y="734"/>
                    <a:pt x="681" y="736"/>
                  </a:cubicBezTo>
                  <a:cubicBezTo>
                    <a:pt x="681" y="736"/>
                    <a:pt x="683" y="739"/>
                    <a:pt x="683" y="740"/>
                  </a:cubicBezTo>
                  <a:cubicBezTo>
                    <a:pt x="683" y="740"/>
                    <a:pt x="683" y="742"/>
                    <a:pt x="684" y="741"/>
                  </a:cubicBezTo>
                  <a:cubicBezTo>
                    <a:pt x="684" y="741"/>
                    <a:pt x="692" y="731"/>
                    <a:pt x="698" y="734"/>
                  </a:cubicBezTo>
                  <a:cubicBezTo>
                    <a:pt x="698" y="734"/>
                    <a:pt x="701" y="733"/>
                    <a:pt x="697" y="738"/>
                  </a:cubicBezTo>
                  <a:cubicBezTo>
                    <a:pt x="697" y="738"/>
                    <a:pt x="696" y="740"/>
                    <a:pt x="695" y="740"/>
                  </a:cubicBezTo>
                  <a:cubicBezTo>
                    <a:pt x="688" y="743"/>
                    <a:pt x="688" y="743"/>
                    <a:pt x="688" y="743"/>
                  </a:cubicBezTo>
                  <a:cubicBezTo>
                    <a:pt x="688" y="743"/>
                    <a:pt x="686" y="744"/>
                    <a:pt x="689" y="742"/>
                  </a:cubicBezTo>
                  <a:cubicBezTo>
                    <a:pt x="689" y="742"/>
                    <a:pt x="692" y="739"/>
                    <a:pt x="692" y="738"/>
                  </a:cubicBezTo>
                  <a:cubicBezTo>
                    <a:pt x="692" y="738"/>
                    <a:pt x="692" y="736"/>
                    <a:pt x="691" y="738"/>
                  </a:cubicBezTo>
                  <a:cubicBezTo>
                    <a:pt x="691" y="738"/>
                    <a:pt x="687" y="741"/>
                    <a:pt x="686" y="742"/>
                  </a:cubicBezTo>
                  <a:cubicBezTo>
                    <a:pt x="686" y="742"/>
                    <a:pt x="684" y="743"/>
                    <a:pt x="685" y="745"/>
                  </a:cubicBezTo>
                  <a:cubicBezTo>
                    <a:pt x="685" y="745"/>
                    <a:pt x="685" y="746"/>
                    <a:pt x="685" y="746"/>
                  </a:cubicBezTo>
                  <a:cubicBezTo>
                    <a:pt x="685" y="746"/>
                    <a:pt x="685" y="747"/>
                    <a:pt x="685" y="747"/>
                  </a:cubicBezTo>
                  <a:cubicBezTo>
                    <a:pt x="685" y="747"/>
                    <a:pt x="687" y="751"/>
                    <a:pt x="684" y="751"/>
                  </a:cubicBezTo>
                  <a:cubicBezTo>
                    <a:pt x="684" y="751"/>
                    <a:pt x="681" y="751"/>
                    <a:pt x="680" y="749"/>
                  </a:cubicBezTo>
                  <a:cubicBezTo>
                    <a:pt x="680" y="749"/>
                    <a:pt x="679" y="747"/>
                    <a:pt x="678" y="750"/>
                  </a:cubicBezTo>
                  <a:cubicBezTo>
                    <a:pt x="678" y="750"/>
                    <a:pt x="675" y="755"/>
                    <a:pt x="673" y="757"/>
                  </a:cubicBezTo>
                  <a:cubicBezTo>
                    <a:pt x="673" y="757"/>
                    <a:pt x="668" y="762"/>
                    <a:pt x="669" y="763"/>
                  </a:cubicBezTo>
                  <a:cubicBezTo>
                    <a:pt x="669" y="763"/>
                    <a:pt x="671" y="765"/>
                    <a:pt x="670" y="765"/>
                  </a:cubicBezTo>
                  <a:cubicBezTo>
                    <a:pt x="670" y="765"/>
                    <a:pt x="669" y="766"/>
                    <a:pt x="667" y="765"/>
                  </a:cubicBezTo>
                  <a:cubicBezTo>
                    <a:pt x="667" y="765"/>
                    <a:pt x="667" y="765"/>
                    <a:pt x="666" y="767"/>
                  </a:cubicBezTo>
                  <a:cubicBezTo>
                    <a:pt x="666" y="767"/>
                    <a:pt x="663" y="770"/>
                    <a:pt x="665" y="771"/>
                  </a:cubicBezTo>
                  <a:cubicBezTo>
                    <a:pt x="665" y="771"/>
                    <a:pt x="666" y="771"/>
                    <a:pt x="667" y="772"/>
                  </a:cubicBezTo>
                  <a:cubicBezTo>
                    <a:pt x="667" y="772"/>
                    <a:pt x="669" y="772"/>
                    <a:pt x="667" y="773"/>
                  </a:cubicBezTo>
                  <a:close/>
                  <a:moveTo>
                    <a:pt x="706" y="796"/>
                  </a:moveTo>
                  <a:cubicBezTo>
                    <a:pt x="706" y="796"/>
                    <a:pt x="706" y="797"/>
                    <a:pt x="706" y="799"/>
                  </a:cubicBezTo>
                  <a:cubicBezTo>
                    <a:pt x="706" y="799"/>
                    <a:pt x="706" y="800"/>
                    <a:pt x="705" y="801"/>
                  </a:cubicBezTo>
                  <a:cubicBezTo>
                    <a:pt x="695" y="808"/>
                    <a:pt x="695" y="808"/>
                    <a:pt x="695" y="808"/>
                  </a:cubicBezTo>
                  <a:cubicBezTo>
                    <a:pt x="695" y="808"/>
                    <a:pt x="694" y="807"/>
                    <a:pt x="693" y="809"/>
                  </a:cubicBezTo>
                  <a:cubicBezTo>
                    <a:pt x="693" y="809"/>
                    <a:pt x="693" y="808"/>
                    <a:pt x="692" y="808"/>
                  </a:cubicBezTo>
                  <a:cubicBezTo>
                    <a:pt x="692" y="808"/>
                    <a:pt x="692" y="808"/>
                    <a:pt x="692" y="809"/>
                  </a:cubicBezTo>
                  <a:cubicBezTo>
                    <a:pt x="692" y="809"/>
                    <a:pt x="690" y="808"/>
                    <a:pt x="690" y="809"/>
                  </a:cubicBezTo>
                  <a:cubicBezTo>
                    <a:pt x="684" y="810"/>
                    <a:pt x="684" y="810"/>
                    <a:pt x="684" y="810"/>
                  </a:cubicBezTo>
                  <a:cubicBezTo>
                    <a:pt x="684" y="810"/>
                    <a:pt x="682" y="810"/>
                    <a:pt x="685" y="809"/>
                  </a:cubicBezTo>
                  <a:cubicBezTo>
                    <a:pt x="685" y="809"/>
                    <a:pt x="692" y="807"/>
                    <a:pt x="688" y="807"/>
                  </a:cubicBezTo>
                  <a:cubicBezTo>
                    <a:pt x="688" y="807"/>
                    <a:pt x="686" y="806"/>
                    <a:pt x="688" y="806"/>
                  </a:cubicBezTo>
                  <a:cubicBezTo>
                    <a:pt x="688" y="806"/>
                    <a:pt x="695" y="801"/>
                    <a:pt x="697" y="796"/>
                  </a:cubicBezTo>
                  <a:cubicBezTo>
                    <a:pt x="697" y="796"/>
                    <a:pt x="704" y="785"/>
                    <a:pt x="695" y="779"/>
                  </a:cubicBezTo>
                  <a:cubicBezTo>
                    <a:pt x="695" y="779"/>
                    <a:pt x="691" y="779"/>
                    <a:pt x="688" y="784"/>
                  </a:cubicBezTo>
                  <a:cubicBezTo>
                    <a:pt x="688" y="784"/>
                    <a:pt x="686" y="789"/>
                    <a:pt x="683" y="790"/>
                  </a:cubicBezTo>
                  <a:cubicBezTo>
                    <a:pt x="683" y="790"/>
                    <a:pt x="678" y="789"/>
                    <a:pt x="675" y="787"/>
                  </a:cubicBezTo>
                  <a:cubicBezTo>
                    <a:pt x="675" y="787"/>
                    <a:pt x="672" y="786"/>
                    <a:pt x="675" y="786"/>
                  </a:cubicBezTo>
                  <a:cubicBezTo>
                    <a:pt x="675" y="786"/>
                    <a:pt x="676" y="786"/>
                    <a:pt x="678" y="784"/>
                  </a:cubicBezTo>
                  <a:cubicBezTo>
                    <a:pt x="678" y="784"/>
                    <a:pt x="681" y="783"/>
                    <a:pt x="681" y="782"/>
                  </a:cubicBezTo>
                  <a:cubicBezTo>
                    <a:pt x="681" y="782"/>
                    <a:pt x="683" y="779"/>
                    <a:pt x="685" y="777"/>
                  </a:cubicBezTo>
                  <a:cubicBezTo>
                    <a:pt x="685" y="777"/>
                    <a:pt x="688" y="775"/>
                    <a:pt x="689" y="773"/>
                  </a:cubicBezTo>
                  <a:cubicBezTo>
                    <a:pt x="689" y="773"/>
                    <a:pt x="689" y="771"/>
                    <a:pt x="687" y="772"/>
                  </a:cubicBezTo>
                  <a:cubicBezTo>
                    <a:pt x="687" y="772"/>
                    <a:pt x="683" y="776"/>
                    <a:pt x="679" y="769"/>
                  </a:cubicBezTo>
                  <a:cubicBezTo>
                    <a:pt x="679" y="769"/>
                    <a:pt x="679" y="761"/>
                    <a:pt x="678" y="764"/>
                  </a:cubicBezTo>
                  <a:cubicBezTo>
                    <a:pt x="678" y="764"/>
                    <a:pt x="676" y="769"/>
                    <a:pt x="673" y="770"/>
                  </a:cubicBezTo>
                  <a:cubicBezTo>
                    <a:pt x="673" y="770"/>
                    <a:pt x="671" y="771"/>
                    <a:pt x="669" y="770"/>
                  </a:cubicBezTo>
                  <a:cubicBezTo>
                    <a:pt x="669" y="770"/>
                    <a:pt x="666" y="769"/>
                    <a:pt x="669" y="769"/>
                  </a:cubicBezTo>
                  <a:cubicBezTo>
                    <a:pt x="669" y="769"/>
                    <a:pt x="672" y="768"/>
                    <a:pt x="674" y="764"/>
                  </a:cubicBezTo>
                  <a:cubicBezTo>
                    <a:pt x="674" y="764"/>
                    <a:pt x="676" y="761"/>
                    <a:pt x="676" y="759"/>
                  </a:cubicBezTo>
                  <a:cubicBezTo>
                    <a:pt x="676" y="759"/>
                    <a:pt x="675" y="758"/>
                    <a:pt x="678" y="757"/>
                  </a:cubicBezTo>
                  <a:cubicBezTo>
                    <a:pt x="678" y="757"/>
                    <a:pt x="684" y="752"/>
                    <a:pt x="688" y="755"/>
                  </a:cubicBezTo>
                  <a:cubicBezTo>
                    <a:pt x="688" y="755"/>
                    <a:pt x="689" y="757"/>
                    <a:pt x="688" y="760"/>
                  </a:cubicBezTo>
                  <a:cubicBezTo>
                    <a:pt x="688" y="760"/>
                    <a:pt x="687" y="762"/>
                    <a:pt x="690" y="765"/>
                  </a:cubicBezTo>
                  <a:cubicBezTo>
                    <a:pt x="690" y="765"/>
                    <a:pt x="694" y="767"/>
                    <a:pt x="695" y="766"/>
                  </a:cubicBezTo>
                  <a:cubicBezTo>
                    <a:pt x="695" y="766"/>
                    <a:pt x="700" y="762"/>
                    <a:pt x="702" y="763"/>
                  </a:cubicBezTo>
                  <a:cubicBezTo>
                    <a:pt x="702" y="763"/>
                    <a:pt x="706" y="763"/>
                    <a:pt x="705" y="766"/>
                  </a:cubicBezTo>
                  <a:cubicBezTo>
                    <a:pt x="705" y="766"/>
                    <a:pt x="704" y="768"/>
                    <a:pt x="704" y="769"/>
                  </a:cubicBezTo>
                  <a:cubicBezTo>
                    <a:pt x="704" y="769"/>
                    <a:pt x="704" y="769"/>
                    <a:pt x="702" y="770"/>
                  </a:cubicBezTo>
                  <a:cubicBezTo>
                    <a:pt x="702" y="770"/>
                    <a:pt x="699" y="772"/>
                    <a:pt x="702" y="775"/>
                  </a:cubicBezTo>
                  <a:cubicBezTo>
                    <a:pt x="707" y="782"/>
                    <a:pt x="707" y="782"/>
                    <a:pt x="707" y="782"/>
                  </a:cubicBezTo>
                  <a:cubicBezTo>
                    <a:pt x="707" y="782"/>
                    <a:pt x="709" y="788"/>
                    <a:pt x="708" y="793"/>
                  </a:cubicBezTo>
                  <a:cubicBezTo>
                    <a:pt x="708" y="793"/>
                    <a:pt x="707" y="795"/>
                    <a:pt x="706" y="796"/>
                  </a:cubicBezTo>
                  <a:close/>
                  <a:moveTo>
                    <a:pt x="452" y="787"/>
                  </a:moveTo>
                  <a:cubicBezTo>
                    <a:pt x="268" y="787"/>
                    <a:pt x="119" y="638"/>
                    <a:pt x="119" y="454"/>
                  </a:cubicBezTo>
                  <a:cubicBezTo>
                    <a:pt x="119" y="270"/>
                    <a:pt x="268" y="121"/>
                    <a:pt x="452" y="121"/>
                  </a:cubicBezTo>
                  <a:cubicBezTo>
                    <a:pt x="636" y="121"/>
                    <a:pt x="785" y="270"/>
                    <a:pt x="785" y="454"/>
                  </a:cubicBezTo>
                  <a:cubicBezTo>
                    <a:pt x="785" y="638"/>
                    <a:pt x="636" y="787"/>
                    <a:pt x="452" y="787"/>
                  </a:cubicBezTo>
                  <a:close/>
                  <a:moveTo>
                    <a:pt x="779" y="318"/>
                  </a:moveTo>
                  <a:cubicBezTo>
                    <a:pt x="776" y="310"/>
                    <a:pt x="775" y="303"/>
                    <a:pt x="778" y="296"/>
                  </a:cubicBezTo>
                  <a:cubicBezTo>
                    <a:pt x="780" y="290"/>
                    <a:pt x="785" y="285"/>
                    <a:pt x="793" y="282"/>
                  </a:cubicBezTo>
                  <a:cubicBezTo>
                    <a:pt x="798" y="280"/>
                    <a:pt x="802" y="279"/>
                    <a:pt x="806" y="279"/>
                  </a:cubicBezTo>
                  <a:cubicBezTo>
                    <a:pt x="809" y="279"/>
                    <a:pt x="812" y="280"/>
                    <a:pt x="815" y="281"/>
                  </a:cubicBezTo>
                  <a:cubicBezTo>
                    <a:pt x="817" y="283"/>
                    <a:pt x="820" y="284"/>
                    <a:pt x="822" y="286"/>
                  </a:cubicBezTo>
                  <a:cubicBezTo>
                    <a:pt x="824" y="289"/>
                    <a:pt x="827" y="293"/>
                    <a:pt x="828" y="297"/>
                  </a:cubicBezTo>
                  <a:cubicBezTo>
                    <a:pt x="832" y="305"/>
                    <a:pt x="832" y="312"/>
                    <a:pt x="829" y="318"/>
                  </a:cubicBezTo>
                  <a:cubicBezTo>
                    <a:pt x="827" y="325"/>
                    <a:pt x="822" y="330"/>
                    <a:pt x="814" y="333"/>
                  </a:cubicBezTo>
                  <a:cubicBezTo>
                    <a:pt x="806" y="336"/>
                    <a:pt x="799" y="336"/>
                    <a:pt x="793" y="333"/>
                  </a:cubicBezTo>
                  <a:cubicBezTo>
                    <a:pt x="787" y="331"/>
                    <a:pt x="782" y="325"/>
                    <a:pt x="779" y="318"/>
                  </a:cubicBezTo>
                  <a:close/>
                  <a:moveTo>
                    <a:pt x="841" y="337"/>
                  </a:moveTo>
                  <a:cubicBezTo>
                    <a:pt x="844" y="348"/>
                    <a:pt x="844" y="348"/>
                    <a:pt x="844" y="348"/>
                  </a:cubicBezTo>
                  <a:cubicBezTo>
                    <a:pt x="803" y="358"/>
                    <a:pt x="803" y="358"/>
                    <a:pt x="803" y="358"/>
                  </a:cubicBezTo>
                  <a:cubicBezTo>
                    <a:pt x="810" y="386"/>
                    <a:pt x="810" y="386"/>
                    <a:pt x="810" y="386"/>
                  </a:cubicBezTo>
                  <a:cubicBezTo>
                    <a:pt x="801" y="388"/>
                    <a:pt x="801" y="388"/>
                    <a:pt x="801" y="388"/>
                  </a:cubicBezTo>
                  <a:cubicBezTo>
                    <a:pt x="792" y="349"/>
                    <a:pt x="792" y="349"/>
                    <a:pt x="792" y="349"/>
                  </a:cubicBezTo>
                  <a:lnTo>
                    <a:pt x="841" y="337"/>
                  </a:lnTo>
                  <a:close/>
                  <a:moveTo>
                    <a:pt x="852" y="525"/>
                  </a:moveTo>
                  <a:cubicBezTo>
                    <a:pt x="816" y="528"/>
                    <a:pt x="816" y="528"/>
                    <a:pt x="816" y="528"/>
                  </a:cubicBezTo>
                  <a:cubicBezTo>
                    <a:pt x="848" y="545"/>
                    <a:pt x="848" y="545"/>
                    <a:pt x="848" y="545"/>
                  </a:cubicBezTo>
                  <a:cubicBezTo>
                    <a:pt x="845" y="562"/>
                    <a:pt x="845" y="562"/>
                    <a:pt x="845" y="562"/>
                  </a:cubicBezTo>
                  <a:cubicBezTo>
                    <a:pt x="794" y="552"/>
                    <a:pt x="794" y="552"/>
                    <a:pt x="794" y="552"/>
                  </a:cubicBezTo>
                  <a:cubicBezTo>
                    <a:pt x="796" y="541"/>
                    <a:pt x="796" y="541"/>
                    <a:pt x="796" y="541"/>
                  </a:cubicBezTo>
                  <a:cubicBezTo>
                    <a:pt x="836" y="549"/>
                    <a:pt x="836" y="549"/>
                    <a:pt x="836" y="549"/>
                  </a:cubicBezTo>
                  <a:cubicBezTo>
                    <a:pt x="798" y="530"/>
                    <a:pt x="798" y="530"/>
                    <a:pt x="798" y="530"/>
                  </a:cubicBezTo>
                  <a:cubicBezTo>
                    <a:pt x="801" y="519"/>
                    <a:pt x="801" y="519"/>
                    <a:pt x="801" y="519"/>
                  </a:cubicBezTo>
                  <a:cubicBezTo>
                    <a:pt x="843" y="516"/>
                    <a:pt x="843" y="516"/>
                    <a:pt x="843" y="516"/>
                  </a:cubicBezTo>
                  <a:cubicBezTo>
                    <a:pt x="803" y="508"/>
                    <a:pt x="803" y="508"/>
                    <a:pt x="803" y="508"/>
                  </a:cubicBezTo>
                  <a:cubicBezTo>
                    <a:pt x="805" y="498"/>
                    <a:pt x="805" y="498"/>
                    <a:pt x="805" y="498"/>
                  </a:cubicBezTo>
                  <a:cubicBezTo>
                    <a:pt x="856" y="508"/>
                    <a:pt x="856" y="508"/>
                    <a:pt x="856" y="508"/>
                  </a:cubicBezTo>
                  <a:lnTo>
                    <a:pt x="852" y="525"/>
                  </a:lnTo>
                  <a:close/>
                  <a:moveTo>
                    <a:pt x="816" y="474"/>
                  </a:moveTo>
                  <a:cubicBezTo>
                    <a:pt x="817" y="476"/>
                    <a:pt x="818" y="477"/>
                    <a:pt x="820" y="477"/>
                  </a:cubicBezTo>
                  <a:cubicBezTo>
                    <a:pt x="822" y="478"/>
                    <a:pt x="825" y="478"/>
                    <a:pt x="829" y="478"/>
                  </a:cubicBezTo>
                  <a:cubicBezTo>
                    <a:pt x="858" y="479"/>
                    <a:pt x="858" y="479"/>
                    <a:pt x="858" y="479"/>
                  </a:cubicBezTo>
                  <a:cubicBezTo>
                    <a:pt x="857" y="491"/>
                    <a:pt x="857" y="491"/>
                    <a:pt x="857" y="491"/>
                  </a:cubicBezTo>
                  <a:cubicBezTo>
                    <a:pt x="830" y="490"/>
                    <a:pt x="830" y="490"/>
                    <a:pt x="830" y="490"/>
                  </a:cubicBezTo>
                  <a:cubicBezTo>
                    <a:pt x="824" y="490"/>
                    <a:pt x="819" y="489"/>
                    <a:pt x="817" y="488"/>
                  </a:cubicBezTo>
                  <a:cubicBezTo>
                    <a:pt x="814" y="488"/>
                    <a:pt x="812" y="486"/>
                    <a:pt x="811" y="485"/>
                  </a:cubicBezTo>
                  <a:cubicBezTo>
                    <a:pt x="809" y="483"/>
                    <a:pt x="808" y="481"/>
                    <a:pt x="807" y="478"/>
                  </a:cubicBezTo>
                  <a:cubicBezTo>
                    <a:pt x="806" y="475"/>
                    <a:pt x="805" y="471"/>
                    <a:pt x="805" y="467"/>
                  </a:cubicBezTo>
                  <a:cubicBezTo>
                    <a:pt x="806" y="461"/>
                    <a:pt x="806" y="457"/>
                    <a:pt x="808" y="455"/>
                  </a:cubicBezTo>
                  <a:cubicBezTo>
                    <a:pt x="809" y="452"/>
                    <a:pt x="810" y="450"/>
                    <a:pt x="812" y="448"/>
                  </a:cubicBezTo>
                  <a:cubicBezTo>
                    <a:pt x="814" y="447"/>
                    <a:pt x="816" y="446"/>
                    <a:pt x="818" y="445"/>
                  </a:cubicBezTo>
                  <a:cubicBezTo>
                    <a:pt x="821" y="444"/>
                    <a:pt x="825" y="444"/>
                    <a:pt x="831" y="444"/>
                  </a:cubicBezTo>
                  <a:cubicBezTo>
                    <a:pt x="859" y="445"/>
                    <a:pt x="859" y="445"/>
                    <a:pt x="859" y="445"/>
                  </a:cubicBezTo>
                  <a:cubicBezTo>
                    <a:pt x="858" y="457"/>
                    <a:pt x="858" y="457"/>
                    <a:pt x="858" y="457"/>
                  </a:cubicBezTo>
                  <a:cubicBezTo>
                    <a:pt x="830" y="456"/>
                    <a:pt x="830" y="456"/>
                    <a:pt x="830" y="456"/>
                  </a:cubicBezTo>
                  <a:cubicBezTo>
                    <a:pt x="826" y="456"/>
                    <a:pt x="823" y="456"/>
                    <a:pt x="822" y="456"/>
                  </a:cubicBezTo>
                  <a:cubicBezTo>
                    <a:pt x="819" y="456"/>
                    <a:pt x="818" y="457"/>
                    <a:pt x="816" y="459"/>
                  </a:cubicBezTo>
                  <a:cubicBezTo>
                    <a:pt x="815" y="461"/>
                    <a:pt x="814" y="464"/>
                    <a:pt x="814" y="467"/>
                  </a:cubicBezTo>
                  <a:cubicBezTo>
                    <a:pt x="814" y="470"/>
                    <a:pt x="815" y="473"/>
                    <a:pt x="816" y="4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9" name="Freeform 68">
              <a:extLst>
                <a:ext uri="{FF2B5EF4-FFF2-40B4-BE49-F238E27FC236}">
                  <a16:creationId xmlns:a16="http://schemas.microsoft.com/office/drawing/2014/main" id="{015BF771-E8FB-492E-9FB3-3B6694E64A6A}"/>
                </a:ext>
              </a:extLst>
            </p:cNvPr>
            <p:cNvSpPr>
              <a:spLocks/>
            </p:cNvSpPr>
            <p:nvPr/>
          </p:nvSpPr>
          <p:spPr bwMode="auto">
            <a:xfrm>
              <a:off x="6087558" y="4249111"/>
              <a:ext cx="41275" cy="39688"/>
            </a:xfrm>
            <a:custGeom>
              <a:avLst/>
              <a:gdLst>
                <a:gd name="T0" fmla="*/ 13 w 22"/>
                <a:gd name="T1" fmla="*/ 20 h 21"/>
                <a:gd name="T2" fmla="*/ 17 w 22"/>
                <a:gd name="T3" fmla="*/ 20 h 21"/>
                <a:gd name="T4" fmla="*/ 21 w 22"/>
                <a:gd name="T5" fmla="*/ 17 h 21"/>
                <a:gd name="T6" fmla="*/ 22 w 22"/>
                <a:gd name="T7" fmla="*/ 13 h 21"/>
                <a:gd name="T8" fmla="*/ 19 w 22"/>
                <a:gd name="T9" fmla="*/ 8 h 21"/>
                <a:gd name="T10" fmla="*/ 13 w 22"/>
                <a:gd name="T11" fmla="*/ 3 h 21"/>
                <a:gd name="T12" fmla="*/ 8 w 22"/>
                <a:gd name="T13" fmla="*/ 0 h 21"/>
                <a:gd name="T14" fmla="*/ 0 w 22"/>
                <a:gd name="T15" fmla="*/ 12 h 21"/>
                <a:gd name="T16" fmla="*/ 5 w 22"/>
                <a:gd name="T17" fmla="*/ 16 h 21"/>
                <a:gd name="T18" fmla="*/ 13 w 22"/>
                <a:gd name="T19" fmla="*/ 2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 h="21">
                  <a:moveTo>
                    <a:pt x="13" y="20"/>
                  </a:moveTo>
                  <a:cubicBezTo>
                    <a:pt x="14" y="21"/>
                    <a:pt x="16" y="21"/>
                    <a:pt x="17" y="20"/>
                  </a:cubicBezTo>
                  <a:cubicBezTo>
                    <a:pt x="19" y="20"/>
                    <a:pt x="20" y="19"/>
                    <a:pt x="21" y="17"/>
                  </a:cubicBezTo>
                  <a:cubicBezTo>
                    <a:pt x="22" y="16"/>
                    <a:pt x="22" y="14"/>
                    <a:pt x="22" y="13"/>
                  </a:cubicBezTo>
                  <a:cubicBezTo>
                    <a:pt x="22" y="11"/>
                    <a:pt x="21" y="9"/>
                    <a:pt x="19" y="8"/>
                  </a:cubicBezTo>
                  <a:cubicBezTo>
                    <a:pt x="18" y="7"/>
                    <a:pt x="16" y="5"/>
                    <a:pt x="13" y="3"/>
                  </a:cubicBezTo>
                  <a:cubicBezTo>
                    <a:pt x="8" y="0"/>
                    <a:pt x="8" y="0"/>
                    <a:pt x="8" y="0"/>
                  </a:cubicBezTo>
                  <a:cubicBezTo>
                    <a:pt x="0" y="12"/>
                    <a:pt x="0" y="12"/>
                    <a:pt x="0" y="12"/>
                  </a:cubicBezTo>
                  <a:cubicBezTo>
                    <a:pt x="5" y="16"/>
                    <a:pt x="5" y="16"/>
                    <a:pt x="5" y="16"/>
                  </a:cubicBezTo>
                  <a:cubicBezTo>
                    <a:pt x="9" y="18"/>
                    <a:pt x="11" y="20"/>
                    <a:pt x="13"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0" name="Freeform 69">
              <a:extLst>
                <a:ext uri="{FF2B5EF4-FFF2-40B4-BE49-F238E27FC236}">
                  <a16:creationId xmlns:a16="http://schemas.microsoft.com/office/drawing/2014/main" id="{D1FAA13E-7209-4451-89BD-CA978A6CA041}"/>
                </a:ext>
              </a:extLst>
            </p:cNvPr>
            <p:cNvSpPr>
              <a:spLocks/>
            </p:cNvSpPr>
            <p:nvPr/>
          </p:nvSpPr>
          <p:spPr bwMode="auto">
            <a:xfrm>
              <a:off x="5819270" y="5563561"/>
              <a:ext cx="33338" cy="52388"/>
            </a:xfrm>
            <a:custGeom>
              <a:avLst/>
              <a:gdLst>
                <a:gd name="T0" fmla="*/ 3 w 18"/>
                <a:gd name="T1" fmla="*/ 3 h 28"/>
                <a:gd name="T2" fmla="*/ 5 w 18"/>
                <a:gd name="T3" fmla="*/ 6 h 28"/>
                <a:gd name="T4" fmla="*/ 7 w 18"/>
                <a:gd name="T5" fmla="*/ 8 h 28"/>
                <a:gd name="T6" fmla="*/ 7 w 18"/>
                <a:gd name="T7" fmla="*/ 11 h 28"/>
                <a:gd name="T8" fmla="*/ 6 w 18"/>
                <a:gd name="T9" fmla="*/ 13 h 28"/>
                <a:gd name="T10" fmla="*/ 2 w 18"/>
                <a:gd name="T11" fmla="*/ 19 h 28"/>
                <a:gd name="T12" fmla="*/ 3 w 18"/>
                <a:gd name="T13" fmla="*/ 25 h 28"/>
                <a:gd name="T14" fmla="*/ 8 w 18"/>
                <a:gd name="T15" fmla="*/ 22 h 28"/>
                <a:gd name="T16" fmla="*/ 9 w 18"/>
                <a:gd name="T17" fmla="*/ 21 h 28"/>
                <a:gd name="T18" fmla="*/ 10 w 18"/>
                <a:gd name="T19" fmla="*/ 19 h 28"/>
                <a:gd name="T20" fmla="*/ 14 w 18"/>
                <a:gd name="T21" fmla="*/ 13 h 28"/>
                <a:gd name="T22" fmla="*/ 17 w 18"/>
                <a:gd name="T23" fmla="*/ 6 h 28"/>
                <a:gd name="T24" fmla="*/ 17 w 18"/>
                <a:gd name="T25" fmla="*/ 4 h 28"/>
                <a:gd name="T26" fmla="*/ 12 w 18"/>
                <a:gd name="T27" fmla="*/ 1 h 28"/>
                <a:gd name="T28" fmla="*/ 7 w 18"/>
                <a:gd name="T29" fmla="*/ 0 h 28"/>
                <a:gd name="T30" fmla="*/ 4 w 18"/>
                <a:gd name="T31" fmla="*/ 0 h 28"/>
                <a:gd name="T32" fmla="*/ 3 w 18"/>
                <a:gd name="T33" fmla="*/ 3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8" h="28">
                  <a:moveTo>
                    <a:pt x="3" y="3"/>
                  </a:moveTo>
                  <a:cubicBezTo>
                    <a:pt x="4" y="4"/>
                    <a:pt x="5" y="6"/>
                    <a:pt x="5" y="6"/>
                  </a:cubicBezTo>
                  <a:cubicBezTo>
                    <a:pt x="6" y="8"/>
                    <a:pt x="7" y="8"/>
                    <a:pt x="7" y="8"/>
                  </a:cubicBezTo>
                  <a:cubicBezTo>
                    <a:pt x="8" y="9"/>
                    <a:pt x="7" y="11"/>
                    <a:pt x="7" y="11"/>
                  </a:cubicBezTo>
                  <a:cubicBezTo>
                    <a:pt x="6" y="12"/>
                    <a:pt x="6" y="13"/>
                    <a:pt x="6" y="13"/>
                  </a:cubicBezTo>
                  <a:cubicBezTo>
                    <a:pt x="5" y="16"/>
                    <a:pt x="2" y="19"/>
                    <a:pt x="2" y="19"/>
                  </a:cubicBezTo>
                  <a:cubicBezTo>
                    <a:pt x="0" y="21"/>
                    <a:pt x="3" y="25"/>
                    <a:pt x="3" y="25"/>
                  </a:cubicBezTo>
                  <a:cubicBezTo>
                    <a:pt x="4" y="28"/>
                    <a:pt x="8" y="22"/>
                    <a:pt x="8" y="22"/>
                  </a:cubicBezTo>
                  <a:cubicBezTo>
                    <a:pt x="8" y="21"/>
                    <a:pt x="9" y="21"/>
                    <a:pt x="9" y="21"/>
                  </a:cubicBezTo>
                  <a:cubicBezTo>
                    <a:pt x="10" y="20"/>
                    <a:pt x="10" y="19"/>
                    <a:pt x="10" y="19"/>
                  </a:cubicBezTo>
                  <a:cubicBezTo>
                    <a:pt x="12" y="16"/>
                    <a:pt x="14" y="13"/>
                    <a:pt x="14" y="13"/>
                  </a:cubicBezTo>
                  <a:cubicBezTo>
                    <a:pt x="15" y="12"/>
                    <a:pt x="17" y="6"/>
                    <a:pt x="17" y="6"/>
                  </a:cubicBezTo>
                  <a:cubicBezTo>
                    <a:pt x="18" y="6"/>
                    <a:pt x="17" y="4"/>
                    <a:pt x="17" y="4"/>
                  </a:cubicBezTo>
                  <a:cubicBezTo>
                    <a:pt x="17" y="3"/>
                    <a:pt x="12" y="1"/>
                    <a:pt x="12" y="1"/>
                  </a:cubicBezTo>
                  <a:cubicBezTo>
                    <a:pt x="11" y="1"/>
                    <a:pt x="9" y="0"/>
                    <a:pt x="7" y="0"/>
                  </a:cubicBezTo>
                  <a:cubicBezTo>
                    <a:pt x="6" y="0"/>
                    <a:pt x="4" y="0"/>
                    <a:pt x="4" y="0"/>
                  </a:cubicBezTo>
                  <a:cubicBezTo>
                    <a:pt x="1" y="1"/>
                    <a:pt x="3" y="3"/>
                    <a:pt x="3"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1" name="Freeform 70">
              <a:extLst>
                <a:ext uri="{FF2B5EF4-FFF2-40B4-BE49-F238E27FC236}">
                  <a16:creationId xmlns:a16="http://schemas.microsoft.com/office/drawing/2014/main" id="{8E2E4C7D-FFF9-4617-8DFA-F21FDED366F6}"/>
                </a:ext>
              </a:extLst>
            </p:cNvPr>
            <p:cNvSpPr>
              <a:spLocks/>
            </p:cNvSpPr>
            <p:nvPr/>
          </p:nvSpPr>
          <p:spPr bwMode="auto">
            <a:xfrm>
              <a:off x="6317745" y="4565023"/>
              <a:ext cx="68263" cy="63500"/>
            </a:xfrm>
            <a:custGeom>
              <a:avLst/>
              <a:gdLst>
                <a:gd name="T0" fmla="*/ 25 w 37"/>
                <a:gd name="T1" fmla="*/ 32 h 34"/>
                <a:gd name="T2" fmla="*/ 35 w 37"/>
                <a:gd name="T3" fmla="*/ 23 h 34"/>
                <a:gd name="T4" fmla="*/ 35 w 37"/>
                <a:gd name="T5" fmla="*/ 10 h 34"/>
                <a:gd name="T6" fmla="*/ 27 w 37"/>
                <a:gd name="T7" fmla="*/ 2 h 34"/>
                <a:gd name="T8" fmla="*/ 13 w 37"/>
                <a:gd name="T9" fmla="*/ 3 h 34"/>
                <a:gd name="T10" fmla="*/ 2 w 37"/>
                <a:gd name="T11" fmla="*/ 12 h 34"/>
                <a:gd name="T12" fmla="*/ 2 w 37"/>
                <a:gd name="T13" fmla="*/ 24 h 34"/>
                <a:gd name="T14" fmla="*/ 11 w 37"/>
                <a:gd name="T15" fmla="*/ 33 h 34"/>
                <a:gd name="T16" fmla="*/ 25 w 37"/>
                <a:gd name="T17" fmla="*/ 3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34">
                  <a:moveTo>
                    <a:pt x="25" y="32"/>
                  </a:moveTo>
                  <a:cubicBezTo>
                    <a:pt x="30" y="29"/>
                    <a:pt x="34" y="26"/>
                    <a:pt x="35" y="23"/>
                  </a:cubicBezTo>
                  <a:cubicBezTo>
                    <a:pt x="37" y="19"/>
                    <a:pt x="37" y="15"/>
                    <a:pt x="35" y="10"/>
                  </a:cubicBezTo>
                  <a:cubicBezTo>
                    <a:pt x="33" y="6"/>
                    <a:pt x="31" y="3"/>
                    <a:pt x="27" y="2"/>
                  </a:cubicBezTo>
                  <a:cubicBezTo>
                    <a:pt x="23" y="0"/>
                    <a:pt x="18" y="0"/>
                    <a:pt x="13" y="3"/>
                  </a:cubicBezTo>
                  <a:cubicBezTo>
                    <a:pt x="7" y="5"/>
                    <a:pt x="4" y="8"/>
                    <a:pt x="2" y="12"/>
                  </a:cubicBezTo>
                  <a:cubicBezTo>
                    <a:pt x="0" y="16"/>
                    <a:pt x="0" y="20"/>
                    <a:pt x="2" y="24"/>
                  </a:cubicBezTo>
                  <a:cubicBezTo>
                    <a:pt x="4" y="28"/>
                    <a:pt x="7" y="31"/>
                    <a:pt x="11" y="33"/>
                  </a:cubicBezTo>
                  <a:cubicBezTo>
                    <a:pt x="14" y="34"/>
                    <a:pt x="19" y="34"/>
                    <a:pt x="25" y="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62" name="组合 61">
            <a:extLst>
              <a:ext uri="{FF2B5EF4-FFF2-40B4-BE49-F238E27FC236}">
                <a16:creationId xmlns:a16="http://schemas.microsoft.com/office/drawing/2014/main" id="{6ADBFEBD-5E77-4378-BA2D-B0541D3F26E0}"/>
              </a:ext>
            </a:extLst>
          </p:cNvPr>
          <p:cNvGrpSpPr/>
          <p:nvPr userDrawn="1"/>
        </p:nvGrpSpPr>
        <p:grpSpPr>
          <a:xfrm>
            <a:off x="-3520096" y="0"/>
            <a:ext cx="6882359" cy="6858000"/>
            <a:chOff x="4804858" y="3977648"/>
            <a:chExt cx="1793875" cy="1787526"/>
          </a:xfrm>
          <a:solidFill>
            <a:schemeClr val="bg1">
              <a:lumMod val="85000"/>
              <a:alpha val="40000"/>
            </a:schemeClr>
          </a:solidFill>
        </p:grpSpPr>
        <p:sp>
          <p:nvSpPr>
            <p:cNvPr id="63" name="Rectangle 51">
              <a:extLst>
                <a:ext uri="{FF2B5EF4-FFF2-40B4-BE49-F238E27FC236}">
                  <a16:creationId xmlns:a16="http://schemas.microsoft.com/office/drawing/2014/main" id="{6B7E4719-139E-4E9A-A3D6-93F5E30A9C33}"/>
                </a:ext>
              </a:extLst>
            </p:cNvPr>
            <p:cNvSpPr>
              <a:spLocks noChangeArrowheads="1"/>
            </p:cNvSpPr>
            <p:nvPr/>
          </p:nvSpPr>
          <p:spPr bwMode="auto">
            <a:xfrm>
              <a:off x="5957383" y="4693611"/>
              <a:ext cx="7938" cy="15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4" name="Freeform 52">
              <a:extLst>
                <a:ext uri="{FF2B5EF4-FFF2-40B4-BE49-F238E27FC236}">
                  <a16:creationId xmlns:a16="http://schemas.microsoft.com/office/drawing/2014/main" id="{68F124EC-6F9B-4B28-9F3F-4F9963C51203}"/>
                </a:ext>
              </a:extLst>
            </p:cNvPr>
            <p:cNvSpPr>
              <a:spLocks noEditPoints="1"/>
            </p:cNvSpPr>
            <p:nvPr/>
          </p:nvSpPr>
          <p:spPr bwMode="auto">
            <a:xfrm>
              <a:off x="5217608" y="4339598"/>
              <a:ext cx="917575" cy="1074738"/>
            </a:xfrm>
            <a:custGeom>
              <a:avLst/>
              <a:gdLst>
                <a:gd name="T0" fmla="*/ 342 w 495"/>
                <a:gd name="T1" fmla="*/ 490 h 581"/>
                <a:gd name="T2" fmla="*/ 267 w 495"/>
                <a:gd name="T3" fmla="*/ 393 h 581"/>
                <a:gd name="T4" fmla="*/ 155 w 495"/>
                <a:gd name="T5" fmla="*/ 426 h 581"/>
                <a:gd name="T6" fmla="*/ 159 w 495"/>
                <a:gd name="T7" fmla="*/ 351 h 581"/>
                <a:gd name="T8" fmla="*/ 108 w 495"/>
                <a:gd name="T9" fmla="*/ 266 h 581"/>
                <a:gd name="T10" fmla="*/ 118 w 495"/>
                <a:gd name="T11" fmla="*/ 114 h 581"/>
                <a:gd name="T12" fmla="*/ 157 w 495"/>
                <a:gd name="T13" fmla="*/ 118 h 581"/>
                <a:gd name="T14" fmla="*/ 168 w 495"/>
                <a:gd name="T15" fmla="*/ 129 h 581"/>
                <a:gd name="T16" fmla="*/ 173 w 495"/>
                <a:gd name="T17" fmla="*/ 168 h 581"/>
                <a:gd name="T18" fmla="*/ 68 w 495"/>
                <a:gd name="T19" fmla="*/ 266 h 581"/>
                <a:gd name="T20" fmla="*/ 153 w 495"/>
                <a:gd name="T21" fmla="*/ 111 h 581"/>
                <a:gd name="T22" fmla="*/ 142 w 495"/>
                <a:gd name="T23" fmla="*/ 149 h 581"/>
                <a:gd name="T24" fmla="*/ 181 w 495"/>
                <a:gd name="T25" fmla="*/ 133 h 581"/>
                <a:gd name="T26" fmla="*/ 182 w 495"/>
                <a:gd name="T27" fmla="*/ 47 h 581"/>
                <a:gd name="T28" fmla="*/ 197 w 495"/>
                <a:gd name="T29" fmla="*/ 282 h 581"/>
                <a:gd name="T30" fmla="*/ 199 w 495"/>
                <a:gd name="T31" fmla="*/ 136 h 581"/>
                <a:gd name="T32" fmla="*/ 201 w 495"/>
                <a:gd name="T33" fmla="*/ 5 h 581"/>
                <a:gd name="T34" fmla="*/ 212 w 495"/>
                <a:gd name="T35" fmla="*/ 61 h 581"/>
                <a:gd name="T36" fmla="*/ 256 w 495"/>
                <a:gd name="T37" fmla="*/ 145 h 581"/>
                <a:gd name="T38" fmla="*/ 279 w 495"/>
                <a:gd name="T39" fmla="*/ 84 h 581"/>
                <a:gd name="T40" fmla="*/ 358 w 495"/>
                <a:gd name="T41" fmla="*/ 54 h 581"/>
                <a:gd name="T42" fmla="*/ 412 w 495"/>
                <a:gd name="T43" fmla="*/ 93 h 581"/>
                <a:gd name="T44" fmla="*/ 431 w 495"/>
                <a:gd name="T45" fmla="*/ 95 h 581"/>
                <a:gd name="T46" fmla="*/ 463 w 495"/>
                <a:gd name="T47" fmla="*/ 155 h 581"/>
                <a:gd name="T48" fmla="*/ 222 w 495"/>
                <a:gd name="T49" fmla="*/ 279 h 581"/>
                <a:gd name="T50" fmla="*/ 350 w 495"/>
                <a:gd name="T51" fmla="*/ 257 h 581"/>
                <a:gd name="T52" fmla="*/ 398 w 495"/>
                <a:gd name="T53" fmla="*/ 210 h 581"/>
                <a:gd name="T54" fmla="*/ 407 w 495"/>
                <a:gd name="T55" fmla="*/ 219 h 581"/>
                <a:gd name="T56" fmla="*/ 412 w 495"/>
                <a:gd name="T57" fmla="*/ 451 h 581"/>
                <a:gd name="T58" fmla="*/ 406 w 495"/>
                <a:gd name="T59" fmla="*/ 320 h 581"/>
                <a:gd name="T60" fmla="*/ 469 w 495"/>
                <a:gd name="T61" fmla="*/ 184 h 581"/>
                <a:gd name="T62" fmla="*/ 460 w 495"/>
                <a:gd name="T63" fmla="*/ 233 h 581"/>
                <a:gd name="T64" fmla="*/ 384 w 495"/>
                <a:gd name="T65" fmla="*/ 222 h 581"/>
                <a:gd name="T66" fmla="*/ 421 w 495"/>
                <a:gd name="T67" fmla="*/ 188 h 581"/>
                <a:gd name="T68" fmla="*/ 364 w 495"/>
                <a:gd name="T69" fmla="*/ 225 h 581"/>
                <a:gd name="T70" fmla="*/ 361 w 495"/>
                <a:gd name="T71" fmla="*/ 188 h 581"/>
                <a:gd name="T72" fmla="*/ 387 w 495"/>
                <a:gd name="T73" fmla="*/ 356 h 581"/>
                <a:gd name="T74" fmla="*/ 220 w 495"/>
                <a:gd name="T75" fmla="*/ 351 h 581"/>
                <a:gd name="T76" fmla="*/ 236 w 495"/>
                <a:gd name="T77" fmla="*/ 315 h 581"/>
                <a:gd name="T78" fmla="*/ 207 w 495"/>
                <a:gd name="T79" fmla="*/ 171 h 581"/>
                <a:gd name="T80" fmla="*/ 239 w 495"/>
                <a:gd name="T81" fmla="*/ 166 h 581"/>
                <a:gd name="T82" fmla="*/ 252 w 495"/>
                <a:gd name="T83" fmla="*/ 158 h 581"/>
                <a:gd name="T84" fmla="*/ 270 w 495"/>
                <a:gd name="T85" fmla="*/ 130 h 581"/>
                <a:gd name="T86" fmla="*/ 279 w 495"/>
                <a:gd name="T87" fmla="*/ 100 h 581"/>
                <a:gd name="T88" fmla="*/ 394 w 495"/>
                <a:gd name="T89" fmla="*/ 130 h 581"/>
                <a:gd name="T90" fmla="*/ 438 w 495"/>
                <a:gd name="T91" fmla="*/ 100 h 581"/>
                <a:gd name="T92" fmla="*/ 439 w 495"/>
                <a:gd name="T93" fmla="*/ 153 h 581"/>
                <a:gd name="T94" fmla="*/ 457 w 495"/>
                <a:gd name="T95" fmla="*/ 159 h 581"/>
                <a:gd name="T96" fmla="*/ 475 w 495"/>
                <a:gd name="T97" fmla="*/ 100 h 581"/>
                <a:gd name="T98" fmla="*/ 456 w 495"/>
                <a:gd name="T99" fmla="*/ 80 h 581"/>
                <a:gd name="T100" fmla="*/ 344 w 495"/>
                <a:gd name="T101" fmla="*/ 34 h 581"/>
                <a:gd name="T102" fmla="*/ 207 w 495"/>
                <a:gd name="T103" fmla="*/ 0 h 581"/>
                <a:gd name="T104" fmla="*/ 173 w 495"/>
                <a:gd name="T105" fmla="*/ 7 h 581"/>
                <a:gd name="T106" fmla="*/ 144 w 495"/>
                <a:gd name="T107" fmla="*/ 23 h 581"/>
                <a:gd name="T108" fmla="*/ 122 w 495"/>
                <a:gd name="T109" fmla="*/ 51 h 581"/>
                <a:gd name="T110" fmla="*/ 149 w 495"/>
                <a:gd name="T111" fmla="*/ 82 h 581"/>
                <a:gd name="T112" fmla="*/ 59 w 495"/>
                <a:gd name="T113" fmla="*/ 98 h 581"/>
                <a:gd name="T114" fmla="*/ 108 w 495"/>
                <a:gd name="T115" fmla="*/ 286 h 581"/>
                <a:gd name="T116" fmla="*/ 153 w 495"/>
                <a:gd name="T117" fmla="*/ 307 h 581"/>
                <a:gd name="T118" fmla="*/ 103 w 495"/>
                <a:gd name="T119" fmla="*/ 418 h 581"/>
                <a:gd name="T120" fmla="*/ 495 w 495"/>
                <a:gd name="T121" fmla="*/ 512 h 5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95" h="581">
                  <a:moveTo>
                    <a:pt x="370" y="368"/>
                  </a:moveTo>
                  <a:cubicBezTo>
                    <a:pt x="334" y="361"/>
                    <a:pt x="334" y="361"/>
                    <a:pt x="334" y="361"/>
                  </a:cubicBezTo>
                  <a:cubicBezTo>
                    <a:pt x="290" y="370"/>
                    <a:pt x="290" y="370"/>
                    <a:pt x="290" y="370"/>
                  </a:cubicBezTo>
                  <a:cubicBezTo>
                    <a:pt x="299" y="361"/>
                    <a:pt x="299" y="361"/>
                    <a:pt x="299" y="361"/>
                  </a:cubicBezTo>
                  <a:cubicBezTo>
                    <a:pt x="338" y="349"/>
                    <a:pt x="338" y="349"/>
                    <a:pt x="338" y="349"/>
                  </a:cubicBezTo>
                  <a:cubicBezTo>
                    <a:pt x="377" y="362"/>
                    <a:pt x="377" y="362"/>
                    <a:pt x="377" y="362"/>
                  </a:cubicBezTo>
                  <a:lnTo>
                    <a:pt x="370" y="368"/>
                  </a:lnTo>
                  <a:close/>
                  <a:moveTo>
                    <a:pt x="342" y="490"/>
                  </a:moveTo>
                  <a:cubicBezTo>
                    <a:pt x="338" y="469"/>
                    <a:pt x="338" y="469"/>
                    <a:pt x="338" y="469"/>
                  </a:cubicBezTo>
                  <a:cubicBezTo>
                    <a:pt x="350" y="422"/>
                    <a:pt x="350" y="422"/>
                    <a:pt x="350" y="422"/>
                  </a:cubicBezTo>
                  <a:cubicBezTo>
                    <a:pt x="350" y="422"/>
                    <a:pt x="350" y="422"/>
                    <a:pt x="350" y="422"/>
                  </a:cubicBezTo>
                  <a:cubicBezTo>
                    <a:pt x="350" y="422"/>
                    <a:pt x="350" y="422"/>
                    <a:pt x="350" y="422"/>
                  </a:cubicBezTo>
                  <a:cubicBezTo>
                    <a:pt x="365" y="420"/>
                    <a:pt x="365" y="420"/>
                    <a:pt x="365" y="420"/>
                  </a:cubicBezTo>
                  <a:cubicBezTo>
                    <a:pt x="376" y="493"/>
                    <a:pt x="376" y="493"/>
                    <a:pt x="376" y="493"/>
                  </a:cubicBezTo>
                  <a:cubicBezTo>
                    <a:pt x="365" y="492"/>
                    <a:pt x="354" y="491"/>
                    <a:pt x="342" y="490"/>
                  </a:cubicBezTo>
                  <a:close/>
                  <a:moveTo>
                    <a:pt x="267" y="393"/>
                  </a:moveTo>
                  <a:cubicBezTo>
                    <a:pt x="300" y="401"/>
                    <a:pt x="300" y="401"/>
                    <a:pt x="300" y="401"/>
                  </a:cubicBezTo>
                  <a:cubicBezTo>
                    <a:pt x="345" y="384"/>
                    <a:pt x="345" y="384"/>
                    <a:pt x="345" y="384"/>
                  </a:cubicBezTo>
                  <a:cubicBezTo>
                    <a:pt x="370" y="396"/>
                    <a:pt x="370" y="396"/>
                    <a:pt x="370" y="396"/>
                  </a:cubicBezTo>
                  <a:cubicBezTo>
                    <a:pt x="345" y="392"/>
                    <a:pt x="345" y="392"/>
                    <a:pt x="345" y="392"/>
                  </a:cubicBezTo>
                  <a:cubicBezTo>
                    <a:pt x="299" y="409"/>
                    <a:pt x="299" y="409"/>
                    <a:pt x="299" y="409"/>
                  </a:cubicBezTo>
                  <a:lnTo>
                    <a:pt x="267" y="393"/>
                  </a:lnTo>
                  <a:close/>
                  <a:moveTo>
                    <a:pt x="172" y="472"/>
                  </a:moveTo>
                  <a:cubicBezTo>
                    <a:pt x="155" y="426"/>
                    <a:pt x="155" y="426"/>
                    <a:pt x="155" y="426"/>
                  </a:cubicBezTo>
                  <a:cubicBezTo>
                    <a:pt x="132" y="419"/>
                    <a:pt x="132" y="419"/>
                    <a:pt x="132" y="419"/>
                  </a:cubicBezTo>
                  <a:cubicBezTo>
                    <a:pt x="171" y="407"/>
                    <a:pt x="171" y="407"/>
                    <a:pt x="171" y="407"/>
                  </a:cubicBezTo>
                  <a:cubicBezTo>
                    <a:pt x="186" y="457"/>
                    <a:pt x="186" y="457"/>
                    <a:pt x="186" y="457"/>
                  </a:cubicBezTo>
                  <a:cubicBezTo>
                    <a:pt x="278" y="443"/>
                    <a:pt x="278" y="443"/>
                    <a:pt x="278" y="443"/>
                  </a:cubicBezTo>
                  <a:lnTo>
                    <a:pt x="172" y="472"/>
                  </a:lnTo>
                  <a:close/>
                  <a:moveTo>
                    <a:pt x="155" y="326"/>
                  </a:moveTo>
                  <a:cubicBezTo>
                    <a:pt x="159" y="326"/>
                    <a:pt x="159" y="326"/>
                    <a:pt x="159" y="326"/>
                  </a:cubicBezTo>
                  <a:cubicBezTo>
                    <a:pt x="159" y="351"/>
                    <a:pt x="159" y="351"/>
                    <a:pt x="159" y="351"/>
                  </a:cubicBezTo>
                  <a:cubicBezTo>
                    <a:pt x="155" y="351"/>
                    <a:pt x="155" y="351"/>
                    <a:pt x="155" y="351"/>
                  </a:cubicBezTo>
                  <a:lnTo>
                    <a:pt x="155" y="326"/>
                  </a:lnTo>
                  <a:close/>
                  <a:moveTo>
                    <a:pt x="164" y="326"/>
                  </a:moveTo>
                  <a:cubicBezTo>
                    <a:pt x="187" y="326"/>
                    <a:pt x="187" y="326"/>
                    <a:pt x="187" y="326"/>
                  </a:cubicBezTo>
                  <a:cubicBezTo>
                    <a:pt x="187" y="351"/>
                    <a:pt x="187" y="351"/>
                    <a:pt x="187" y="351"/>
                  </a:cubicBezTo>
                  <a:cubicBezTo>
                    <a:pt x="164" y="351"/>
                    <a:pt x="164" y="351"/>
                    <a:pt x="164" y="351"/>
                  </a:cubicBezTo>
                  <a:lnTo>
                    <a:pt x="164" y="326"/>
                  </a:lnTo>
                  <a:close/>
                  <a:moveTo>
                    <a:pt x="108" y="266"/>
                  </a:moveTo>
                  <a:cubicBezTo>
                    <a:pt x="108" y="266"/>
                    <a:pt x="108" y="266"/>
                    <a:pt x="108" y="266"/>
                  </a:cubicBezTo>
                  <a:cubicBezTo>
                    <a:pt x="79" y="266"/>
                    <a:pt x="79" y="266"/>
                    <a:pt x="79" y="266"/>
                  </a:cubicBezTo>
                  <a:cubicBezTo>
                    <a:pt x="79" y="100"/>
                    <a:pt x="79" y="100"/>
                    <a:pt x="79" y="100"/>
                  </a:cubicBezTo>
                  <a:cubicBezTo>
                    <a:pt x="110" y="100"/>
                    <a:pt x="110" y="100"/>
                    <a:pt x="110" y="100"/>
                  </a:cubicBezTo>
                  <a:cubicBezTo>
                    <a:pt x="110" y="98"/>
                    <a:pt x="110" y="98"/>
                    <a:pt x="110" y="98"/>
                  </a:cubicBezTo>
                  <a:cubicBezTo>
                    <a:pt x="149" y="98"/>
                    <a:pt x="149" y="98"/>
                    <a:pt x="149" y="98"/>
                  </a:cubicBezTo>
                  <a:cubicBezTo>
                    <a:pt x="149" y="99"/>
                    <a:pt x="149" y="100"/>
                    <a:pt x="150" y="101"/>
                  </a:cubicBezTo>
                  <a:cubicBezTo>
                    <a:pt x="118" y="114"/>
                    <a:pt x="118" y="114"/>
                    <a:pt x="118" y="114"/>
                  </a:cubicBezTo>
                  <a:cubicBezTo>
                    <a:pt x="117" y="112"/>
                    <a:pt x="117" y="112"/>
                    <a:pt x="117" y="112"/>
                  </a:cubicBezTo>
                  <a:cubicBezTo>
                    <a:pt x="117" y="112"/>
                    <a:pt x="117" y="112"/>
                    <a:pt x="117" y="112"/>
                  </a:cubicBezTo>
                  <a:cubicBezTo>
                    <a:pt x="113" y="114"/>
                    <a:pt x="113" y="114"/>
                    <a:pt x="113" y="114"/>
                  </a:cubicBezTo>
                  <a:cubicBezTo>
                    <a:pt x="120" y="132"/>
                    <a:pt x="120" y="132"/>
                    <a:pt x="120" y="132"/>
                  </a:cubicBezTo>
                  <a:cubicBezTo>
                    <a:pt x="124" y="130"/>
                    <a:pt x="124" y="130"/>
                    <a:pt x="124" y="130"/>
                  </a:cubicBezTo>
                  <a:cubicBezTo>
                    <a:pt x="123" y="128"/>
                    <a:pt x="123" y="128"/>
                    <a:pt x="123" y="128"/>
                  </a:cubicBezTo>
                  <a:cubicBezTo>
                    <a:pt x="155" y="115"/>
                    <a:pt x="155" y="115"/>
                    <a:pt x="155" y="115"/>
                  </a:cubicBezTo>
                  <a:cubicBezTo>
                    <a:pt x="156" y="116"/>
                    <a:pt x="157" y="117"/>
                    <a:pt x="157" y="118"/>
                  </a:cubicBezTo>
                  <a:cubicBezTo>
                    <a:pt x="134" y="142"/>
                    <a:pt x="134" y="142"/>
                    <a:pt x="134" y="142"/>
                  </a:cubicBezTo>
                  <a:cubicBezTo>
                    <a:pt x="132" y="141"/>
                    <a:pt x="132" y="141"/>
                    <a:pt x="132" y="141"/>
                  </a:cubicBezTo>
                  <a:cubicBezTo>
                    <a:pt x="132" y="141"/>
                    <a:pt x="132" y="141"/>
                    <a:pt x="132" y="141"/>
                  </a:cubicBezTo>
                  <a:cubicBezTo>
                    <a:pt x="129" y="144"/>
                    <a:pt x="129" y="144"/>
                    <a:pt x="129" y="144"/>
                  </a:cubicBezTo>
                  <a:cubicBezTo>
                    <a:pt x="143" y="158"/>
                    <a:pt x="143" y="158"/>
                    <a:pt x="143" y="158"/>
                  </a:cubicBezTo>
                  <a:cubicBezTo>
                    <a:pt x="146" y="155"/>
                    <a:pt x="146" y="155"/>
                    <a:pt x="146" y="155"/>
                  </a:cubicBezTo>
                  <a:cubicBezTo>
                    <a:pt x="144" y="153"/>
                    <a:pt x="144" y="153"/>
                    <a:pt x="144" y="153"/>
                  </a:cubicBezTo>
                  <a:cubicBezTo>
                    <a:pt x="168" y="129"/>
                    <a:pt x="168" y="129"/>
                    <a:pt x="168" y="129"/>
                  </a:cubicBezTo>
                  <a:cubicBezTo>
                    <a:pt x="169" y="130"/>
                    <a:pt x="170" y="131"/>
                    <a:pt x="171" y="131"/>
                  </a:cubicBezTo>
                  <a:cubicBezTo>
                    <a:pt x="159" y="163"/>
                    <a:pt x="159" y="163"/>
                    <a:pt x="159" y="163"/>
                  </a:cubicBezTo>
                  <a:cubicBezTo>
                    <a:pt x="157" y="162"/>
                    <a:pt x="157" y="162"/>
                    <a:pt x="157" y="162"/>
                  </a:cubicBezTo>
                  <a:cubicBezTo>
                    <a:pt x="157" y="162"/>
                    <a:pt x="157" y="162"/>
                    <a:pt x="157" y="162"/>
                  </a:cubicBezTo>
                  <a:cubicBezTo>
                    <a:pt x="155" y="166"/>
                    <a:pt x="155" y="166"/>
                    <a:pt x="155" y="166"/>
                  </a:cubicBezTo>
                  <a:cubicBezTo>
                    <a:pt x="173" y="173"/>
                    <a:pt x="173" y="173"/>
                    <a:pt x="173" y="173"/>
                  </a:cubicBezTo>
                  <a:cubicBezTo>
                    <a:pt x="175" y="169"/>
                    <a:pt x="175" y="169"/>
                    <a:pt x="175" y="169"/>
                  </a:cubicBezTo>
                  <a:cubicBezTo>
                    <a:pt x="173" y="168"/>
                    <a:pt x="173" y="168"/>
                    <a:pt x="173" y="168"/>
                  </a:cubicBezTo>
                  <a:cubicBezTo>
                    <a:pt x="185" y="137"/>
                    <a:pt x="185" y="137"/>
                    <a:pt x="185" y="137"/>
                  </a:cubicBezTo>
                  <a:cubicBezTo>
                    <a:pt x="187" y="137"/>
                    <a:pt x="188" y="138"/>
                    <a:pt x="190" y="138"/>
                  </a:cubicBezTo>
                  <a:cubicBezTo>
                    <a:pt x="190" y="171"/>
                    <a:pt x="190" y="171"/>
                    <a:pt x="190" y="171"/>
                  </a:cubicBezTo>
                  <a:cubicBezTo>
                    <a:pt x="187" y="171"/>
                    <a:pt x="187" y="171"/>
                    <a:pt x="187" y="171"/>
                  </a:cubicBezTo>
                  <a:cubicBezTo>
                    <a:pt x="187" y="266"/>
                    <a:pt x="187" y="266"/>
                    <a:pt x="187" y="266"/>
                  </a:cubicBezTo>
                  <a:lnTo>
                    <a:pt x="108" y="266"/>
                  </a:lnTo>
                  <a:close/>
                  <a:moveTo>
                    <a:pt x="74" y="266"/>
                  </a:moveTo>
                  <a:cubicBezTo>
                    <a:pt x="68" y="266"/>
                    <a:pt x="68" y="266"/>
                    <a:pt x="68" y="266"/>
                  </a:cubicBezTo>
                  <a:cubicBezTo>
                    <a:pt x="68" y="100"/>
                    <a:pt x="68" y="100"/>
                    <a:pt x="68" y="100"/>
                  </a:cubicBezTo>
                  <a:cubicBezTo>
                    <a:pt x="74" y="100"/>
                    <a:pt x="74" y="100"/>
                    <a:pt x="74" y="100"/>
                  </a:cubicBezTo>
                  <a:lnTo>
                    <a:pt x="74" y="266"/>
                  </a:lnTo>
                  <a:close/>
                  <a:moveTo>
                    <a:pt x="153" y="111"/>
                  </a:moveTo>
                  <a:cubicBezTo>
                    <a:pt x="153" y="112"/>
                    <a:pt x="154" y="112"/>
                    <a:pt x="154" y="113"/>
                  </a:cubicBezTo>
                  <a:cubicBezTo>
                    <a:pt x="125" y="125"/>
                    <a:pt x="125" y="125"/>
                    <a:pt x="125" y="125"/>
                  </a:cubicBezTo>
                  <a:cubicBezTo>
                    <a:pt x="124" y="123"/>
                    <a:pt x="124" y="123"/>
                    <a:pt x="124" y="123"/>
                  </a:cubicBezTo>
                  <a:lnTo>
                    <a:pt x="153" y="111"/>
                  </a:lnTo>
                  <a:close/>
                  <a:moveTo>
                    <a:pt x="122" y="57"/>
                  </a:moveTo>
                  <a:cubicBezTo>
                    <a:pt x="123" y="55"/>
                    <a:pt x="123" y="55"/>
                    <a:pt x="123" y="55"/>
                  </a:cubicBezTo>
                  <a:cubicBezTo>
                    <a:pt x="156" y="69"/>
                    <a:pt x="156" y="69"/>
                    <a:pt x="156" y="69"/>
                  </a:cubicBezTo>
                  <a:cubicBezTo>
                    <a:pt x="155" y="70"/>
                    <a:pt x="155" y="70"/>
                    <a:pt x="155" y="70"/>
                  </a:cubicBezTo>
                  <a:lnTo>
                    <a:pt x="122" y="57"/>
                  </a:lnTo>
                  <a:close/>
                  <a:moveTo>
                    <a:pt x="166" y="124"/>
                  </a:moveTo>
                  <a:cubicBezTo>
                    <a:pt x="166" y="125"/>
                    <a:pt x="167" y="125"/>
                    <a:pt x="168" y="126"/>
                  </a:cubicBezTo>
                  <a:cubicBezTo>
                    <a:pt x="142" y="149"/>
                    <a:pt x="142" y="149"/>
                    <a:pt x="142" y="149"/>
                  </a:cubicBezTo>
                  <a:cubicBezTo>
                    <a:pt x="141" y="148"/>
                    <a:pt x="141" y="148"/>
                    <a:pt x="141" y="148"/>
                  </a:cubicBezTo>
                  <a:lnTo>
                    <a:pt x="166" y="124"/>
                  </a:lnTo>
                  <a:close/>
                  <a:moveTo>
                    <a:pt x="140" y="29"/>
                  </a:moveTo>
                  <a:cubicBezTo>
                    <a:pt x="144" y="30"/>
                    <a:pt x="144" y="30"/>
                    <a:pt x="144" y="30"/>
                  </a:cubicBezTo>
                  <a:cubicBezTo>
                    <a:pt x="168" y="54"/>
                    <a:pt x="168" y="54"/>
                    <a:pt x="168" y="54"/>
                  </a:cubicBezTo>
                  <a:cubicBezTo>
                    <a:pt x="166" y="56"/>
                    <a:pt x="166" y="56"/>
                    <a:pt x="166" y="56"/>
                  </a:cubicBezTo>
                  <a:lnTo>
                    <a:pt x="140" y="29"/>
                  </a:lnTo>
                  <a:close/>
                  <a:moveTo>
                    <a:pt x="181" y="133"/>
                  </a:moveTo>
                  <a:cubicBezTo>
                    <a:pt x="182" y="133"/>
                    <a:pt x="182" y="134"/>
                    <a:pt x="183" y="134"/>
                  </a:cubicBezTo>
                  <a:cubicBezTo>
                    <a:pt x="170" y="166"/>
                    <a:pt x="170" y="166"/>
                    <a:pt x="170" y="166"/>
                  </a:cubicBezTo>
                  <a:cubicBezTo>
                    <a:pt x="168" y="165"/>
                    <a:pt x="168" y="165"/>
                    <a:pt x="168" y="165"/>
                  </a:cubicBezTo>
                  <a:lnTo>
                    <a:pt x="181" y="133"/>
                  </a:lnTo>
                  <a:close/>
                  <a:moveTo>
                    <a:pt x="167" y="10"/>
                  </a:moveTo>
                  <a:cubicBezTo>
                    <a:pt x="171" y="17"/>
                    <a:pt x="171" y="17"/>
                    <a:pt x="171" y="17"/>
                  </a:cubicBezTo>
                  <a:cubicBezTo>
                    <a:pt x="185" y="46"/>
                    <a:pt x="185" y="46"/>
                    <a:pt x="185" y="46"/>
                  </a:cubicBezTo>
                  <a:cubicBezTo>
                    <a:pt x="184" y="46"/>
                    <a:pt x="183" y="47"/>
                    <a:pt x="182" y="47"/>
                  </a:cubicBezTo>
                  <a:lnTo>
                    <a:pt x="167" y="10"/>
                  </a:lnTo>
                  <a:close/>
                  <a:moveTo>
                    <a:pt x="197" y="323"/>
                  </a:moveTo>
                  <a:cubicBezTo>
                    <a:pt x="197" y="323"/>
                    <a:pt x="197" y="323"/>
                    <a:pt x="197" y="323"/>
                  </a:cubicBezTo>
                  <a:cubicBezTo>
                    <a:pt x="201" y="328"/>
                    <a:pt x="201" y="328"/>
                    <a:pt x="201" y="328"/>
                  </a:cubicBezTo>
                  <a:cubicBezTo>
                    <a:pt x="201" y="351"/>
                    <a:pt x="201" y="351"/>
                    <a:pt x="201" y="351"/>
                  </a:cubicBezTo>
                  <a:cubicBezTo>
                    <a:pt x="197" y="351"/>
                    <a:pt x="197" y="351"/>
                    <a:pt x="197" y="351"/>
                  </a:cubicBezTo>
                  <a:lnTo>
                    <a:pt x="197" y="323"/>
                  </a:lnTo>
                  <a:close/>
                  <a:moveTo>
                    <a:pt x="197" y="282"/>
                  </a:moveTo>
                  <a:cubicBezTo>
                    <a:pt x="197" y="282"/>
                    <a:pt x="197" y="282"/>
                    <a:pt x="197" y="282"/>
                  </a:cubicBezTo>
                  <a:cubicBezTo>
                    <a:pt x="201" y="287"/>
                    <a:pt x="201" y="287"/>
                    <a:pt x="201" y="287"/>
                  </a:cubicBezTo>
                  <a:cubicBezTo>
                    <a:pt x="201" y="307"/>
                    <a:pt x="201" y="307"/>
                    <a:pt x="201" y="307"/>
                  </a:cubicBezTo>
                  <a:cubicBezTo>
                    <a:pt x="197" y="307"/>
                    <a:pt x="197" y="307"/>
                    <a:pt x="197" y="307"/>
                  </a:cubicBezTo>
                  <a:lnTo>
                    <a:pt x="197" y="282"/>
                  </a:lnTo>
                  <a:close/>
                  <a:moveTo>
                    <a:pt x="197" y="171"/>
                  </a:moveTo>
                  <a:cubicBezTo>
                    <a:pt x="199" y="171"/>
                    <a:pt x="199" y="171"/>
                    <a:pt x="199" y="171"/>
                  </a:cubicBezTo>
                  <a:cubicBezTo>
                    <a:pt x="199" y="136"/>
                    <a:pt x="199" y="136"/>
                    <a:pt x="199" y="136"/>
                  </a:cubicBezTo>
                  <a:cubicBezTo>
                    <a:pt x="200" y="136"/>
                    <a:pt x="201" y="136"/>
                    <a:pt x="201" y="136"/>
                  </a:cubicBezTo>
                  <a:cubicBezTo>
                    <a:pt x="201" y="171"/>
                    <a:pt x="201" y="171"/>
                    <a:pt x="201" y="171"/>
                  </a:cubicBezTo>
                  <a:cubicBezTo>
                    <a:pt x="201" y="171"/>
                    <a:pt x="201" y="171"/>
                    <a:pt x="201" y="171"/>
                  </a:cubicBezTo>
                  <a:cubicBezTo>
                    <a:pt x="201" y="267"/>
                    <a:pt x="201" y="267"/>
                    <a:pt x="201" y="267"/>
                  </a:cubicBezTo>
                  <a:cubicBezTo>
                    <a:pt x="197" y="267"/>
                    <a:pt x="197" y="267"/>
                    <a:pt x="197" y="267"/>
                  </a:cubicBezTo>
                  <a:lnTo>
                    <a:pt x="197" y="171"/>
                  </a:lnTo>
                  <a:close/>
                  <a:moveTo>
                    <a:pt x="199" y="5"/>
                  </a:moveTo>
                  <a:cubicBezTo>
                    <a:pt x="201" y="5"/>
                    <a:pt x="201" y="5"/>
                    <a:pt x="201" y="5"/>
                  </a:cubicBezTo>
                  <a:cubicBezTo>
                    <a:pt x="201" y="45"/>
                    <a:pt x="201" y="45"/>
                    <a:pt x="201" y="45"/>
                  </a:cubicBezTo>
                  <a:cubicBezTo>
                    <a:pt x="201" y="45"/>
                    <a:pt x="200" y="45"/>
                    <a:pt x="199" y="44"/>
                  </a:cubicBezTo>
                  <a:lnTo>
                    <a:pt x="199" y="5"/>
                  </a:lnTo>
                  <a:close/>
                  <a:moveTo>
                    <a:pt x="212" y="61"/>
                  </a:moveTo>
                  <a:cubicBezTo>
                    <a:pt x="217" y="61"/>
                    <a:pt x="222" y="66"/>
                    <a:pt x="222" y="71"/>
                  </a:cubicBezTo>
                  <a:cubicBezTo>
                    <a:pt x="222" y="77"/>
                    <a:pt x="217" y="81"/>
                    <a:pt x="212" y="81"/>
                  </a:cubicBezTo>
                  <a:cubicBezTo>
                    <a:pt x="206" y="81"/>
                    <a:pt x="202" y="77"/>
                    <a:pt x="202" y="71"/>
                  </a:cubicBezTo>
                  <a:cubicBezTo>
                    <a:pt x="202" y="66"/>
                    <a:pt x="206" y="61"/>
                    <a:pt x="212" y="61"/>
                  </a:cubicBezTo>
                  <a:close/>
                  <a:moveTo>
                    <a:pt x="231" y="164"/>
                  </a:moveTo>
                  <a:cubicBezTo>
                    <a:pt x="230" y="164"/>
                    <a:pt x="230" y="164"/>
                    <a:pt x="230" y="164"/>
                  </a:cubicBezTo>
                  <a:cubicBezTo>
                    <a:pt x="217" y="131"/>
                    <a:pt x="217" y="131"/>
                    <a:pt x="217" y="131"/>
                  </a:cubicBezTo>
                  <a:cubicBezTo>
                    <a:pt x="220" y="130"/>
                    <a:pt x="220" y="130"/>
                    <a:pt x="220" y="130"/>
                  </a:cubicBezTo>
                  <a:lnTo>
                    <a:pt x="231" y="164"/>
                  </a:lnTo>
                  <a:close/>
                  <a:moveTo>
                    <a:pt x="233" y="119"/>
                  </a:moveTo>
                  <a:cubicBezTo>
                    <a:pt x="258" y="143"/>
                    <a:pt x="258" y="143"/>
                    <a:pt x="258" y="143"/>
                  </a:cubicBezTo>
                  <a:cubicBezTo>
                    <a:pt x="256" y="145"/>
                    <a:pt x="256" y="145"/>
                    <a:pt x="256" y="145"/>
                  </a:cubicBezTo>
                  <a:cubicBezTo>
                    <a:pt x="231" y="120"/>
                    <a:pt x="231" y="120"/>
                    <a:pt x="231" y="120"/>
                  </a:cubicBezTo>
                  <a:cubicBezTo>
                    <a:pt x="232" y="120"/>
                    <a:pt x="232" y="119"/>
                    <a:pt x="233" y="119"/>
                  </a:cubicBezTo>
                  <a:close/>
                  <a:moveTo>
                    <a:pt x="241" y="103"/>
                  </a:moveTo>
                  <a:cubicBezTo>
                    <a:pt x="273" y="116"/>
                    <a:pt x="273" y="116"/>
                    <a:pt x="273" y="116"/>
                  </a:cubicBezTo>
                  <a:cubicBezTo>
                    <a:pt x="272" y="118"/>
                    <a:pt x="272" y="118"/>
                    <a:pt x="272" y="118"/>
                  </a:cubicBezTo>
                  <a:cubicBezTo>
                    <a:pt x="240" y="104"/>
                    <a:pt x="240" y="104"/>
                    <a:pt x="240" y="104"/>
                  </a:cubicBezTo>
                  <a:cubicBezTo>
                    <a:pt x="240" y="104"/>
                    <a:pt x="241" y="103"/>
                    <a:pt x="241" y="103"/>
                  </a:cubicBezTo>
                  <a:close/>
                  <a:moveTo>
                    <a:pt x="279" y="84"/>
                  </a:moveTo>
                  <a:cubicBezTo>
                    <a:pt x="375" y="84"/>
                    <a:pt x="375" y="84"/>
                    <a:pt x="375" y="84"/>
                  </a:cubicBezTo>
                  <a:cubicBezTo>
                    <a:pt x="375" y="88"/>
                    <a:pt x="375" y="88"/>
                    <a:pt x="375" y="88"/>
                  </a:cubicBezTo>
                  <a:cubicBezTo>
                    <a:pt x="279" y="88"/>
                    <a:pt x="279" y="88"/>
                    <a:pt x="279" y="88"/>
                  </a:cubicBezTo>
                  <a:lnTo>
                    <a:pt x="279" y="84"/>
                  </a:lnTo>
                  <a:close/>
                  <a:moveTo>
                    <a:pt x="359" y="55"/>
                  </a:moveTo>
                  <a:cubicBezTo>
                    <a:pt x="362" y="80"/>
                    <a:pt x="362" y="80"/>
                    <a:pt x="362" y="80"/>
                  </a:cubicBezTo>
                  <a:cubicBezTo>
                    <a:pt x="360" y="80"/>
                    <a:pt x="360" y="80"/>
                    <a:pt x="360" y="80"/>
                  </a:cubicBezTo>
                  <a:cubicBezTo>
                    <a:pt x="358" y="54"/>
                    <a:pt x="358" y="54"/>
                    <a:pt x="358" y="54"/>
                  </a:cubicBezTo>
                  <a:lnTo>
                    <a:pt x="359" y="55"/>
                  </a:lnTo>
                  <a:close/>
                  <a:moveTo>
                    <a:pt x="370" y="67"/>
                  </a:moveTo>
                  <a:cubicBezTo>
                    <a:pt x="397" y="83"/>
                    <a:pt x="397" y="83"/>
                    <a:pt x="397" y="83"/>
                  </a:cubicBezTo>
                  <a:cubicBezTo>
                    <a:pt x="397" y="85"/>
                    <a:pt x="397" y="85"/>
                    <a:pt x="397" y="85"/>
                  </a:cubicBezTo>
                  <a:cubicBezTo>
                    <a:pt x="370" y="72"/>
                    <a:pt x="370" y="72"/>
                    <a:pt x="370" y="72"/>
                  </a:cubicBezTo>
                  <a:lnTo>
                    <a:pt x="370" y="67"/>
                  </a:lnTo>
                  <a:close/>
                  <a:moveTo>
                    <a:pt x="411" y="89"/>
                  </a:moveTo>
                  <a:cubicBezTo>
                    <a:pt x="412" y="93"/>
                    <a:pt x="412" y="93"/>
                    <a:pt x="412" y="93"/>
                  </a:cubicBezTo>
                  <a:cubicBezTo>
                    <a:pt x="382" y="99"/>
                    <a:pt x="382" y="99"/>
                    <a:pt x="382" y="99"/>
                  </a:cubicBezTo>
                  <a:cubicBezTo>
                    <a:pt x="378" y="97"/>
                    <a:pt x="378" y="97"/>
                    <a:pt x="378" y="97"/>
                  </a:cubicBezTo>
                  <a:lnTo>
                    <a:pt x="411" y="89"/>
                  </a:lnTo>
                  <a:close/>
                  <a:moveTo>
                    <a:pt x="431" y="95"/>
                  </a:moveTo>
                  <a:cubicBezTo>
                    <a:pt x="403" y="130"/>
                    <a:pt x="403" y="130"/>
                    <a:pt x="403" y="130"/>
                  </a:cubicBezTo>
                  <a:cubicBezTo>
                    <a:pt x="400" y="127"/>
                    <a:pt x="400" y="127"/>
                    <a:pt x="400" y="127"/>
                  </a:cubicBezTo>
                  <a:cubicBezTo>
                    <a:pt x="428" y="91"/>
                    <a:pt x="428" y="91"/>
                    <a:pt x="428" y="91"/>
                  </a:cubicBezTo>
                  <a:lnTo>
                    <a:pt x="431" y="95"/>
                  </a:lnTo>
                  <a:close/>
                  <a:moveTo>
                    <a:pt x="447" y="98"/>
                  </a:moveTo>
                  <a:cubicBezTo>
                    <a:pt x="432" y="144"/>
                    <a:pt x="432" y="144"/>
                    <a:pt x="432" y="144"/>
                  </a:cubicBezTo>
                  <a:cubicBezTo>
                    <a:pt x="430" y="143"/>
                    <a:pt x="430" y="143"/>
                    <a:pt x="430" y="143"/>
                  </a:cubicBezTo>
                  <a:cubicBezTo>
                    <a:pt x="445" y="96"/>
                    <a:pt x="445" y="96"/>
                    <a:pt x="445" y="96"/>
                  </a:cubicBezTo>
                  <a:lnTo>
                    <a:pt x="447" y="98"/>
                  </a:lnTo>
                  <a:close/>
                  <a:moveTo>
                    <a:pt x="461" y="95"/>
                  </a:moveTo>
                  <a:cubicBezTo>
                    <a:pt x="463" y="95"/>
                    <a:pt x="463" y="95"/>
                    <a:pt x="463" y="95"/>
                  </a:cubicBezTo>
                  <a:cubicBezTo>
                    <a:pt x="463" y="155"/>
                    <a:pt x="463" y="155"/>
                    <a:pt x="463" y="155"/>
                  </a:cubicBezTo>
                  <a:cubicBezTo>
                    <a:pt x="461" y="155"/>
                    <a:pt x="461" y="155"/>
                    <a:pt x="461" y="155"/>
                  </a:cubicBezTo>
                  <a:lnTo>
                    <a:pt x="461" y="95"/>
                  </a:lnTo>
                  <a:close/>
                  <a:moveTo>
                    <a:pt x="207" y="286"/>
                  </a:moveTo>
                  <a:cubicBezTo>
                    <a:pt x="217" y="286"/>
                    <a:pt x="217" y="286"/>
                    <a:pt x="217" y="286"/>
                  </a:cubicBezTo>
                  <a:cubicBezTo>
                    <a:pt x="217" y="307"/>
                    <a:pt x="217" y="307"/>
                    <a:pt x="217" y="307"/>
                  </a:cubicBezTo>
                  <a:cubicBezTo>
                    <a:pt x="207" y="307"/>
                    <a:pt x="207" y="307"/>
                    <a:pt x="207" y="307"/>
                  </a:cubicBezTo>
                  <a:lnTo>
                    <a:pt x="207" y="286"/>
                  </a:lnTo>
                  <a:close/>
                  <a:moveTo>
                    <a:pt x="222" y="279"/>
                  </a:moveTo>
                  <a:cubicBezTo>
                    <a:pt x="226" y="276"/>
                    <a:pt x="226" y="276"/>
                    <a:pt x="226" y="276"/>
                  </a:cubicBezTo>
                  <a:cubicBezTo>
                    <a:pt x="226" y="311"/>
                    <a:pt x="226" y="311"/>
                    <a:pt x="226" y="311"/>
                  </a:cubicBezTo>
                  <a:cubicBezTo>
                    <a:pt x="222" y="309"/>
                    <a:pt x="222" y="309"/>
                    <a:pt x="222" y="309"/>
                  </a:cubicBezTo>
                  <a:lnTo>
                    <a:pt x="222" y="279"/>
                  </a:lnTo>
                  <a:close/>
                  <a:moveTo>
                    <a:pt x="345" y="260"/>
                  </a:moveTo>
                  <a:cubicBezTo>
                    <a:pt x="345" y="236"/>
                    <a:pt x="345" y="236"/>
                    <a:pt x="345" y="236"/>
                  </a:cubicBezTo>
                  <a:cubicBezTo>
                    <a:pt x="348" y="236"/>
                    <a:pt x="348" y="236"/>
                    <a:pt x="348" y="236"/>
                  </a:cubicBezTo>
                  <a:cubicBezTo>
                    <a:pt x="350" y="257"/>
                    <a:pt x="350" y="257"/>
                    <a:pt x="350" y="257"/>
                  </a:cubicBezTo>
                  <a:cubicBezTo>
                    <a:pt x="365" y="285"/>
                    <a:pt x="365" y="285"/>
                    <a:pt x="365" y="285"/>
                  </a:cubicBezTo>
                  <a:lnTo>
                    <a:pt x="345" y="260"/>
                  </a:lnTo>
                  <a:close/>
                  <a:moveTo>
                    <a:pt x="397" y="192"/>
                  </a:moveTo>
                  <a:cubicBezTo>
                    <a:pt x="397" y="182"/>
                    <a:pt x="397" y="182"/>
                    <a:pt x="397" y="182"/>
                  </a:cubicBezTo>
                  <a:cubicBezTo>
                    <a:pt x="401" y="182"/>
                    <a:pt x="401" y="182"/>
                    <a:pt x="401" y="182"/>
                  </a:cubicBezTo>
                  <a:cubicBezTo>
                    <a:pt x="409" y="190"/>
                    <a:pt x="409" y="190"/>
                    <a:pt x="409" y="190"/>
                  </a:cubicBezTo>
                  <a:cubicBezTo>
                    <a:pt x="407" y="204"/>
                    <a:pt x="407" y="204"/>
                    <a:pt x="407" y="204"/>
                  </a:cubicBezTo>
                  <a:cubicBezTo>
                    <a:pt x="398" y="210"/>
                    <a:pt x="398" y="210"/>
                    <a:pt x="398" y="210"/>
                  </a:cubicBezTo>
                  <a:cubicBezTo>
                    <a:pt x="395" y="210"/>
                    <a:pt x="395" y="210"/>
                    <a:pt x="395" y="210"/>
                  </a:cubicBezTo>
                  <a:cubicBezTo>
                    <a:pt x="395" y="203"/>
                    <a:pt x="395" y="203"/>
                    <a:pt x="395" y="203"/>
                  </a:cubicBezTo>
                  <a:cubicBezTo>
                    <a:pt x="400" y="203"/>
                    <a:pt x="400" y="203"/>
                    <a:pt x="400" y="203"/>
                  </a:cubicBezTo>
                  <a:cubicBezTo>
                    <a:pt x="400" y="201"/>
                    <a:pt x="400" y="201"/>
                    <a:pt x="400" y="201"/>
                  </a:cubicBezTo>
                  <a:cubicBezTo>
                    <a:pt x="395" y="201"/>
                    <a:pt x="395" y="201"/>
                    <a:pt x="395" y="201"/>
                  </a:cubicBezTo>
                  <a:cubicBezTo>
                    <a:pt x="395" y="192"/>
                    <a:pt x="395" y="192"/>
                    <a:pt x="395" y="192"/>
                  </a:cubicBezTo>
                  <a:lnTo>
                    <a:pt x="397" y="192"/>
                  </a:lnTo>
                  <a:close/>
                  <a:moveTo>
                    <a:pt x="407" y="219"/>
                  </a:moveTo>
                  <a:cubicBezTo>
                    <a:pt x="401" y="219"/>
                    <a:pt x="401" y="219"/>
                    <a:pt x="401" y="219"/>
                  </a:cubicBezTo>
                  <a:cubicBezTo>
                    <a:pt x="401" y="212"/>
                    <a:pt x="401" y="212"/>
                    <a:pt x="401" y="212"/>
                  </a:cubicBezTo>
                  <a:cubicBezTo>
                    <a:pt x="412" y="206"/>
                    <a:pt x="412" y="206"/>
                    <a:pt x="412" y="206"/>
                  </a:cubicBezTo>
                  <a:lnTo>
                    <a:pt x="407" y="219"/>
                  </a:lnTo>
                  <a:close/>
                  <a:moveTo>
                    <a:pt x="413" y="497"/>
                  </a:moveTo>
                  <a:cubicBezTo>
                    <a:pt x="426" y="428"/>
                    <a:pt x="426" y="428"/>
                    <a:pt x="426" y="428"/>
                  </a:cubicBezTo>
                  <a:cubicBezTo>
                    <a:pt x="423" y="403"/>
                    <a:pt x="423" y="403"/>
                    <a:pt x="423" y="403"/>
                  </a:cubicBezTo>
                  <a:cubicBezTo>
                    <a:pt x="412" y="451"/>
                    <a:pt x="412" y="451"/>
                    <a:pt x="412" y="451"/>
                  </a:cubicBezTo>
                  <a:cubicBezTo>
                    <a:pt x="406" y="451"/>
                    <a:pt x="406" y="451"/>
                    <a:pt x="406" y="451"/>
                  </a:cubicBezTo>
                  <a:cubicBezTo>
                    <a:pt x="406" y="408"/>
                    <a:pt x="406" y="408"/>
                    <a:pt x="406" y="408"/>
                  </a:cubicBezTo>
                  <a:cubicBezTo>
                    <a:pt x="424" y="395"/>
                    <a:pt x="424" y="395"/>
                    <a:pt x="424" y="395"/>
                  </a:cubicBezTo>
                  <a:cubicBezTo>
                    <a:pt x="433" y="320"/>
                    <a:pt x="433" y="320"/>
                    <a:pt x="433" y="320"/>
                  </a:cubicBezTo>
                  <a:cubicBezTo>
                    <a:pt x="398" y="400"/>
                    <a:pt x="398" y="400"/>
                    <a:pt x="398" y="400"/>
                  </a:cubicBezTo>
                  <a:cubicBezTo>
                    <a:pt x="395" y="400"/>
                    <a:pt x="395" y="400"/>
                    <a:pt x="395" y="400"/>
                  </a:cubicBezTo>
                  <a:cubicBezTo>
                    <a:pt x="395" y="351"/>
                    <a:pt x="395" y="351"/>
                    <a:pt x="395" y="351"/>
                  </a:cubicBezTo>
                  <a:cubicBezTo>
                    <a:pt x="406" y="320"/>
                    <a:pt x="406" y="320"/>
                    <a:pt x="406" y="320"/>
                  </a:cubicBezTo>
                  <a:cubicBezTo>
                    <a:pt x="385" y="302"/>
                    <a:pt x="385" y="302"/>
                    <a:pt x="385" y="302"/>
                  </a:cubicBezTo>
                  <a:cubicBezTo>
                    <a:pt x="406" y="280"/>
                    <a:pt x="406" y="280"/>
                    <a:pt x="406" y="280"/>
                  </a:cubicBezTo>
                  <a:cubicBezTo>
                    <a:pt x="413" y="284"/>
                    <a:pt x="413" y="284"/>
                    <a:pt x="413" y="284"/>
                  </a:cubicBezTo>
                  <a:cubicBezTo>
                    <a:pt x="404" y="301"/>
                    <a:pt x="404" y="301"/>
                    <a:pt x="404" y="301"/>
                  </a:cubicBezTo>
                  <a:cubicBezTo>
                    <a:pt x="425" y="319"/>
                    <a:pt x="425" y="319"/>
                    <a:pt x="425" y="319"/>
                  </a:cubicBezTo>
                  <a:cubicBezTo>
                    <a:pt x="456" y="296"/>
                    <a:pt x="456" y="296"/>
                    <a:pt x="456" y="296"/>
                  </a:cubicBezTo>
                  <a:cubicBezTo>
                    <a:pt x="478" y="218"/>
                    <a:pt x="478" y="218"/>
                    <a:pt x="478" y="218"/>
                  </a:cubicBezTo>
                  <a:cubicBezTo>
                    <a:pt x="469" y="184"/>
                    <a:pt x="469" y="184"/>
                    <a:pt x="469" y="184"/>
                  </a:cubicBezTo>
                  <a:cubicBezTo>
                    <a:pt x="482" y="173"/>
                    <a:pt x="482" y="173"/>
                    <a:pt x="482" y="173"/>
                  </a:cubicBezTo>
                  <a:cubicBezTo>
                    <a:pt x="486" y="167"/>
                    <a:pt x="486" y="167"/>
                    <a:pt x="486" y="167"/>
                  </a:cubicBezTo>
                  <a:cubicBezTo>
                    <a:pt x="485" y="167"/>
                    <a:pt x="485" y="167"/>
                    <a:pt x="485" y="167"/>
                  </a:cubicBezTo>
                  <a:cubicBezTo>
                    <a:pt x="485" y="167"/>
                    <a:pt x="485" y="167"/>
                    <a:pt x="485" y="167"/>
                  </a:cubicBezTo>
                  <a:cubicBezTo>
                    <a:pt x="462" y="176"/>
                    <a:pt x="462" y="176"/>
                    <a:pt x="462" y="176"/>
                  </a:cubicBezTo>
                  <a:cubicBezTo>
                    <a:pt x="457" y="226"/>
                    <a:pt x="457" y="226"/>
                    <a:pt x="457" y="226"/>
                  </a:cubicBezTo>
                  <a:cubicBezTo>
                    <a:pt x="417" y="228"/>
                    <a:pt x="417" y="228"/>
                    <a:pt x="417" y="228"/>
                  </a:cubicBezTo>
                  <a:cubicBezTo>
                    <a:pt x="460" y="233"/>
                    <a:pt x="460" y="233"/>
                    <a:pt x="460" y="233"/>
                  </a:cubicBezTo>
                  <a:cubicBezTo>
                    <a:pt x="416" y="240"/>
                    <a:pt x="416" y="240"/>
                    <a:pt x="416" y="240"/>
                  </a:cubicBezTo>
                  <a:cubicBezTo>
                    <a:pt x="421" y="255"/>
                    <a:pt x="421" y="255"/>
                    <a:pt x="421" y="255"/>
                  </a:cubicBezTo>
                  <a:cubicBezTo>
                    <a:pt x="413" y="265"/>
                    <a:pt x="413" y="265"/>
                    <a:pt x="413" y="265"/>
                  </a:cubicBezTo>
                  <a:cubicBezTo>
                    <a:pt x="394" y="257"/>
                    <a:pt x="394" y="257"/>
                    <a:pt x="394" y="257"/>
                  </a:cubicBezTo>
                  <a:cubicBezTo>
                    <a:pt x="377" y="266"/>
                    <a:pt x="377" y="266"/>
                    <a:pt x="377" y="266"/>
                  </a:cubicBezTo>
                  <a:cubicBezTo>
                    <a:pt x="368" y="256"/>
                    <a:pt x="368" y="256"/>
                    <a:pt x="368" y="256"/>
                  </a:cubicBezTo>
                  <a:cubicBezTo>
                    <a:pt x="379" y="222"/>
                    <a:pt x="379" y="222"/>
                    <a:pt x="379" y="222"/>
                  </a:cubicBezTo>
                  <a:cubicBezTo>
                    <a:pt x="384" y="222"/>
                    <a:pt x="384" y="222"/>
                    <a:pt x="384" y="222"/>
                  </a:cubicBezTo>
                  <a:cubicBezTo>
                    <a:pt x="387" y="251"/>
                    <a:pt x="387" y="251"/>
                    <a:pt x="387" y="251"/>
                  </a:cubicBezTo>
                  <a:cubicBezTo>
                    <a:pt x="394" y="230"/>
                    <a:pt x="394" y="230"/>
                    <a:pt x="394" y="230"/>
                  </a:cubicBezTo>
                  <a:cubicBezTo>
                    <a:pt x="411" y="231"/>
                    <a:pt x="411" y="231"/>
                    <a:pt x="411" y="231"/>
                  </a:cubicBezTo>
                  <a:cubicBezTo>
                    <a:pt x="404" y="228"/>
                    <a:pt x="404" y="228"/>
                    <a:pt x="404" y="228"/>
                  </a:cubicBezTo>
                  <a:cubicBezTo>
                    <a:pt x="415" y="227"/>
                    <a:pt x="415" y="227"/>
                    <a:pt x="415" y="227"/>
                  </a:cubicBezTo>
                  <a:cubicBezTo>
                    <a:pt x="412" y="220"/>
                    <a:pt x="412" y="220"/>
                    <a:pt x="412" y="220"/>
                  </a:cubicBezTo>
                  <a:cubicBezTo>
                    <a:pt x="418" y="210"/>
                    <a:pt x="418" y="210"/>
                    <a:pt x="418" y="210"/>
                  </a:cubicBezTo>
                  <a:cubicBezTo>
                    <a:pt x="421" y="188"/>
                    <a:pt x="421" y="188"/>
                    <a:pt x="421" y="188"/>
                  </a:cubicBezTo>
                  <a:cubicBezTo>
                    <a:pt x="406" y="175"/>
                    <a:pt x="406" y="175"/>
                    <a:pt x="406" y="175"/>
                  </a:cubicBezTo>
                  <a:cubicBezTo>
                    <a:pt x="394" y="176"/>
                    <a:pt x="394" y="176"/>
                    <a:pt x="394" y="176"/>
                  </a:cubicBezTo>
                  <a:cubicBezTo>
                    <a:pt x="384" y="184"/>
                    <a:pt x="384" y="184"/>
                    <a:pt x="384" y="184"/>
                  </a:cubicBezTo>
                  <a:cubicBezTo>
                    <a:pt x="381" y="122"/>
                    <a:pt x="381" y="122"/>
                    <a:pt x="381" y="122"/>
                  </a:cubicBezTo>
                  <a:cubicBezTo>
                    <a:pt x="378" y="118"/>
                    <a:pt x="378" y="118"/>
                    <a:pt x="378" y="118"/>
                  </a:cubicBezTo>
                  <a:cubicBezTo>
                    <a:pt x="375" y="221"/>
                    <a:pt x="375" y="221"/>
                    <a:pt x="375" y="221"/>
                  </a:cubicBezTo>
                  <a:cubicBezTo>
                    <a:pt x="367" y="233"/>
                    <a:pt x="367" y="233"/>
                    <a:pt x="367" y="233"/>
                  </a:cubicBezTo>
                  <a:cubicBezTo>
                    <a:pt x="367" y="233"/>
                    <a:pt x="366" y="232"/>
                    <a:pt x="364" y="225"/>
                  </a:cubicBezTo>
                  <a:cubicBezTo>
                    <a:pt x="362" y="218"/>
                    <a:pt x="365" y="200"/>
                    <a:pt x="365" y="200"/>
                  </a:cubicBezTo>
                  <a:cubicBezTo>
                    <a:pt x="373" y="120"/>
                    <a:pt x="373" y="120"/>
                    <a:pt x="373" y="120"/>
                  </a:cubicBezTo>
                  <a:cubicBezTo>
                    <a:pt x="367" y="127"/>
                    <a:pt x="367" y="127"/>
                    <a:pt x="367" y="127"/>
                  </a:cubicBezTo>
                  <a:cubicBezTo>
                    <a:pt x="363" y="176"/>
                    <a:pt x="363" y="176"/>
                    <a:pt x="363" y="176"/>
                  </a:cubicBezTo>
                  <a:cubicBezTo>
                    <a:pt x="345" y="189"/>
                    <a:pt x="345" y="189"/>
                    <a:pt x="345" y="189"/>
                  </a:cubicBezTo>
                  <a:cubicBezTo>
                    <a:pt x="340" y="215"/>
                    <a:pt x="340" y="215"/>
                    <a:pt x="340" y="215"/>
                  </a:cubicBezTo>
                  <a:cubicBezTo>
                    <a:pt x="347" y="195"/>
                    <a:pt x="347" y="195"/>
                    <a:pt x="347" y="195"/>
                  </a:cubicBezTo>
                  <a:cubicBezTo>
                    <a:pt x="361" y="188"/>
                    <a:pt x="361" y="188"/>
                    <a:pt x="361" y="188"/>
                  </a:cubicBezTo>
                  <a:cubicBezTo>
                    <a:pt x="359" y="201"/>
                    <a:pt x="359" y="201"/>
                    <a:pt x="359" y="201"/>
                  </a:cubicBezTo>
                  <a:cubicBezTo>
                    <a:pt x="350" y="207"/>
                    <a:pt x="350" y="207"/>
                    <a:pt x="350" y="207"/>
                  </a:cubicBezTo>
                  <a:cubicBezTo>
                    <a:pt x="332" y="230"/>
                    <a:pt x="332" y="230"/>
                    <a:pt x="332" y="230"/>
                  </a:cubicBezTo>
                  <a:cubicBezTo>
                    <a:pt x="330" y="270"/>
                    <a:pt x="330" y="270"/>
                    <a:pt x="330" y="270"/>
                  </a:cubicBezTo>
                  <a:cubicBezTo>
                    <a:pt x="370" y="304"/>
                    <a:pt x="370" y="304"/>
                    <a:pt x="370" y="304"/>
                  </a:cubicBezTo>
                  <a:cubicBezTo>
                    <a:pt x="361" y="327"/>
                    <a:pt x="361" y="327"/>
                    <a:pt x="361" y="327"/>
                  </a:cubicBezTo>
                  <a:cubicBezTo>
                    <a:pt x="394" y="351"/>
                    <a:pt x="394" y="351"/>
                    <a:pt x="394" y="351"/>
                  </a:cubicBezTo>
                  <a:cubicBezTo>
                    <a:pt x="387" y="356"/>
                    <a:pt x="387" y="356"/>
                    <a:pt x="387" y="356"/>
                  </a:cubicBezTo>
                  <a:cubicBezTo>
                    <a:pt x="350" y="337"/>
                    <a:pt x="350" y="337"/>
                    <a:pt x="350" y="337"/>
                  </a:cubicBezTo>
                  <a:cubicBezTo>
                    <a:pt x="361" y="327"/>
                    <a:pt x="361" y="327"/>
                    <a:pt x="361" y="327"/>
                  </a:cubicBezTo>
                  <a:cubicBezTo>
                    <a:pt x="290" y="318"/>
                    <a:pt x="290" y="318"/>
                    <a:pt x="290" y="318"/>
                  </a:cubicBezTo>
                  <a:cubicBezTo>
                    <a:pt x="253" y="336"/>
                    <a:pt x="253" y="336"/>
                    <a:pt x="253" y="336"/>
                  </a:cubicBezTo>
                  <a:cubicBezTo>
                    <a:pt x="253" y="350"/>
                    <a:pt x="253" y="350"/>
                    <a:pt x="253" y="350"/>
                  </a:cubicBezTo>
                  <a:cubicBezTo>
                    <a:pt x="253" y="367"/>
                    <a:pt x="253" y="367"/>
                    <a:pt x="253" y="367"/>
                  </a:cubicBezTo>
                  <a:cubicBezTo>
                    <a:pt x="229" y="367"/>
                    <a:pt x="229" y="367"/>
                    <a:pt x="229" y="367"/>
                  </a:cubicBezTo>
                  <a:cubicBezTo>
                    <a:pt x="220" y="351"/>
                    <a:pt x="220" y="351"/>
                    <a:pt x="220" y="351"/>
                  </a:cubicBezTo>
                  <a:cubicBezTo>
                    <a:pt x="207" y="351"/>
                    <a:pt x="207" y="351"/>
                    <a:pt x="207" y="351"/>
                  </a:cubicBezTo>
                  <a:cubicBezTo>
                    <a:pt x="207" y="326"/>
                    <a:pt x="207" y="326"/>
                    <a:pt x="207" y="326"/>
                  </a:cubicBezTo>
                  <a:cubicBezTo>
                    <a:pt x="227" y="326"/>
                    <a:pt x="227" y="326"/>
                    <a:pt x="227" y="326"/>
                  </a:cubicBezTo>
                  <a:cubicBezTo>
                    <a:pt x="227" y="326"/>
                    <a:pt x="227" y="326"/>
                    <a:pt x="227" y="326"/>
                  </a:cubicBezTo>
                  <a:cubicBezTo>
                    <a:pt x="232" y="326"/>
                    <a:pt x="235" y="323"/>
                    <a:pt x="235" y="318"/>
                  </a:cubicBezTo>
                  <a:cubicBezTo>
                    <a:pt x="235" y="318"/>
                    <a:pt x="235" y="318"/>
                    <a:pt x="235" y="318"/>
                  </a:cubicBezTo>
                  <a:cubicBezTo>
                    <a:pt x="235" y="315"/>
                    <a:pt x="235" y="315"/>
                    <a:pt x="235" y="315"/>
                  </a:cubicBezTo>
                  <a:cubicBezTo>
                    <a:pt x="236" y="315"/>
                    <a:pt x="236" y="315"/>
                    <a:pt x="236" y="315"/>
                  </a:cubicBezTo>
                  <a:cubicBezTo>
                    <a:pt x="236" y="286"/>
                    <a:pt x="236" y="286"/>
                    <a:pt x="236" y="286"/>
                  </a:cubicBezTo>
                  <a:cubicBezTo>
                    <a:pt x="236" y="286"/>
                    <a:pt x="236" y="286"/>
                    <a:pt x="236" y="286"/>
                  </a:cubicBezTo>
                  <a:cubicBezTo>
                    <a:pt x="236" y="275"/>
                    <a:pt x="236" y="275"/>
                    <a:pt x="236" y="275"/>
                  </a:cubicBezTo>
                  <a:cubicBezTo>
                    <a:pt x="236" y="275"/>
                    <a:pt x="236" y="275"/>
                    <a:pt x="236" y="274"/>
                  </a:cubicBezTo>
                  <a:cubicBezTo>
                    <a:pt x="236" y="270"/>
                    <a:pt x="232" y="266"/>
                    <a:pt x="228" y="266"/>
                  </a:cubicBezTo>
                  <a:cubicBezTo>
                    <a:pt x="227" y="266"/>
                    <a:pt x="227" y="266"/>
                    <a:pt x="227" y="266"/>
                  </a:cubicBezTo>
                  <a:cubicBezTo>
                    <a:pt x="207" y="266"/>
                    <a:pt x="207" y="266"/>
                    <a:pt x="207" y="266"/>
                  </a:cubicBezTo>
                  <a:cubicBezTo>
                    <a:pt x="207" y="171"/>
                    <a:pt x="207" y="171"/>
                    <a:pt x="207" y="171"/>
                  </a:cubicBezTo>
                  <a:cubicBezTo>
                    <a:pt x="205" y="171"/>
                    <a:pt x="205" y="171"/>
                    <a:pt x="205" y="171"/>
                  </a:cubicBezTo>
                  <a:cubicBezTo>
                    <a:pt x="205" y="138"/>
                    <a:pt x="205" y="138"/>
                    <a:pt x="205" y="138"/>
                  </a:cubicBezTo>
                  <a:cubicBezTo>
                    <a:pt x="206" y="137"/>
                    <a:pt x="208" y="137"/>
                    <a:pt x="209" y="137"/>
                  </a:cubicBezTo>
                  <a:cubicBezTo>
                    <a:pt x="221" y="168"/>
                    <a:pt x="221" y="168"/>
                    <a:pt x="221" y="168"/>
                  </a:cubicBezTo>
                  <a:cubicBezTo>
                    <a:pt x="219" y="169"/>
                    <a:pt x="219" y="169"/>
                    <a:pt x="219" y="169"/>
                  </a:cubicBezTo>
                  <a:cubicBezTo>
                    <a:pt x="219" y="169"/>
                    <a:pt x="219" y="169"/>
                    <a:pt x="219" y="169"/>
                  </a:cubicBezTo>
                  <a:cubicBezTo>
                    <a:pt x="220" y="173"/>
                    <a:pt x="220" y="173"/>
                    <a:pt x="220" y="173"/>
                  </a:cubicBezTo>
                  <a:cubicBezTo>
                    <a:pt x="239" y="166"/>
                    <a:pt x="239" y="166"/>
                    <a:pt x="239" y="166"/>
                  </a:cubicBezTo>
                  <a:cubicBezTo>
                    <a:pt x="237" y="162"/>
                    <a:pt x="237" y="162"/>
                    <a:pt x="237" y="162"/>
                  </a:cubicBezTo>
                  <a:cubicBezTo>
                    <a:pt x="235" y="163"/>
                    <a:pt x="235" y="163"/>
                    <a:pt x="235" y="163"/>
                  </a:cubicBezTo>
                  <a:cubicBezTo>
                    <a:pt x="223" y="131"/>
                    <a:pt x="223" y="131"/>
                    <a:pt x="223" y="131"/>
                  </a:cubicBezTo>
                  <a:cubicBezTo>
                    <a:pt x="224" y="130"/>
                    <a:pt x="225" y="129"/>
                    <a:pt x="226" y="129"/>
                  </a:cubicBezTo>
                  <a:cubicBezTo>
                    <a:pt x="250" y="153"/>
                    <a:pt x="250" y="153"/>
                    <a:pt x="250" y="153"/>
                  </a:cubicBezTo>
                  <a:cubicBezTo>
                    <a:pt x="249" y="155"/>
                    <a:pt x="249" y="155"/>
                    <a:pt x="249" y="155"/>
                  </a:cubicBezTo>
                  <a:cubicBezTo>
                    <a:pt x="249" y="155"/>
                    <a:pt x="249" y="155"/>
                    <a:pt x="249" y="155"/>
                  </a:cubicBezTo>
                  <a:cubicBezTo>
                    <a:pt x="252" y="158"/>
                    <a:pt x="252" y="158"/>
                    <a:pt x="252" y="158"/>
                  </a:cubicBezTo>
                  <a:cubicBezTo>
                    <a:pt x="265" y="144"/>
                    <a:pt x="265" y="144"/>
                    <a:pt x="265" y="144"/>
                  </a:cubicBezTo>
                  <a:cubicBezTo>
                    <a:pt x="262" y="141"/>
                    <a:pt x="262" y="141"/>
                    <a:pt x="262" y="141"/>
                  </a:cubicBezTo>
                  <a:cubicBezTo>
                    <a:pt x="261" y="142"/>
                    <a:pt x="261" y="142"/>
                    <a:pt x="261" y="142"/>
                  </a:cubicBezTo>
                  <a:cubicBezTo>
                    <a:pt x="236" y="118"/>
                    <a:pt x="236" y="118"/>
                    <a:pt x="236" y="118"/>
                  </a:cubicBezTo>
                  <a:cubicBezTo>
                    <a:pt x="237" y="117"/>
                    <a:pt x="237" y="116"/>
                    <a:pt x="238" y="115"/>
                  </a:cubicBezTo>
                  <a:cubicBezTo>
                    <a:pt x="271" y="128"/>
                    <a:pt x="271" y="128"/>
                    <a:pt x="271" y="128"/>
                  </a:cubicBezTo>
                  <a:cubicBezTo>
                    <a:pt x="270" y="130"/>
                    <a:pt x="270" y="130"/>
                    <a:pt x="270" y="130"/>
                  </a:cubicBezTo>
                  <a:cubicBezTo>
                    <a:pt x="270" y="130"/>
                    <a:pt x="270" y="130"/>
                    <a:pt x="270" y="130"/>
                  </a:cubicBezTo>
                  <a:cubicBezTo>
                    <a:pt x="274" y="132"/>
                    <a:pt x="274" y="132"/>
                    <a:pt x="274" y="132"/>
                  </a:cubicBezTo>
                  <a:cubicBezTo>
                    <a:pt x="281" y="114"/>
                    <a:pt x="281" y="114"/>
                    <a:pt x="281" y="114"/>
                  </a:cubicBezTo>
                  <a:cubicBezTo>
                    <a:pt x="277" y="112"/>
                    <a:pt x="277" y="112"/>
                    <a:pt x="277" y="112"/>
                  </a:cubicBezTo>
                  <a:cubicBezTo>
                    <a:pt x="277" y="114"/>
                    <a:pt x="277" y="114"/>
                    <a:pt x="277" y="114"/>
                  </a:cubicBezTo>
                  <a:cubicBezTo>
                    <a:pt x="244" y="101"/>
                    <a:pt x="244" y="101"/>
                    <a:pt x="244" y="101"/>
                  </a:cubicBezTo>
                  <a:cubicBezTo>
                    <a:pt x="244" y="100"/>
                    <a:pt x="244" y="99"/>
                    <a:pt x="244" y="98"/>
                  </a:cubicBezTo>
                  <a:cubicBezTo>
                    <a:pt x="279" y="98"/>
                    <a:pt x="279" y="98"/>
                    <a:pt x="279" y="98"/>
                  </a:cubicBezTo>
                  <a:cubicBezTo>
                    <a:pt x="279" y="100"/>
                    <a:pt x="279" y="100"/>
                    <a:pt x="279" y="100"/>
                  </a:cubicBezTo>
                  <a:cubicBezTo>
                    <a:pt x="368" y="100"/>
                    <a:pt x="368" y="100"/>
                    <a:pt x="368" y="100"/>
                  </a:cubicBezTo>
                  <a:cubicBezTo>
                    <a:pt x="369" y="101"/>
                    <a:pt x="369" y="103"/>
                    <a:pt x="370" y="105"/>
                  </a:cubicBezTo>
                  <a:cubicBezTo>
                    <a:pt x="371" y="109"/>
                    <a:pt x="374" y="112"/>
                    <a:pt x="375" y="112"/>
                  </a:cubicBezTo>
                  <a:cubicBezTo>
                    <a:pt x="375" y="112"/>
                    <a:pt x="375" y="112"/>
                    <a:pt x="375" y="112"/>
                  </a:cubicBezTo>
                  <a:cubicBezTo>
                    <a:pt x="375" y="112"/>
                    <a:pt x="375" y="112"/>
                    <a:pt x="375" y="112"/>
                  </a:cubicBezTo>
                  <a:cubicBezTo>
                    <a:pt x="406" y="100"/>
                    <a:pt x="406" y="100"/>
                    <a:pt x="406" y="100"/>
                  </a:cubicBezTo>
                  <a:cubicBezTo>
                    <a:pt x="416" y="100"/>
                    <a:pt x="416" y="100"/>
                    <a:pt x="416" y="100"/>
                  </a:cubicBezTo>
                  <a:cubicBezTo>
                    <a:pt x="394" y="130"/>
                    <a:pt x="394" y="130"/>
                    <a:pt x="394" y="130"/>
                  </a:cubicBezTo>
                  <a:cubicBezTo>
                    <a:pt x="394" y="130"/>
                    <a:pt x="394" y="130"/>
                    <a:pt x="394" y="130"/>
                  </a:cubicBezTo>
                  <a:cubicBezTo>
                    <a:pt x="394" y="130"/>
                    <a:pt x="394" y="130"/>
                    <a:pt x="394" y="130"/>
                  </a:cubicBezTo>
                  <a:cubicBezTo>
                    <a:pt x="394" y="130"/>
                    <a:pt x="394" y="130"/>
                    <a:pt x="394" y="130"/>
                  </a:cubicBezTo>
                  <a:cubicBezTo>
                    <a:pt x="394" y="130"/>
                    <a:pt x="394" y="130"/>
                    <a:pt x="394" y="130"/>
                  </a:cubicBezTo>
                  <a:cubicBezTo>
                    <a:pt x="393" y="131"/>
                    <a:pt x="395" y="134"/>
                    <a:pt x="399" y="136"/>
                  </a:cubicBezTo>
                  <a:cubicBezTo>
                    <a:pt x="403" y="139"/>
                    <a:pt x="406" y="140"/>
                    <a:pt x="407" y="139"/>
                  </a:cubicBezTo>
                  <a:cubicBezTo>
                    <a:pt x="407" y="139"/>
                    <a:pt x="407" y="139"/>
                    <a:pt x="407" y="139"/>
                  </a:cubicBezTo>
                  <a:cubicBezTo>
                    <a:pt x="438" y="100"/>
                    <a:pt x="438" y="100"/>
                    <a:pt x="438" y="100"/>
                  </a:cubicBezTo>
                  <a:cubicBezTo>
                    <a:pt x="439" y="100"/>
                    <a:pt x="439" y="100"/>
                    <a:pt x="439" y="100"/>
                  </a:cubicBezTo>
                  <a:cubicBezTo>
                    <a:pt x="423" y="147"/>
                    <a:pt x="423" y="147"/>
                    <a:pt x="423" y="147"/>
                  </a:cubicBezTo>
                  <a:cubicBezTo>
                    <a:pt x="423" y="147"/>
                    <a:pt x="423" y="147"/>
                    <a:pt x="423" y="147"/>
                  </a:cubicBezTo>
                  <a:cubicBezTo>
                    <a:pt x="423" y="147"/>
                    <a:pt x="423" y="147"/>
                    <a:pt x="423" y="147"/>
                  </a:cubicBezTo>
                  <a:cubicBezTo>
                    <a:pt x="422" y="149"/>
                    <a:pt x="426" y="151"/>
                    <a:pt x="430" y="153"/>
                  </a:cubicBezTo>
                  <a:cubicBezTo>
                    <a:pt x="434" y="154"/>
                    <a:pt x="438" y="155"/>
                    <a:pt x="439" y="153"/>
                  </a:cubicBezTo>
                  <a:cubicBezTo>
                    <a:pt x="439" y="153"/>
                    <a:pt x="439" y="153"/>
                    <a:pt x="439" y="153"/>
                  </a:cubicBezTo>
                  <a:cubicBezTo>
                    <a:pt x="439" y="153"/>
                    <a:pt x="439" y="153"/>
                    <a:pt x="439" y="153"/>
                  </a:cubicBezTo>
                  <a:cubicBezTo>
                    <a:pt x="439" y="153"/>
                    <a:pt x="439" y="153"/>
                    <a:pt x="439" y="153"/>
                  </a:cubicBezTo>
                  <a:cubicBezTo>
                    <a:pt x="439" y="153"/>
                    <a:pt x="439" y="153"/>
                    <a:pt x="439" y="153"/>
                  </a:cubicBezTo>
                  <a:cubicBezTo>
                    <a:pt x="457" y="100"/>
                    <a:pt x="457" y="100"/>
                    <a:pt x="457" y="100"/>
                  </a:cubicBezTo>
                  <a:cubicBezTo>
                    <a:pt x="457" y="100"/>
                    <a:pt x="457" y="100"/>
                    <a:pt x="457" y="100"/>
                  </a:cubicBezTo>
                  <a:cubicBezTo>
                    <a:pt x="457" y="159"/>
                    <a:pt x="457" y="159"/>
                    <a:pt x="457" y="159"/>
                  </a:cubicBezTo>
                  <a:cubicBezTo>
                    <a:pt x="457" y="159"/>
                    <a:pt x="457" y="159"/>
                    <a:pt x="457" y="159"/>
                  </a:cubicBezTo>
                  <a:cubicBezTo>
                    <a:pt x="457" y="159"/>
                    <a:pt x="457" y="159"/>
                    <a:pt x="457" y="159"/>
                  </a:cubicBezTo>
                  <a:cubicBezTo>
                    <a:pt x="457" y="159"/>
                    <a:pt x="457" y="159"/>
                    <a:pt x="457" y="159"/>
                  </a:cubicBezTo>
                  <a:cubicBezTo>
                    <a:pt x="457" y="159"/>
                    <a:pt x="457" y="159"/>
                    <a:pt x="457" y="159"/>
                  </a:cubicBezTo>
                  <a:cubicBezTo>
                    <a:pt x="457" y="160"/>
                    <a:pt x="461" y="161"/>
                    <a:pt x="466" y="161"/>
                  </a:cubicBezTo>
                  <a:cubicBezTo>
                    <a:pt x="471" y="161"/>
                    <a:pt x="474" y="160"/>
                    <a:pt x="475" y="159"/>
                  </a:cubicBezTo>
                  <a:cubicBezTo>
                    <a:pt x="475" y="159"/>
                    <a:pt x="475" y="159"/>
                    <a:pt x="475" y="159"/>
                  </a:cubicBezTo>
                  <a:cubicBezTo>
                    <a:pt x="475" y="159"/>
                    <a:pt x="475" y="159"/>
                    <a:pt x="475" y="159"/>
                  </a:cubicBezTo>
                  <a:cubicBezTo>
                    <a:pt x="475" y="159"/>
                    <a:pt x="475" y="159"/>
                    <a:pt x="475" y="159"/>
                  </a:cubicBezTo>
                  <a:cubicBezTo>
                    <a:pt x="475" y="159"/>
                    <a:pt x="475" y="159"/>
                    <a:pt x="475" y="159"/>
                  </a:cubicBezTo>
                  <a:cubicBezTo>
                    <a:pt x="475" y="100"/>
                    <a:pt x="475" y="100"/>
                    <a:pt x="475" y="100"/>
                  </a:cubicBezTo>
                  <a:cubicBezTo>
                    <a:pt x="481" y="100"/>
                    <a:pt x="481" y="100"/>
                    <a:pt x="481" y="100"/>
                  </a:cubicBezTo>
                  <a:cubicBezTo>
                    <a:pt x="481" y="88"/>
                    <a:pt x="481" y="88"/>
                    <a:pt x="481" y="88"/>
                  </a:cubicBezTo>
                  <a:cubicBezTo>
                    <a:pt x="412" y="88"/>
                    <a:pt x="412" y="88"/>
                    <a:pt x="412" y="88"/>
                  </a:cubicBezTo>
                  <a:cubicBezTo>
                    <a:pt x="412" y="84"/>
                    <a:pt x="412" y="84"/>
                    <a:pt x="412" y="84"/>
                  </a:cubicBezTo>
                  <a:cubicBezTo>
                    <a:pt x="481" y="84"/>
                    <a:pt x="481" y="84"/>
                    <a:pt x="481" y="84"/>
                  </a:cubicBezTo>
                  <a:cubicBezTo>
                    <a:pt x="481" y="80"/>
                    <a:pt x="481" y="80"/>
                    <a:pt x="481" y="80"/>
                  </a:cubicBezTo>
                  <a:cubicBezTo>
                    <a:pt x="456" y="80"/>
                    <a:pt x="456" y="80"/>
                    <a:pt x="456" y="80"/>
                  </a:cubicBezTo>
                  <a:cubicBezTo>
                    <a:pt x="456" y="80"/>
                    <a:pt x="456" y="80"/>
                    <a:pt x="456" y="80"/>
                  </a:cubicBezTo>
                  <a:cubicBezTo>
                    <a:pt x="411" y="80"/>
                    <a:pt x="411" y="80"/>
                    <a:pt x="411" y="80"/>
                  </a:cubicBezTo>
                  <a:cubicBezTo>
                    <a:pt x="404" y="79"/>
                    <a:pt x="386" y="75"/>
                    <a:pt x="374" y="63"/>
                  </a:cubicBezTo>
                  <a:cubicBezTo>
                    <a:pt x="357" y="46"/>
                    <a:pt x="357" y="34"/>
                    <a:pt x="357" y="34"/>
                  </a:cubicBezTo>
                  <a:cubicBezTo>
                    <a:pt x="354" y="34"/>
                    <a:pt x="354" y="34"/>
                    <a:pt x="354" y="34"/>
                  </a:cubicBezTo>
                  <a:cubicBezTo>
                    <a:pt x="354" y="80"/>
                    <a:pt x="354" y="80"/>
                    <a:pt x="354" y="80"/>
                  </a:cubicBezTo>
                  <a:cubicBezTo>
                    <a:pt x="350" y="80"/>
                    <a:pt x="350" y="80"/>
                    <a:pt x="350" y="80"/>
                  </a:cubicBezTo>
                  <a:cubicBezTo>
                    <a:pt x="350" y="34"/>
                    <a:pt x="350" y="34"/>
                    <a:pt x="350" y="34"/>
                  </a:cubicBezTo>
                  <a:cubicBezTo>
                    <a:pt x="344" y="34"/>
                    <a:pt x="344" y="34"/>
                    <a:pt x="344" y="34"/>
                  </a:cubicBezTo>
                  <a:cubicBezTo>
                    <a:pt x="344" y="80"/>
                    <a:pt x="344" y="80"/>
                    <a:pt x="344" y="80"/>
                  </a:cubicBezTo>
                  <a:cubicBezTo>
                    <a:pt x="279" y="80"/>
                    <a:pt x="279" y="80"/>
                    <a:pt x="279" y="80"/>
                  </a:cubicBezTo>
                  <a:cubicBezTo>
                    <a:pt x="279" y="82"/>
                    <a:pt x="279" y="82"/>
                    <a:pt x="279" y="82"/>
                  </a:cubicBezTo>
                  <a:cubicBezTo>
                    <a:pt x="244" y="82"/>
                    <a:pt x="244" y="82"/>
                    <a:pt x="244" y="82"/>
                  </a:cubicBezTo>
                  <a:cubicBezTo>
                    <a:pt x="241" y="62"/>
                    <a:pt x="225" y="46"/>
                    <a:pt x="205" y="43"/>
                  </a:cubicBezTo>
                  <a:cubicBezTo>
                    <a:pt x="205" y="4"/>
                    <a:pt x="205" y="4"/>
                    <a:pt x="205" y="4"/>
                  </a:cubicBezTo>
                  <a:cubicBezTo>
                    <a:pt x="207" y="4"/>
                    <a:pt x="207" y="4"/>
                    <a:pt x="207" y="4"/>
                  </a:cubicBezTo>
                  <a:cubicBezTo>
                    <a:pt x="207" y="0"/>
                    <a:pt x="207" y="0"/>
                    <a:pt x="207" y="0"/>
                  </a:cubicBezTo>
                  <a:cubicBezTo>
                    <a:pt x="187" y="0"/>
                    <a:pt x="187" y="0"/>
                    <a:pt x="187" y="0"/>
                  </a:cubicBezTo>
                  <a:cubicBezTo>
                    <a:pt x="187" y="4"/>
                    <a:pt x="187" y="4"/>
                    <a:pt x="187" y="4"/>
                  </a:cubicBezTo>
                  <a:cubicBezTo>
                    <a:pt x="190" y="4"/>
                    <a:pt x="190" y="4"/>
                    <a:pt x="190" y="4"/>
                  </a:cubicBezTo>
                  <a:cubicBezTo>
                    <a:pt x="190" y="43"/>
                    <a:pt x="190" y="43"/>
                    <a:pt x="190" y="43"/>
                  </a:cubicBezTo>
                  <a:cubicBezTo>
                    <a:pt x="188" y="43"/>
                    <a:pt x="187" y="43"/>
                    <a:pt x="186" y="43"/>
                  </a:cubicBezTo>
                  <a:cubicBezTo>
                    <a:pt x="171" y="8"/>
                    <a:pt x="171" y="8"/>
                    <a:pt x="171" y="8"/>
                  </a:cubicBezTo>
                  <a:cubicBezTo>
                    <a:pt x="173" y="7"/>
                    <a:pt x="173" y="7"/>
                    <a:pt x="173" y="7"/>
                  </a:cubicBezTo>
                  <a:cubicBezTo>
                    <a:pt x="173" y="7"/>
                    <a:pt x="173" y="7"/>
                    <a:pt x="173" y="7"/>
                  </a:cubicBezTo>
                  <a:cubicBezTo>
                    <a:pt x="172" y="3"/>
                    <a:pt x="172" y="3"/>
                    <a:pt x="172" y="3"/>
                  </a:cubicBezTo>
                  <a:cubicBezTo>
                    <a:pt x="154" y="11"/>
                    <a:pt x="154" y="11"/>
                    <a:pt x="154" y="11"/>
                  </a:cubicBezTo>
                  <a:cubicBezTo>
                    <a:pt x="155" y="15"/>
                    <a:pt x="155" y="15"/>
                    <a:pt x="155" y="15"/>
                  </a:cubicBezTo>
                  <a:cubicBezTo>
                    <a:pt x="157" y="14"/>
                    <a:pt x="157" y="14"/>
                    <a:pt x="157" y="14"/>
                  </a:cubicBezTo>
                  <a:cubicBezTo>
                    <a:pt x="172" y="49"/>
                    <a:pt x="172" y="49"/>
                    <a:pt x="172" y="49"/>
                  </a:cubicBezTo>
                  <a:cubicBezTo>
                    <a:pt x="171" y="49"/>
                    <a:pt x="170" y="50"/>
                    <a:pt x="169" y="51"/>
                  </a:cubicBezTo>
                  <a:cubicBezTo>
                    <a:pt x="142" y="24"/>
                    <a:pt x="142" y="24"/>
                    <a:pt x="142" y="24"/>
                  </a:cubicBezTo>
                  <a:cubicBezTo>
                    <a:pt x="144" y="23"/>
                    <a:pt x="144" y="23"/>
                    <a:pt x="144" y="23"/>
                  </a:cubicBezTo>
                  <a:cubicBezTo>
                    <a:pt x="144" y="23"/>
                    <a:pt x="144" y="23"/>
                    <a:pt x="144" y="23"/>
                  </a:cubicBezTo>
                  <a:cubicBezTo>
                    <a:pt x="141" y="20"/>
                    <a:pt x="141" y="20"/>
                    <a:pt x="141" y="20"/>
                  </a:cubicBezTo>
                  <a:cubicBezTo>
                    <a:pt x="127" y="34"/>
                    <a:pt x="127" y="34"/>
                    <a:pt x="127" y="34"/>
                  </a:cubicBezTo>
                  <a:cubicBezTo>
                    <a:pt x="130" y="37"/>
                    <a:pt x="130" y="37"/>
                    <a:pt x="130" y="37"/>
                  </a:cubicBezTo>
                  <a:cubicBezTo>
                    <a:pt x="132" y="35"/>
                    <a:pt x="132" y="35"/>
                    <a:pt x="132" y="35"/>
                  </a:cubicBezTo>
                  <a:cubicBezTo>
                    <a:pt x="158" y="61"/>
                    <a:pt x="158" y="61"/>
                    <a:pt x="158" y="61"/>
                  </a:cubicBezTo>
                  <a:cubicBezTo>
                    <a:pt x="157" y="62"/>
                    <a:pt x="157" y="63"/>
                    <a:pt x="156" y="64"/>
                  </a:cubicBezTo>
                  <a:cubicBezTo>
                    <a:pt x="122" y="51"/>
                    <a:pt x="122" y="51"/>
                    <a:pt x="122" y="51"/>
                  </a:cubicBezTo>
                  <a:cubicBezTo>
                    <a:pt x="123" y="48"/>
                    <a:pt x="123" y="48"/>
                    <a:pt x="123" y="48"/>
                  </a:cubicBezTo>
                  <a:cubicBezTo>
                    <a:pt x="123" y="48"/>
                    <a:pt x="123" y="48"/>
                    <a:pt x="123" y="48"/>
                  </a:cubicBezTo>
                  <a:cubicBezTo>
                    <a:pt x="119" y="47"/>
                    <a:pt x="119" y="47"/>
                    <a:pt x="119" y="47"/>
                  </a:cubicBezTo>
                  <a:cubicBezTo>
                    <a:pt x="112" y="65"/>
                    <a:pt x="112" y="65"/>
                    <a:pt x="112" y="65"/>
                  </a:cubicBezTo>
                  <a:cubicBezTo>
                    <a:pt x="116" y="66"/>
                    <a:pt x="116" y="66"/>
                    <a:pt x="116" y="66"/>
                  </a:cubicBezTo>
                  <a:cubicBezTo>
                    <a:pt x="116" y="64"/>
                    <a:pt x="116" y="64"/>
                    <a:pt x="116" y="64"/>
                  </a:cubicBezTo>
                  <a:cubicBezTo>
                    <a:pt x="150" y="78"/>
                    <a:pt x="150" y="78"/>
                    <a:pt x="150" y="78"/>
                  </a:cubicBezTo>
                  <a:cubicBezTo>
                    <a:pt x="150" y="79"/>
                    <a:pt x="149" y="81"/>
                    <a:pt x="149" y="82"/>
                  </a:cubicBezTo>
                  <a:cubicBezTo>
                    <a:pt x="110" y="82"/>
                    <a:pt x="110" y="82"/>
                    <a:pt x="110" y="82"/>
                  </a:cubicBezTo>
                  <a:cubicBezTo>
                    <a:pt x="110" y="80"/>
                    <a:pt x="110" y="80"/>
                    <a:pt x="110" y="80"/>
                  </a:cubicBezTo>
                  <a:cubicBezTo>
                    <a:pt x="68" y="80"/>
                    <a:pt x="68" y="80"/>
                    <a:pt x="68" y="80"/>
                  </a:cubicBezTo>
                  <a:cubicBezTo>
                    <a:pt x="68" y="80"/>
                    <a:pt x="68" y="80"/>
                    <a:pt x="67" y="80"/>
                  </a:cubicBezTo>
                  <a:cubicBezTo>
                    <a:pt x="63" y="80"/>
                    <a:pt x="59" y="84"/>
                    <a:pt x="59" y="89"/>
                  </a:cubicBezTo>
                  <a:cubicBezTo>
                    <a:pt x="59" y="89"/>
                    <a:pt x="59" y="89"/>
                    <a:pt x="59" y="89"/>
                  </a:cubicBezTo>
                  <a:cubicBezTo>
                    <a:pt x="59" y="98"/>
                    <a:pt x="59" y="98"/>
                    <a:pt x="59" y="98"/>
                  </a:cubicBezTo>
                  <a:cubicBezTo>
                    <a:pt x="59" y="98"/>
                    <a:pt x="59" y="98"/>
                    <a:pt x="59" y="98"/>
                  </a:cubicBezTo>
                  <a:cubicBezTo>
                    <a:pt x="59" y="266"/>
                    <a:pt x="59" y="266"/>
                    <a:pt x="59" y="266"/>
                  </a:cubicBezTo>
                  <a:cubicBezTo>
                    <a:pt x="59" y="266"/>
                    <a:pt x="59" y="266"/>
                    <a:pt x="59" y="266"/>
                  </a:cubicBezTo>
                  <a:cubicBezTo>
                    <a:pt x="59" y="277"/>
                    <a:pt x="59" y="277"/>
                    <a:pt x="59" y="277"/>
                  </a:cubicBezTo>
                  <a:cubicBezTo>
                    <a:pt x="59" y="277"/>
                    <a:pt x="59" y="277"/>
                    <a:pt x="59" y="277"/>
                  </a:cubicBezTo>
                  <a:cubicBezTo>
                    <a:pt x="59" y="282"/>
                    <a:pt x="63" y="286"/>
                    <a:pt x="67" y="286"/>
                  </a:cubicBezTo>
                  <a:cubicBezTo>
                    <a:pt x="68" y="286"/>
                    <a:pt x="68" y="286"/>
                    <a:pt x="68" y="286"/>
                  </a:cubicBezTo>
                  <a:cubicBezTo>
                    <a:pt x="108" y="286"/>
                    <a:pt x="108" y="286"/>
                    <a:pt x="108" y="286"/>
                  </a:cubicBezTo>
                  <a:cubicBezTo>
                    <a:pt x="108" y="286"/>
                    <a:pt x="108" y="286"/>
                    <a:pt x="108" y="286"/>
                  </a:cubicBezTo>
                  <a:cubicBezTo>
                    <a:pt x="185" y="286"/>
                    <a:pt x="185" y="286"/>
                    <a:pt x="185" y="286"/>
                  </a:cubicBezTo>
                  <a:cubicBezTo>
                    <a:pt x="185" y="286"/>
                    <a:pt x="185" y="286"/>
                    <a:pt x="185" y="286"/>
                  </a:cubicBezTo>
                  <a:cubicBezTo>
                    <a:pt x="187" y="286"/>
                    <a:pt x="187" y="286"/>
                    <a:pt x="187" y="286"/>
                  </a:cubicBezTo>
                  <a:cubicBezTo>
                    <a:pt x="187" y="307"/>
                    <a:pt x="187" y="307"/>
                    <a:pt x="187" y="307"/>
                  </a:cubicBezTo>
                  <a:cubicBezTo>
                    <a:pt x="185" y="307"/>
                    <a:pt x="185" y="307"/>
                    <a:pt x="185" y="307"/>
                  </a:cubicBezTo>
                  <a:cubicBezTo>
                    <a:pt x="185" y="307"/>
                    <a:pt x="185" y="307"/>
                    <a:pt x="185" y="307"/>
                  </a:cubicBezTo>
                  <a:cubicBezTo>
                    <a:pt x="153" y="307"/>
                    <a:pt x="153" y="307"/>
                    <a:pt x="153" y="307"/>
                  </a:cubicBezTo>
                  <a:cubicBezTo>
                    <a:pt x="153" y="307"/>
                    <a:pt x="153" y="307"/>
                    <a:pt x="153" y="307"/>
                  </a:cubicBezTo>
                  <a:cubicBezTo>
                    <a:pt x="148" y="307"/>
                    <a:pt x="145" y="310"/>
                    <a:pt x="145" y="315"/>
                  </a:cubicBezTo>
                  <a:cubicBezTo>
                    <a:pt x="145" y="315"/>
                    <a:pt x="145" y="315"/>
                    <a:pt x="145" y="315"/>
                  </a:cubicBezTo>
                  <a:cubicBezTo>
                    <a:pt x="145" y="326"/>
                    <a:pt x="145" y="326"/>
                    <a:pt x="145" y="326"/>
                  </a:cubicBezTo>
                  <a:cubicBezTo>
                    <a:pt x="145" y="326"/>
                    <a:pt x="145" y="326"/>
                    <a:pt x="145" y="326"/>
                  </a:cubicBezTo>
                  <a:cubicBezTo>
                    <a:pt x="145" y="351"/>
                    <a:pt x="145" y="351"/>
                    <a:pt x="145" y="351"/>
                  </a:cubicBezTo>
                  <a:cubicBezTo>
                    <a:pt x="86" y="351"/>
                    <a:pt x="86" y="351"/>
                    <a:pt x="86" y="351"/>
                  </a:cubicBezTo>
                  <a:cubicBezTo>
                    <a:pt x="87" y="400"/>
                    <a:pt x="87" y="400"/>
                    <a:pt x="87" y="400"/>
                  </a:cubicBezTo>
                  <a:cubicBezTo>
                    <a:pt x="103" y="418"/>
                    <a:pt x="103" y="418"/>
                    <a:pt x="103" y="418"/>
                  </a:cubicBezTo>
                  <a:cubicBezTo>
                    <a:pt x="103" y="451"/>
                    <a:pt x="103" y="451"/>
                    <a:pt x="103" y="451"/>
                  </a:cubicBezTo>
                  <a:cubicBezTo>
                    <a:pt x="122" y="459"/>
                    <a:pt x="122" y="459"/>
                    <a:pt x="122" y="459"/>
                  </a:cubicBezTo>
                  <a:cubicBezTo>
                    <a:pt x="122" y="505"/>
                    <a:pt x="122" y="505"/>
                    <a:pt x="122" y="505"/>
                  </a:cubicBezTo>
                  <a:cubicBezTo>
                    <a:pt x="38" y="520"/>
                    <a:pt x="7" y="539"/>
                    <a:pt x="4" y="540"/>
                  </a:cubicBezTo>
                  <a:cubicBezTo>
                    <a:pt x="0" y="540"/>
                    <a:pt x="19" y="543"/>
                    <a:pt x="46" y="556"/>
                  </a:cubicBezTo>
                  <a:cubicBezTo>
                    <a:pt x="80" y="572"/>
                    <a:pt x="76" y="581"/>
                    <a:pt x="76" y="581"/>
                  </a:cubicBezTo>
                  <a:cubicBezTo>
                    <a:pt x="76" y="581"/>
                    <a:pt x="135" y="543"/>
                    <a:pt x="263" y="520"/>
                  </a:cubicBezTo>
                  <a:cubicBezTo>
                    <a:pt x="330" y="508"/>
                    <a:pt x="451" y="503"/>
                    <a:pt x="495" y="512"/>
                  </a:cubicBezTo>
                  <a:cubicBezTo>
                    <a:pt x="495" y="512"/>
                    <a:pt x="461" y="504"/>
                    <a:pt x="413" y="49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5" name="Freeform 53">
              <a:extLst>
                <a:ext uri="{FF2B5EF4-FFF2-40B4-BE49-F238E27FC236}">
                  <a16:creationId xmlns:a16="http://schemas.microsoft.com/office/drawing/2014/main" id="{45425EF7-6385-4D0B-A112-1C196F41AF14}"/>
                </a:ext>
              </a:extLst>
            </p:cNvPr>
            <p:cNvSpPr>
              <a:spLocks noEditPoints="1"/>
            </p:cNvSpPr>
            <p:nvPr/>
          </p:nvSpPr>
          <p:spPr bwMode="auto">
            <a:xfrm>
              <a:off x="4804858" y="3977648"/>
              <a:ext cx="1793875" cy="1787526"/>
            </a:xfrm>
            <a:custGeom>
              <a:avLst/>
              <a:gdLst>
                <a:gd name="T0" fmla="*/ 484 w 968"/>
                <a:gd name="T1" fmla="*/ 953 h 967"/>
                <a:gd name="T2" fmla="*/ 14 w 968"/>
                <a:gd name="T3" fmla="*/ 482 h 967"/>
                <a:gd name="T4" fmla="*/ 484 w 968"/>
                <a:gd name="T5" fmla="*/ 12 h 967"/>
                <a:gd name="T6" fmla="*/ 954 w 968"/>
                <a:gd name="T7" fmla="*/ 482 h 967"/>
                <a:gd name="T8" fmla="*/ 484 w 968"/>
                <a:gd name="T9" fmla="*/ 953 h 967"/>
                <a:gd name="T10" fmla="*/ 484 w 968"/>
                <a:gd name="T11" fmla="*/ 0 h 967"/>
                <a:gd name="T12" fmla="*/ 0 w 968"/>
                <a:gd name="T13" fmla="*/ 483 h 967"/>
                <a:gd name="T14" fmla="*/ 484 w 968"/>
                <a:gd name="T15" fmla="*/ 967 h 967"/>
                <a:gd name="T16" fmla="*/ 968 w 968"/>
                <a:gd name="T17" fmla="*/ 483 h 967"/>
                <a:gd name="T18" fmla="*/ 484 w 968"/>
                <a:gd name="T19" fmla="*/ 0 h 9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8" h="967">
                  <a:moveTo>
                    <a:pt x="484" y="953"/>
                  </a:moveTo>
                  <a:cubicBezTo>
                    <a:pt x="224" y="953"/>
                    <a:pt x="14" y="742"/>
                    <a:pt x="14" y="482"/>
                  </a:cubicBezTo>
                  <a:cubicBezTo>
                    <a:pt x="14" y="223"/>
                    <a:pt x="224" y="12"/>
                    <a:pt x="484" y="12"/>
                  </a:cubicBezTo>
                  <a:cubicBezTo>
                    <a:pt x="744" y="12"/>
                    <a:pt x="954" y="223"/>
                    <a:pt x="954" y="482"/>
                  </a:cubicBezTo>
                  <a:cubicBezTo>
                    <a:pt x="954" y="742"/>
                    <a:pt x="744" y="953"/>
                    <a:pt x="484" y="953"/>
                  </a:cubicBezTo>
                  <a:close/>
                  <a:moveTo>
                    <a:pt x="484" y="0"/>
                  </a:moveTo>
                  <a:cubicBezTo>
                    <a:pt x="217" y="0"/>
                    <a:pt x="0" y="216"/>
                    <a:pt x="0" y="483"/>
                  </a:cubicBezTo>
                  <a:cubicBezTo>
                    <a:pt x="0" y="750"/>
                    <a:pt x="217" y="967"/>
                    <a:pt x="484" y="967"/>
                  </a:cubicBezTo>
                  <a:cubicBezTo>
                    <a:pt x="751" y="967"/>
                    <a:pt x="968" y="750"/>
                    <a:pt x="968" y="483"/>
                  </a:cubicBezTo>
                  <a:cubicBezTo>
                    <a:pt x="968" y="216"/>
                    <a:pt x="751" y="0"/>
                    <a:pt x="48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6" name="Freeform 54">
              <a:extLst>
                <a:ext uri="{FF2B5EF4-FFF2-40B4-BE49-F238E27FC236}">
                  <a16:creationId xmlns:a16="http://schemas.microsoft.com/office/drawing/2014/main" id="{055993F8-9DEA-46BA-A6E9-1748D40635A3}"/>
                </a:ext>
              </a:extLst>
            </p:cNvPr>
            <p:cNvSpPr>
              <a:spLocks/>
            </p:cNvSpPr>
            <p:nvPr/>
          </p:nvSpPr>
          <p:spPr bwMode="auto">
            <a:xfrm>
              <a:off x="5008058" y="4552323"/>
              <a:ext cx="65088" cy="60325"/>
            </a:xfrm>
            <a:custGeom>
              <a:avLst/>
              <a:gdLst>
                <a:gd name="T0" fmla="*/ 23 w 35"/>
                <a:gd name="T1" fmla="*/ 3 h 32"/>
                <a:gd name="T2" fmla="*/ 10 w 35"/>
                <a:gd name="T3" fmla="*/ 1 h 32"/>
                <a:gd name="T4" fmla="*/ 2 w 35"/>
                <a:gd name="T5" fmla="*/ 9 h 32"/>
                <a:gd name="T6" fmla="*/ 1 w 35"/>
                <a:gd name="T7" fmla="*/ 20 h 32"/>
                <a:gd name="T8" fmla="*/ 11 w 35"/>
                <a:gd name="T9" fmla="*/ 29 h 32"/>
                <a:gd name="T10" fmla="*/ 25 w 35"/>
                <a:gd name="T11" fmla="*/ 31 h 32"/>
                <a:gd name="T12" fmla="*/ 33 w 35"/>
                <a:gd name="T13" fmla="*/ 23 h 32"/>
                <a:gd name="T14" fmla="*/ 33 w 35"/>
                <a:gd name="T15" fmla="*/ 12 h 32"/>
                <a:gd name="T16" fmla="*/ 23 w 35"/>
                <a:gd name="T17" fmla="*/ 3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 h="32">
                  <a:moveTo>
                    <a:pt x="23" y="3"/>
                  </a:moveTo>
                  <a:cubicBezTo>
                    <a:pt x="18" y="0"/>
                    <a:pt x="13" y="0"/>
                    <a:pt x="10" y="1"/>
                  </a:cubicBezTo>
                  <a:cubicBezTo>
                    <a:pt x="6" y="2"/>
                    <a:pt x="3" y="5"/>
                    <a:pt x="2" y="9"/>
                  </a:cubicBezTo>
                  <a:cubicBezTo>
                    <a:pt x="0" y="13"/>
                    <a:pt x="0" y="17"/>
                    <a:pt x="1" y="20"/>
                  </a:cubicBezTo>
                  <a:cubicBezTo>
                    <a:pt x="3" y="24"/>
                    <a:pt x="6" y="27"/>
                    <a:pt x="11" y="29"/>
                  </a:cubicBezTo>
                  <a:cubicBezTo>
                    <a:pt x="16" y="31"/>
                    <a:pt x="21" y="32"/>
                    <a:pt x="25" y="31"/>
                  </a:cubicBezTo>
                  <a:cubicBezTo>
                    <a:pt x="28" y="29"/>
                    <a:pt x="31" y="27"/>
                    <a:pt x="33" y="23"/>
                  </a:cubicBezTo>
                  <a:cubicBezTo>
                    <a:pt x="35" y="19"/>
                    <a:pt x="35" y="15"/>
                    <a:pt x="33" y="12"/>
                  </a:cubicBezTo>
                  <a:cubicBezTo>
                    <a:pt x="32" y="8"/>
                    <a:pt x="28" y="5"/>
                    <a:pt x="23"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7" name="Freeform 55">
              <a:extLst>
                <a:ext uri="{FF2B5EF4-FFF2-40B4-BE49-F238E27FC236}">
                  <a16:creationId xmlns:a16="http://schemas.microsoft.com/office/drawing/2014/main" id="{121C4019-58B2-4336-A5C8-41A1D3EEC08F}"/>
                </a:ext>
              </a:extLst>
            </p:cNvPr>
            <p:cNvSpPr>
              <a:spLocks/>
            </p:cNvSpPr>
            <p:nvPr/>
          </p:nvSpPr>
          <p:spPr bwMode="auto">
            <a:xfrm>
              <a:off x="5581145" y="5347661"/>
              <a:ext cx="41275" cy="74613"/>
            </a:xfrm>
            <a:custGeom>
              <a:avLst/>
              <a:gdLst>
                <a:gd name="T0" fmla="*/ 22 w 22"/>
                <a:gd name="T1" fmla="*/ 0 h 40"/>
                <a:gd name="T2" fmla="*/ 22 w 22"/>
                <a:gd name="T3" fmla="*/ 40 h 40"/>
                <a:gd name="T4" fmla="*/ 11 w 22"/>
                <a:gd name="T5" fmla="*/ 40 h 40"/>
                <a:gd name="T6" fmla="*/ 11 w 22"/>
                <a:gd name="T7" fmla="*/ 14 h 40"/>
                <a:gd name="T8" fmla="*/ 6 w 22"/>
                <a:gd name="T9" fmla="*/ 17 h 40"/>
                <a:gd name="T10" fmla="*/ 0 w 22"/>
                <a:gd name="T11" fmla="*/ 19 h 40"/>
                <a:gd name="T12" fmla="*/ 0 w 22"/>
                <a:gd name="T13" fmla="*/ 11 h 40"/>
                <a:gd name="T14" fmla="*/ 8 w 22"/>
                <a:gd name="T15" fmla="*/ 6 h 40"/>
                <a:gd name="T16" fmla="*/ 13 w 22"/>
                <a:gd name="T17" fmla="*/ 0 h 40"/>
                <a:gd name="T18" fmla="*/ 22 w 22"/>
                <a:gd name="T19"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 h="40">
                  <a:moveTo>
                    <a:pt x="22" y="0"/>
                  </a:moveTo>
                  <a:cubicBezTo>
                    <a:pt x="22" y="40"/>
                    <a:pt x="22" y="40"/>
                    <a:pt x="22" y="40"/>
                  </a:cubicBezTo>
                  <a:cubicBezTo>
                    <a:pt x="11" y="40"/>
                    <a:pt x="11" y="40"/>
                    <a:pt x="11" y="40"/>
                  </a:cubicBezTo>
                  <a:cubicBezTo>
                    <a:pt x="11" y="14"/>
                    <a:pt x="11" y="14"/>
                    <a:pt x="11" y="14"/>
                  </a:cubicBezTo>
                  <a:cubicBezTo>
                    <a:pt x="9" y="15"/>
                    <a:pt x="8" y="16"/>
                    <a:pt x="6" y="17"/>
                  </a:cubicBezTo>
                  <a:cubicBezTo>
                    <a:pt x="4" y="18"/>
                    <a:pt x="2" y="19"/>
                    <a:pt x="0" y="19"/>
                  </a:cubicBezTo>
                  <a:cubicBezTo>
                    <a:pt x="0" y="11"/>
                    <a:pt x="0" y="11"/>
                    <a:pt x="0" y="11"/>
                  </a:cubicBezTo>
                  <a:cubicBezTo>
                    <a:pt x="4" y="10"/>
                    <a:pt x="6" y="8"/>
                    <a:pt x="8" y="6"/>
                  </a:cubicBezTo>
                  <a:cubicBezTo>
                    <a:pt x="10" y="5"/>
                    <a:pt x="12" y="3"/>
                    <a:pt x="13" y="0"/>
                  </a:cubicBezTo>
                  <a:lnTo>
                    <a:pt x="2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8" name="Freeform 56">
              <a:extLst>
                <a:ext uri="{FF2B5EF4-FFF2-40B4-BE49-F238E27FC236}">
                  <a16:creationId xmlns:a16="http://schemas.microsoft.com/office/drawing/2014/main" id="{4E1BFDFE-14F3-43F3-96A9-4983249295DB}"/>
                </a:ext>
              </a:extLst>
            </p:cNvPr>
            <p:cNvSpPr>
              <a:spLocks noEditPoints="1"/>
            </p:cNvSpPr>
            <p:nvPr/>
          </p:nvSpPr>
          <p:spPr bwMode="auto">
            <a:xfrm>
              <a:off x="5639883" y="5347661"/>
              <a:ext cx="60325" cy="74613"/>
            </a:xfrm>
            <a:custGeom>
              <a:avLst/>
              <a:gdLst>
                <a:gd name="T0" fmla="*/ 21 w 32"/>
                <a:gd name="T1" fmla="*/ 14 h 40"/>
                <a:gd name="T2" fmla="*/ 19 w 32"/>
                <a:gd name="T3" fmla="*/ 9 h 40"/>
                <a:gd name="T4" fmla="*/ 15 w 32"/>
                <a:gd name="T5" fmla="*/ 7 h 40"/>
                <a:gd name="T6" fmla="*/ 12 w 32"/>
                <a:gd name="T7" fmla="*/ 9 h 40"/>
                <a:gd name="T8" fmla="*/ 10 w 32"/>
                <a:gd name="T9" fmla="*/ 13 h 40"/>
                <a:gd name="T10" fmla="*/ 12 w 32"/>
                <a:gd name="T11" fmla="*/ 18 h 40"/>
                <a:gd name="T12" fmla="*/ 15 w 32"/>
                <a:gd name="T13" fmla="*/ 20 h 40"/>
                <a:gd name="T14" fmla="*/ 19 w 32"/>
                <a:gd name="T15" fmla="*/ 18 h 40"/>
                <a:gd name="T16" fmla="*/ 21 w 32"/>
                <a:gd name="T17" fmla="*/ 14 h 40"/>
                <a:gd name="T18" fmla="*/ 1 w 32"/>
                <a:gd name="T19" fmla="*/ 31 h 40"/>
                <a:gd name="T20" fmla="*/ 12 w 32"/>
                <a:gd name="T21" fmla="*/ 30 h 40"/>
                <a:gd name="T22" fmla="*/ 13 w 32"/>
                <a:gd name="T23" fmla="*/ 33 h 40"/>
                <a:gd name="T24" fmla="*/ 15 w 32"/>
                <a:gd name="T25" fmla="*/ 34 h 40"/>
                <a:gd name="T26" fmla="*/ 20 w 32"/>
                <a:gd name="T27" fmla="*/ 31 h 40"/>
                <a:gd name="T28" fmla="*/ 21 w 32"/>
                <a:gd name="T29" fmla="*/ 23 h 40"/>
                <a:gd name="T30" fmla="*/ 17 w 32"/>
                <a:gd name="T31" fmla="*/ 26 h 40"/>
                <a:gd name="T32" fmla="*/ 13 w 32"/>
                <a:gd name="T33" fmla="*/ 27 h 40"/>
                <a:gd name="T34" fmla="*/ 4 w 32"/>
                <a:gd name="T35" fmla="*/ 23 h 40"/>
                <a:gd name="T36" fmla="*/ 0 w 32"/>
                <a:gd name="T37" fmla="*/ 14 h 40"/>
                <a:gd name="T38" fmla="*/ 2 w 32"/>
                <a:gd name="T39" fmla="*/ 7 h 40"/>
                <a:gd name="T40" fmla="*/ 7 w 32"/>
                <a:gd name="T41" fmla="*/ 2 h 40"/>
                <a:gd name="T42" fmla="*/ 15 w 32"/>
                <a:gd name="T43" fmla="*/ 0 h 40"/>
                <a:gd name="T44" fmla="*/ 24 w 32"/>
                <a:gd name="T45" fmla="*/ 2 h 40"/>
                <a:gd name="T46" fmla="*/ 30 w 32"/>
                <a:gd name="T47" fmla="*/ 9 h 40"/>
                <a:gd name="T48" fmla="*/ 32 w 32"/>
                <a:gd name="T49" fmla="*/ 20 h 40"/>
                <a:gd name="T50" fmla="*/ 28 w 32"/>
                <a:gd name="T51" fmla="*/ 35 h 40"/>
                <a:gd name="T52" fmla="*/ 15 w 32"/>
                <a:gd name="T53" fmla="*/ 40 h 40"/>
                <a:gd name="T54" fmla="*/ 8 w 32"/>
                <a:gd name="T55" fmla="*/ 39 h 40"/>
                <a:gd name="T56" fmla="*/ 4 w 32"/>
                <a:gd name="T57" fmla="*/ 36 h 40"/>
                <a:gd name="T58" fmla="*/ 1 w 32"/>
                <a:gd name="T59" fmla="*/ 31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2" h="40">
                  <a:moveTo>
                    <a:pt x="21" y="14"/>
                  </a:moveTo>
                  <a:cubicBezTo>
                    <a:pt x="21" y="12"/>
                    <a:pt x="20" y="10"/>
                    <a:pt x="19" y="9"/>
                  </a:cubicBezTo>
                  <a:cubicBezTo>
                    <a:pt x="18" y="8"/>
                    <a:pt x="17" y="7"/>
                    <a:pt x="15" y="7"/>
                  </a:cubicBezTo>
                  <a:cubicBezTo>
                    <a:pt x="14" y="7"/>
                    <a:pt x="13" y="8"/>
                    <a:pt x="12" y="9"/>
                  </a:cubicBezTo>
                  <a:cubicBezTo>
                    <a:pt x="11" y="10"/>
                    <a:pt x="10" y="11"/>
                    <a:pt x="10" y="13"/>
                  </a:cubicBezTo>
                  <a:cubicBezTo>
                    <a:pt x="10" y="16"/>
                    <a:pt x="11" y="17"/>
                    <a:pt x="12" y="18"/>
                  </a:cubicBezTo>
                  <a:cubicBezTo>
                    <a:pt x="13" y="20"/>
                    <a:pt x="14" y="20"/>
                    <a:pt x="15" y="20"/>
                  </a:cubicBezTo>
                  <a:cubicBezTo>
                    <a:pt x="17" y="20"/>
                    <a:pt x="18" y="20"/>
                    <a:pt x="19" y="18"/>
                  </a:cubicBezTo>
                  <a:cubicBezTo>
                    <a:pt x="20" y="17"/>
                    <a:pt x="21" y="16"/>
                    <a:pt x="21" y="14"/>
                  </a:cubicBezTo>
                  <a:close/>
                  <a:moveTo>
                    <a:pt x="1" y="31"/>
                  </a:moveTo>
                  <a:cubicBezTo>
                    <a:pt x="12" y="30"/>
                    <a:pt x="12" y="30"/>
                    <a:pt x="12" y="30"/>
                  </a:cubicBezTo>
                  <a:cubicBezTo>
                    <a:pt x="12" y="31"/>
                    <a:pt x="12" y="32"/>
                    <a:pt x="13" y="33"/>
                  </a:cubicBezTo>
                  <a:cubicBezTo>
                    <a:pt x="14" y="33"/>
                    <a:pt x="15" y="34"/>
                    <a:pt x="15" y="34"/>
                  </a:cubicBezTo>
                  <a:cubicBezTo>
                    <a:pt x="17" y="34"/>
                    <a:pt x="19" y="33"/>
                    <a:pt x="20" y="31"/>
                  </a:cubicBezTo>
                  <a:cubicBezTo>
                    <a:pt x="20" y="30"/>
                    <a:pt x="21" y="27"/>
                    <a:pt x="21" y="23"/>
                  </a:cubicBezTo>
                  <a:cubicBezTo>
                    <a:pt x="20" y="24"/>
                    <a:pt x="19" y="25"/>
                    <a:pt x="17" y="26"/>
                  </a:cubicBezTo>
                  <a:cubicBezTo>
                    <a:pt x="16" y="26"/>
                    <a:pt x="14" y="27"/>
                    <a:pt x="13" y="27"/>
                  </a:cubicBezTo>
                  <a:cubicBezTo>
                    <a:pt x="9" y="27"/>
                    <a:pt x="6" y="26"/>
                    <a:pt x="4" y="23"/>
                  </a:cubicBezTo>
                  <a:cubicBezTo>
                    <a:pt x="1" y="21"/>
                    <a:pt x="0" y="17"/>
                    <a:pt x="0" y="14"/>
                  </a:cubicBezTo>
                  <a:cubicBezTo>
                    <a:pt x="0" y="11"/>
                    <a:pt x="1" y="9"/>
                    <a:pt x="2" y="7"/>
                  </a:cubicBezTo>
                  <a:cubicBezTo>
                    <a:pt x="3" y="5"/>
                    <a:pt x="5" y="3"/>
                    <a:pt x="7" y="2"/>
                  </a:cubicBezTo>
                  <a:cubicBezTo>
                    <a:pt x="9" y="1"/>
                    <a:pt x="12" y="0"/>
                    <a:pt x="15" y="0"/>
                  </a:cubicBezTo>
                  <a:cubicBezTo>
                    <a:pt x="19" y="0"/>
                    <a:pt x="22" y="1"/>
                    <a:pt x="24" y="2"/>
                  </a:cubicBezTo>
                  <a:cubicBezTo>
                    <a:pt x="27" y="4"/>
                    <a:pt x="29" y="6"/>
                    <a:pt x="30" y="9"/>
                  </a:cubicBezTo>
                  <a:cubicBezTo>
                    <a:pt x="31" y="11"/>
                    <a:pt x="32" y="15"/>
                    <a:pt x="32" y="20"/>
                  </a:cubicBezTo>
                  <a:cubicBezTo>
                    <a:pt x="32" y="27"/>
                    <a:pt x="31" y="32"/>
                    <a:pt x="28" y="35"/>
                  </a:cubicBezTo>
                  <a:cubicBezTo>
                    <a:pt x="25" y="39"/>
                    <a:pt x="21" y="40"/>
                    <a:pt x="15" y="40"/>
                  </a:cubicBezTo>
                  <a:cubicBezTo>
                    <a:pt x="12" y="40"/>
                    <a:pt x="10" y="40"/>
                    <a:pt x="8" y="39"/>
                  </a:cubicBezTo>
                  <a:cubicBezTo>
                    <a:pt x="6" y="38"/>
                    <a:pt x="5" y="37"/>
                    <a:pt x="4" y="36"/>
                  </a:cubicBezTo>
                  <a:cubicBezTo>
                    <a:pt x="2" y="35"/>
                    <a:pt x="2" y="33"/>
                    <a:pt x="1" y="3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9" name="Freeform 57">
              <a:extLst>
                <a:ext uri="{FF2B5EF4-FFF2-40B4-BE49-F238E27FC236}">
                  <a16:creationId xmlns:a16="http://schemas.microsoft.com/office/drawing/2014/main" id="{DB8CF6AA-A277-4BB3-9468-1EB39BFE9EA7}"/>
                </a:ext>
              </a:extLst>
            </p:cNvPr>
            <p:cNvSpPr>
              <a:spLocks/>
            </p:cNvSpPr>
            <p:nvPr/>
          </p:nvSpPr>
          <p:spPr bwMode="auto">
            <a:xfrm>
              <a:off x="5704970" y="5349248"/>
              <a:ext cx="60325" cy="73025"/>
            </a:xfrm>
            <a:custGeom>
              <a:avLst/>
              <a:gdLst>
                <a:gd name="T0" fmla="*/ 4 w 32"/>
                <a:gd name="T1" fmla="*/ 0 h 39"/>
                <a:gd name="T2" fmla="*/ 30 w 32"/>
                <a:gd name="T3" fmla="*/ 0 h 39"/>
                <a:gd name="T4" fmla="*/ 30 w 32"/>
                <a:gd name="T5" fmla="*/ 8 h 39"/>
                <a:gd name="T6" fmla="*/ 13 w 32"/>
                <a:gd name="T7" fmla="*/ 8 h 39"/>
                <a:gd name="T8" fmla="*/ 12 w 32"/>
                <a:gd name="T9" fmla="*/ 14 h 39"/>
                <a:gd name="T10" fmla="*/ 15 w 32"/>
                <a:gd name="T11" fmla="*/ 13 h 39"/>
                <a:gd name="T12" fmla="*/ 19 w 32"/>
                <a:gd name="T13" fmla="*/ 13 h 39"/>
                <a:gd name="T14" fmla="*/ 28 w 32"/>
                <a:gd name="T15" fmla="*/ 16 h 39"/>
                <a:gd name="T16" fmla="*/ 32 w 32"/>
                <a:gd name="T17" fmla="*/ 25 h 39"/>
                <a:gd name="T18" fmla="*/ 30 w 32"/>
                <a:gd name="T19" fmla="*/ 32 h 39"/>
                <a:gd name="T20" fmla="*/ 25 w 32"/>
                <a:gd name="T21" fmla="*/ 37 h 39"/>
                <a:gd name="T22" fmla="*/ 16 w 32"/>
                <a:gd name="T23" fmla="*/ 39 h 39"/>
                <a:gd name="T24" fmla="*/ 9 w 32"/>
                <a:gd name="T25" fmla="*/ 39 h 39"/>
                <a:gd name="T26" fmla="*/ 5 w 32"/>
                <a:gd name="T27" fmla="*/ 36 h 39"/>
                <a:gd name="T28" fmla="*/ 2 w 32"/>
                <a:gd name="T29" fmla="*/ 33 h 39"/>
                <a:gd name="T30" fmla="*/ 0 w 32"/>
                <a:gd name="T31" fmla="*/ 29 h 39"/>
                <a:gd name="T32" fmla="*/ 11 w 32"/>
                <a:gd name="T33" fmla="*/ 27 h 39"/>
                <a:gd name="T34" fmla="*/ 12 w 32"/>
                <a:gd name="T35" fmla="*/ 31 h 39"/>
                <a:gd name="T36" fmla="*/ 16 w 32"/>
                <a:gd name="T37" fmla="*/ 33 h 39"/>
                <a:gd name="T38" fmla="*/ 20 w 32"/>
                <a:gd name="T39" fmla="*/ 31 h 39"/>
                <a:gd name="T40" fmla="*/ 21 w 32"/>
                <a:gd name="T41" fmla="*/ 26 h 39"/>
                <a:gd name="T42" fmla="*/ 20 w 32"/>
                <a:gd name="T43" fmla="*/ 21 h 39"/>
                <a:gd name="T44" fmla="*/ 16 w 32"/>
                <a:gd name="T45" fmla="*/ 19 h 39"/>
                <a:gd name="T46" fmla="*/ 13 w 32"/>
                <a:gd name="T47" fmla="*/ 20 h 39"/>
                <a:gd name="T48" fmla="*/ 10 w 32"/>
                <a:gd name="T49" fmla="*/ 22 h 39"/>
                <a:gd name="T50" fmla="*/ 1 w 32"/>
                <a:gd name="T51" fmla="*/ 21 h 39"/>
                <a:gd name="T52" fmla="*/ 4 w 32"/>
                <a:gd name="T53" fmla="*/ 0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2" h="39">
                  <a:moveTo>
                    <a:pt x="4" y="0"/>
                  </a:moveTo>
                  <a:cubicBezTo>
                    <a:pt x="30" y="0"/>
                    <a:pt x="30" y="0"/>
                    <a:pt x="30" y="0"/>
                  </a:cubicBezTo>
                  <a:cubicBezTo>
                    <a:pt x="30" y="8"/>
                    <a:pt x="30" y="8"/>
                    <a:pt x="30" y="8"/>
                  </a:cubicBezTo>
                  <a:cubicBezTo>
                    <a:pt x="13" y="8"/>
                    <a:pt x="13" y="8"/>
                    <a:pt x="13" y="8"/>
                  </a:cubicBezTo>
                  <a:cubicBezTo>
                    <a:pt x="12" y="14"/>
                    <a:pt x="12" y="14"/>
                    <a:pt x="12" y="14"/>
                  </a:cubicBezTo>
                  <a:cubicBezTo>
                    <a:pt x="13" y="14"/>
                    <a:pt x="14" y="13"/>
                    <a:pt x="15" y="13"/>
                  </a:cubicBezTo>
                  <a:cubicBezTo>
                    <a:pt x="17" y="13"/>
                    <a:pt x="18" y="13"/>
                    <a:pt x="19" y="13"/>
                  </a:cubicBezTo>
                  <a:cubicBezTo>
                    <a:pt x="23" y="13"/>
                    <a:pt x="26" y="14"/>
                    <a:pt x="28" y="16"/>
                  </a:cubicBezTo>
                  <a:cubicBezTo>
                    <a:pt x="31" y="18"/>
                    <a:pt x="32" y="21"/>
                    <a:pt x="32" y="25"/>
                  </a:cubicBezTo>
                  <a:cubicBezTo>
                    <a:pt x="32" y="27"/>
                    <a:pt x="31" y="30"/>
                    <a:pt x="30" y="32"/>
                  </a:cubicBezTo>
                  <a:cubicBezTo>
                    <a:pt x="29" y="35"/>
                    <a:pt x="27" y="36"/>
                    <a:pt x="25" y="37"/>
                  </a:cubicBezTo>
                  <a:cubicBezTo>
                    <a:pt x="22" y="39"/>
                    <a:pt x="20" y="39"/>
                    <a:pt x="16" y="39"/>
                  </a:cubicBezTo>
                  <a:cubicBezTo>
                    <a:pt x="13" y="39"/>
                    <a:pt x="11" y="39"/>
                    <a:pt x="9" y="39"/>
                  </a:cubicBezTo>
                  <a:cubicBezTo>
                    <a:pt x="8" y="38"/>
                    <a:pt x="6" y="37"/>
                    <a:pt x="5" y="36"/>
                  </a:cubicBezTo>
                  <a:cubicBezTo>
                    <a:pt x="4" y="35"/>
                    <a:pt x="2" y="34"/>
                    <a:pt x="2" y="33"/>
                  </a:cubicBezTo>
                  <a:cubicBezTo>
                    <a:pt x="1" y="32"/>
                    <a:pt x="0" y="30"/>
                    <a:pt x="0" y="29"/>
                  </a:cubicBezTo>
                  <a:cubicBezTo>
                    <a:pt x="11" y="27"/>
                    <a:pt x="11" y="27"/>
                    <a:pt x="11" y="27"/>
                  </a:cubicBezTo>
                  <a:cubicBezTo>
                    <a:pt x="11" y="29"/>
                    <a:pt x="11" y="30"/>
                    <a:pt x="12" y="31"/>
                  </a:cubicBezTo>
                  <a:cubicBezTo>
                    <a:pt x="13" y="32"/>
                    <a:pt x="15" y="33"/>
                    <a:pt x="16" y="33"/>
                  </a:cubicBezTo>
                  <a:cubicBezTo>
                    <a:pt x="17" y="33"/>
                    <a:pt x="19" y="32"/>
                    <a:pt x="20" y="31"/>
                  </a:cubicBezTo>
                  <a:cubicBezTo>
                    <a:pt x="21" y="30"/>
                    <a:pt x="21" y="28"/>
                    <a:pt x="21" y="26"/>
                  </a:cubicBezTo>
                  <a:cubicBezTo>
                    <a:pt x="21" y="24"/>
                    <a:pt x="21" y="22"/>
                    <a:pt x="20" y="21"/>
                  </a:cubicBezTo>
                  <a:cubicBezTo>
                    <a:pt x="19" y="20"/>
                    <a:pt x="17" y="19"/>
                    <a:pt x="16" y="19"/>
                  </a:cubicBezTo>
                  <a:cubicBezTo>
                    <a:pt x="15" y="19"/>
                    <a:pt x="14" y="20"/>
                    <a:pt x="13" y="20"/>
                  </a:cubicBezTo>
                  <a:cubicBezTo>
                    <a:pt x="12" y="20"/>
                    <a:pt x="11" y="21"/>
                    <a:pt x="10" y="22"/>
                  </a:cubicBezTo>
                  <a:cubicBezTo>
                    <a:pt x="1" y="21"/>
                    <a:pt x="1" y="21"/>
                    <a:pt x="1" y="21"/>
                  </a:cubicBezTo>
                  <a:lnTo>
                    <a:pt x="4"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0" name="Freeform 58">
              <a:extLst>
                <a:ext uri="{FF2B5EF4-FFF2-40B4-BE49-F238E27FC236}">
                  <a16:creationId xmlns:a16="http://schemas.microsoft.com/office/drawing/2014/main" id="{78D65A36-0655-44D3-8E49-7457D01C8D57}"/>
                </a:ext>
              </a:extLst>
            </p:cNvPr>
            <p:cNvSpPr>
              <a:spLocks/>
            </p:cNvSpPr>
            <p:nvPr/>
          </p:nvSpPr>
          <p:spPr bwMode="auto">
            <a:xfrm>
              <a:off x="5770058" y="5347661"/>
              <a:ext cx="57150" cy="74613"/>
            </a:xfrm>
            <a:custGeom>
              <a:avLst/>
              <a:gdLst>
                <a:gd name="T0" fmla="*/ 10 w 31"/>
                <a:gd name="T1" fmla="*/ 12 h 40"/>
                <a:gd name="T2" fmla="*/ 0 w 31"/>
                <a:gd name="T3" fmla="*/ 10 h 40"/>
                <a:gd name="T4" fmla="*/ 5 w 31"/>
                <a:gd name="T5" fmla="*/ 3 h 40"/>
                <a:gd name="T6" fmla="*/ 15 w 31"/>
                <a:gd name="T7" fmla="*/ 0 h 40"/>
                <a:gd name="T8" fmla="*/ 26 w 31"/>
                <a:gd name="T9" fmla="*/ 3 h 40"/>
                <a:gd name="T10" fmla="*/ 30 w 31"/>
                <a:gd name="T11" fmla="*/ 10 h 40"/>
                <a:gd name="T12" fmla="*/ 28 w 31"/>
                <a:gd name="T13" fmla="*/ 15 h 40"/>
                <a:gd name="T14" fmla="*/ 24 w 31"/>
                <a:gd name="T15" fmla="*/ 18 h 40"/>
                <a:gd name="T16" fmla="*/ 27 w 31"/>
                <a:gd name="T17" fmla="*/ 20 h 40"/>
                <a:gd name="T18" fmla="*/ 30 w 31"/>
                <a:gd name="T19" fmla="*/ 23 h 40"/>
                <a:gd name="T20" fmla="*/ 31 w 31"/>
                <a:gd name="T21" fmla="*/ 27 h 40"/>
                <a:gd name="T22" fmla="*/ 30 w 31"/>
                <a:gd name="T23" fmla="*/ 34 h 40"/>
                <a:gd name="T24" fmla="*/ 25 w 31"/>
                <a:gd name="T25" fmla="*/ 39 h 40"/>
                <a:gd name="T26" fmla="*/ 16 w 31"/>
                <a:gd name="T27" fmla="*/ 40 h 40"/>
                <a:gd name="T28" fmla="*/ 8 w 31"/>
                <a:gd name="T29" fmla="*/ 39 h 40"/>
                <a:gd name="T30" fmla="*/ 3 w 31"/>
                <a:gd name="T31" fmla="*/ 35 h 40"/>
                <a:gd name="T32" fmla="*/ 0 w 31"/>
                <a:gd name="T33" fmla="*/ 29 h 40"/>
                <a:gd name="T34" fmla="*/ 10 w 31"/>
                <a:gd name="T35" fmla="*/ 28 h 40"/>
                <a:gd name="T36" fmla="*/ 12 w 31"/>
                <a:gd name="T37" fmla="*/ 32 h 40"/>
                <a:gd name="T38" fmla="*/ 16 w 31"/>
                <a:gd name="T39" fmla="*/ 34 h 40"/>
                <a:gd name="T40" fmla="*/ 19 w 31"/>
                <a:gd name="T41" fmla="*/ 32 h 40"/>
                <a:gd name="T42" fmla="*/ 21 w 31"/>
                <a:gd name="T43" fmla="*/ 28 h 40"/>
                <a:gd name="T44" fmla="*/ 19 w 31"/>
                <a:gd name="T45" fmla="*/ 24 h 40"/>
                <a:gd name="T46" fmla="*/ 15 w 31"/>
                <a:gd name="T47" fmla="*/ 22 h 40"/>
                <a:gd name="T48" fmla="*/ 12 w 31"/>
                <a:gd name="T49" fmla="*/ 23 h 40"/>
                <a:gd name="T50" fmla="*/ 13 w 31"/>
                <a:gd name="T51" fmla="*/ 15 h 40"/>
                <a:gd name="T52" fmla="*/ 14 w 31"/>
                <a:gd name="T53" fmla="*/ 15 h 40"/>
                <a:gd name="T54" fmla="*/ 17 w 31"/>
                <a:gd name="T55" fmla="*/ 14 h 40"/>
                <a:gd name="T56" fmla="*/ 19 w 31"/>
                <a:gd name="T57" fmla="*/ 11 h 40"/>
                <a:gd name="T58" fmla="*/ 18 w 31"/>
                <a:gd name="T59" fmla="*/ 8 h 40"/>
                <a:gd name="T60" fmla="*/ 15 w 31"/>
                <a:gd name="T61" fmla="*/ 7 h 40"/>
                <a:gd name="T62" fmla="*/ 12 w 31"/>
                <a:gd name="T63" fmla="*/ 8 h 40"/>
                <a:gd name="T64" fmla="*/ 10 w 31"/>
                <a:gd name="T65" fmla="*/ 12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1" h="40">
                  <a:moveTo>
                    <a:pt x="10" y="12"/>
                  </a:moveTo>
                  <a:cubicBezTo>
                    <a:pt x="0" y="10"/>
                    <a:pt x="0" y="10"/>
                    <a:pt x="0" y="10"/>
                  </a:cubicBezTo>
                  <a:cubicBezTo>
                    <a:pt x="1" y="7"/>
                    <a:pt x="3" y="5"/>
                    <a:pt x="5" y="3"/>
                  </a:cubicBezTo>
                  <a:cubicBezTo>
                    <a:pt x="7" y="1"/>
                    <a:pt x="11" y="0"/>
                    <a:pt x="15" y="0"/>
                  </a:cubicBezTo>
                  <a:cubicBezTo>
                    <a:pt x="20" y="0"/>
                    <a:pt x="24" y="1"/>
                    <a:pt x="26" y="3"/>
                  </a:cubicBezTo>
                  <a:cubicBezTo>
                    <a:pt x="28" y="5"/>
                    <a:pt x="30" y="7"/>
                    <a:pt x="30" y="10"/>
                  </a:cubicBezTo>
                  <a:cubicBezTo>
                    <a:pt x="30" y="12"/>
                    <a:pt x="29" y="13"/>
                    <a:pt x="28" y="15"/>
                  </a:cubicBezTo>
                  <a:cubicBezTo>
                    <a:pt x="27" y="16"/>
                    <a:pt x="26" y="17"/>
                    <a:pt x="24" y="18"/>
                  </a:cubicBezTo>
                  <a:cubicBezTo>
                    <a:pt x="25" y="19"/>
                    <a:pt x="27" y="19"/>
                    <a:pt x="27" y="20"/>
                  </a:cubicBezTo>
                  <a:cubicBezTo>
                    <a:pt x="29" y="20"/>
                    <a:pt x="30" y="21"/>
                    <a:pt x="30" y="23"/>
                  </a:cubicBezTo>
                  <a:cubicBezTo>
                    <a:pt x="31" y="24"/>
                    <a:pt x="31" y="26"/>
                    <a:pt x="31" y="27"/>
                  </a:cubicBezTo>
                  <a:cubicBezTo>
                    <a:pt x="31" y="30"/>
                    <a:pt x="31" y="32"/>
                    <a:pt x="30" y="34"/>
                  </a:cubicBezTo>
                  <a:cubicBezTo>
                    <a:pt x="29" y="36"/>
                    <a:pt x="27" y="38"/>
                    <a:pt x="25" y="39"/>
                  </a:cubicBezTo>
                  <a:cubicBezTo>
                    <a:pt x="22" y="40"/>
                    <a:pt x="19" y="40"/>
                    <a:pt x="16" y="40"/>
                  </a:cubicBezTo>
                  <a:cubicBezTo>
                    <a:pt x="12" y="40"/>
                    <a:pt x="10" y="40"/>
                    <a:pt x="8" y="39"/>
                  </a:cubicBezTo>
                  <a:cubicBezTo>
                    <a:pt x="6" y="38"/>
                    <a:pt x="4" y="37"/>
                    <a:pt x="3" y="35"/>
                  </a:cubicBezTo>
                  <a:cubicBezTo>
                    <a:pt x="1" y="34"/>
                    <a:pt x="0" y="32"/>
                    <a:pt x="0" y="29"/>
                  </a:cubicBezTo>
                  <a:cubicBezTo>
                    <a:pt x="10" y="28"/>
                    <a:pt x="10" y="28"/>
                    <a:pt x="10" y="28"/>
                  </a:cubicBezTo>
                  <a:cubicBezTo>
                    <a:pt x="11" y="30"/>
                    <a:pt x="11" y="32"/>
                    <a:pt x="12" y="32"/>
                  </a:cubicBezTo>
                  <a:cubicBezTo>
                    <a:pt x="13" y="33"/>
                    <a:pt x="14" y="34"/>
                    <a:pt x="16" y="34"/>
                  </a:cubicBezTo>
                  <a:cubicBezTo>
                    <a:pt x="17" y="34"/>
                    <a:pt x="18" y="33"/>
                    <a:pt x="19" y="32"/>
                  </a:cubicBezTo>
                  <a:cubicBezTo>
                    <a:pt x="20" y="31"/>
                    <a:pt x="21" y="30"/>
                    <a:pt x="21" y="28"/>
                  </a:cubicBezTo>
                  <a:cubicBezTo>
                    <a:pt x="21" y="26"/>
                    <a:pt x="20" y="25"/>
                    <a:pt x="19" y="24"/>
                  </a:cubicBezTo>
                  <a:cubicBezTo>
                    <a:pt x="18" y="23"/>
                    <a:pt x="17" y="22"/>
                    <a:pt x="15" y="22"/>
                  </a:cubicBezTo>
                  <a:cubicBezTo>
                    <a:pt x="15" y="22"/>
                    <a:pt x="14" y="23"/>
                    <a:pt x="12" y="23"/>
                  </a:cubicBezTo>
                  <a:cubicBezTo>
                    <a:pt x="13" y="15"/>
                    <a:pt x="13" y="15"/>
                    <a:pt x="13" y="15"/>
                  </a:cubicBezTo>
                  <a:cubicBezTo>
                    <a:pt x="13" y="15"/>
                    <a:pt x="14" y="15"/>
                    <a:pt x="14" y="15"/>
                  </a:cubicBezTo>
                  <a:cubicBezTo>
                    <a:pt x="15" y="15"/>
                    <a:pt x="17" y="15"/>
                    <a:pt x="17" y="14"/>
                  </a:cubicBezTo>
                  <a:cubicBezTo>
                    <a:pt x="18" y="13"/>
                    <a:pt x="19" y="12"/>
                    <a:pt x="19" y="11"/>
                  </a:cubicBezTo>
                  <a:cubicBezTo>
                    <a:pt x="19" y="10"/>
                    <a:pt x="18" y="9"/>
                    <a:pt x="18" y="8"/>
                  </a:cubicBezTo>
                  <a:cubicBezTo>
                    <a:pt x="17" y="7"/>
                    <a:pt x="16" y="7"/>
                    <a:pt x="15" y="7"/>
                  </a:cubicBezTo>
                  <a:cubicBezTo>
                    <a:pt x="14" y="7"/>
                    <a:pt x="13" y="7"/>
                    <a:pt x="12" y="8"/>
                  </a:cubicBezTo>
                  <a:cubicBezTo>
                    <a:pt x="11" y="9"/>
                    <a:pt x="11" y="10"/>
                    <a:pt x="1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1" name="Freeform 59">
              <a:extLst>
                <a:ext uri="{FF2B5EF4-FFF2-40B4-BE49-F238E27FC236}">
                  <a16:creationId xmlns:a16="http://schemas.microsoft.com/office/drawing/2014/main" id="{133CAF8F-2240-48FB-A5D0-092D16179177}"/>
                </a:ext>
              </a:extLst>
            </p:cNvPr>
            <p:cNvSpPr>
              <a:spLocks/>
            </p:cNvSpPr>
            <p:nvPr/>
          </p:nvSpPr>
          <p:spPr bwMode="auto">
            <a:xfrm>
              <a:off x="5277933" y="5415923"/>
              <a:ext cx="17463" cy="9525"/>
            </a:xfrm>
            <a:custGeom>
              <a:avLst/>
              <a:gdLst>
                <a:gd name="T0" fmla="*/ 0 w 11"/>
                <a:gd name="T1" fmla="*/ 6 h 6"/>
                <a:gd name="T2" fmla="*/ 5 w 11"/>
                <a:gd name="T3" fmla="*/ 5 h 6"/>
                <a:gd name="T4" fmla="*/ 11 w 11"/>
                <a:gd name="T5" fmla="*/ 2 h 6"/>
                <a:gd name="T6" fmla="*/ 8 w 11"/>
                <a:gd name="T7" fmla="*/ 1 h 6"/>
                <a:gd name="T8" fmla="*/ 4 w 11"/>
                <a:gd name="T9" fmla="*/ 0 h 6"/>
                <a:gd name="T10" fmla="*/ 0 w 11"/>
                <a:gd name="T11" fmla="*/ 6 h 6"/>
              </a:gdLst>
              <a:ahLst/>
              <a:cxnLst>
                <a:cxn ang="0">
                  <a:pos x="T0" y="T1"/>
                </a:cxn>
                <a:cxn ang="0">
                  <a:pos x="T2" y="T3"/>
                </a:cxn>
                <a:cxn ang="0">
                  <a:pos x="T4" y="T5"/>
                </a:cxn>
                <a:cxn ang="0">
                  <a:pos x="T6" y="T7"/>
                </a:cxn>
                <a:cxn ang="0">
                  <a:pos x="T8" y="T9"/>
                </a:cxn>
                <a:cxn ang="0">
                  <a:pos x="T10" y="T11"/>
                </a:cxn>
              </a:cxnLst>
              <a:rect l="0" t="0" r="r" b="b"/>
              <a:pathLst>
                <a:path w="11" h="6">
                  <a:moveTo>
                    <a:pt x="0" y="6"/>
                  </a:moveTo>
                  <a:lnTo>
                    <a:pt x="5" y="5"/>
                  </a:lnTo>
                  <a:lnTo>
                    <a:pt x="11" y="2"/>
                  </a:lnTo>
                  <a:lnTo>
                    <a:pt x="8" y="1"/>
                  </a:lnTo>
                  <a:lnTo>
                    <a:pt x="4" y="0"/>
                  </a:lnTo>
                  <a:lnTo>
                    <a:pt x="0" y="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2" name="Freeform 60">
              <a:extLst>
                <a:ext uri="{FF2B5EF4-FFF2-40B4-BE49-F238E27FC236}">
                  <a16:creationId xmlns:a16="http://schemas.microsoft.com/office/drawing/2014/main" id="{EF673BFB-5245-4EA1-B1F4-12DD2C4A225B}"/>
                </a:ext>
              </a:extLst>
            </p:cNvPr>
            <p:cNvSpPr>
              <a:spLocks/>
            </p:cNvSpPr>
            <p:nvPr/>
          </p:nvSpPr>
          <p:spPr bwMode="auto">
            <a:xfrm>
              <a:off x="5377945" y="4187198"/>
              <a:ext cx="44450" cy="34925"/>
            </a:xfrm>
            <a:custGeom>
              <a:avLst/>
              <a:gdLst>
                <a:gd name="T0" fmla="*/ 22 w 24"/>
                <a:gd name="T1" fmla="*/ 11 h 19"/>
                <a:gd name="T2" fmla="*/ 24 w 24"/>
                <a:gd name="T3" fmla="*/ 8 h 19"/>
                <a:gd name="T4" fmla="*/ 24 w 24"/>
                <a:gd name="T5" fmla="*/ 4 h 19"/>
                <a:gd name="T6" fmla="*/ 21 w 24"/>
                <a:gd name="T7" fmla="*/ 0 h 19"/>
                <a:gd name="T8" fmla="*/ 16 w 24"/>
                <a:gd name="T9" fmla="*/ 0 h 19"/>
                <a:gd name="T10" fmla="*/ 8 w 24"/>
                <a:gd name="T11" fmla="*/ 4 h 19"/>
                <a:gd name="T12" fmla="*/ 0 w 24"/>
                <a:gd name="T13" fmla="*/ 7 h 19"/>
                <a:gd name="T14" fmla="*/ 5 w 24"/>
                <a:gd name="T15" fmla="*/ 19 h 19"/>
                <a:gd name="T16" fmla="*/ 13 w 24"/>
                <a:gd name="T17" fmla="*/ 16 h 19"/>
                <a:gd name="T18" fmla="*/ 22 w 24"/>
                <a:gd name="T19" fmla="*/ 11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19">
                  <a:moveTo>
                    <a:pt x="22" y="11"/>
                  </a:moveTo>
                  <a:cubicBezTo>
                    <a:pt x="23" y="10"/>
                    <a:pt x="24" y="9"/>
                    <a:pt x="24" y="8"/>
                  </a:cubicBezTo>
                  <a:cubicBezTo>
                    <a:pt x="24" y="6"/>
                    <a:pt x="24" y="5"/>
                    <a:pt x="24" y="4"/>
                  </a:cubicBezTo>
                  <a:cubicBezTo>
                    <a:pt x="23" y="2"/>
                    <a:pt x="22" y="1"/>
                    <a:pt x="21" y="0"/>
                  </a:cubicBezTo>
                  <a:cubicBezTo>
                    <a:pt x="19" y="0"/>
                    <a:pt x="18" y="0"/>
                    <a:pt x="16" y="0"/>
                  </a:cubicBezTo>
                  <a:cubicBezTo>
                    <a:pt x="15" y="1"/>
                    <a:pt x="12" y="2"/>
                    <a:pt x="8" y="4"/>
                  </a:cubicBezTo>
                  <a:cubicBezTo>
                    <a:pt x="0" y="7"/>
                    <a:pt x="0" y="7"/>
                    <a:pt x="0" y="7"/>
                  </a:cubicBezTo>
                  <a:cubicBezTo>
                    <a:pt x="5" y="19"/>
                    <a:pt x="5" y="19"/>
                    <a:pt x="5" y="19"/>
                  </a:cubicBezTo>
                  <a:cubicBezTo>
                    <a:pt x="13" y="16"/>
                    <a:pt x="13" y="16"/>
                    <a:pt x="13" y="16"/>
                  </a:cubicBezTo>
                  <a:cubicBezTo>
                    <a:pt x="18" y="13"/>
                    <a:pt x="21" y="12"/>
                    <a:pt x="22"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3" name="Freeform 61">
              <a:extLst>
                <a:ext uri="{FF2B5EF4-FFF2-40B4-BE49-F238E27FC236}">
                  <a16:creationId xmlns:a16="http://schemas.microsoft.com/office/drawing/2014/main" id="{887C566D-5AAE-4C01-992E-34CC7BAC8DBF}"/>
                </a:ext>
              </a:extLst>
            </p:cNvPr>
            <p:cNvSpPr>
              <a:spLocks/>
            </p:cNvSpPr>
            <p:nvPr/>
          </p:nvSpPr>
          <p:spPr bwMode="auto">
            <a:xfrm>
              <a:off x="6297108" y="4461836"/>
              <a:ext cx="36513" cy="46038"/>
            </a:xfrm>
            <a:custGeom>
              <a:avLst/>
              <a:gdLst>
                <a:gd name="T0" fmla="*/ 10 w 20"/>
                <a:gd name="T1" fmla="*/ 23 h 25"/>
                <a:gd name="T2" fmla="*/ 13 w 20"/>
                <a:gd name="T3" fmla="*/ 25 h 25"/>
                <a:gd name="T4" fmla="*/ 17 w 20"/>
                <a:gd name="T5" fmla="*/ 24 h 25"/>
                <a:gd name="T6" fmla="*/ 20 w 20"/>
                <a:gd name="T7" fmla="*/ 20 h 25"/>
                <a:gd name="T8" fmla="*/ 20 w 20"/>
                <a:gd name="T9" fmla="*/ 15 h 25"/>
                <a:gd name="T10" fmla="*/ 15 w 20"/>
                <a:gd name="T11" fmla="*/ 8 h 25"/>
                <a:gd name="T12" fmla="*/ 11 w 20"/>
                <a:gd name="T13" fmla="*/ 0 h 25"/>
                <a:gd name="T14" fmla="*/ 0 w 20"/>
                <a:gd name="T15" fmla="*/ 7 h 25"/>
                <a:gd name="T16" fmla="*/ 4 w 20"/>
                <a:gd name="T17" fmla="*/ 14 h 25"/>
                <a:gd name="T18" fmla="*/ 10 w 20"/>
                <a:gd name="T19" fmla="*/ 23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 h="25">
                  <a:moveTo>
                    <a:pt x="10" y="23"/>
                  </a:moveTo>
                  <a:cubicBezTo>
                    <a:pt x="11" y="24"/>
                    <a:pt x="12" y="24"/>
                    <a:pt x="13" y="25"/>
                  </a:cubicBezTo>
                  <a:cubicBezTo>
                    <a:pt x="15" y="25"/>
                    <a:pt x="16" y="24"/>
                    <a:pt x="17" y="24"/>
                  </a:cubicBezTo>
                  <a:cubicBezTo>
                    <a:pt x="19" y="23"/>
                    <a:pt x="20" y="21"/>
                    <a:pt x="20" y="20"/>
                  </a:cubicBezTo>
                  <a:cubicBezTo>
                    <a:pt x="20" y="19"/>
                    <a:pt x="20" y="17"/>
                    <a:pt x="20" y="15"/>
                  </a:cubicBezTo>
                  <a:cubicBezTo>
                    <a:pt x="19" y="14"/>
                    <a:pt x="18" y="12"/>
                    <a:pt x="15" y="8"/>
                  </a:cubicBezTo>
                  <a:cubicBezTo>
                    <a:pt x="11" y="0"/>
                    <a:pt x="11" y="0"/>
                    <a:pt x="11" y="0"/>
                  </a:cubicBezTo>
                  <a:cubicBezTo>
                    <a:pt x="0" y="7"/>
                    <a:pt x="0" y="7"/>
                    <a:pt x="0" y="7"/>
                  </a:cubicBezTo>
                  <a:cubicBezTo>
                    <a:pt x="4" y="14"/>
                    <a:pt x="4" y="14"/>
                    <a:pt x="4" y="14"/>
                  </a:cubicBezTo>
                  <a:cubicBezTo>
                    <a:pt x="7" y="19"/>
                    <a:pt x="9" y="22"/>
                    <a:pt x="10"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4" name="Freeform 62">
              <a:extLst>
                <a:ext uri="{FF2B5EF4-FFF2-40B4-BE49-F238E27FC236}">
                  <a16:creationId xmlns:a16="http://schemas.microsoft.com/office/drawing/2014/main" id="{3D7121C0-EFD3-4D2C-967A-CD5B1AF057FE}"/>
                </a:ext>
              </a:extLst>
            </p:cNvPr>
            <p:cNvSpPr>
              <a:spLocks/>
            </p:cNvSpPr>
            <p:nvPr/>
          </p:nvSpPr>
          <p:spPr bwMode="auto">
            <a:xfrm>
              <a:off x="4995358" y="4642811"/>
              <a:ext cx="39688" cy="28575"/>
            </a:xfrm>
            <a:custGeom>
              <a:avLst/>
              <a:gdLst>
                <a:gd name="T0" fmla="*/ 25 w 25"/>
                <a:gd name="T1" fmla="*/ 0 h 18"/>
                <a:gd name="T2" fmla="*/ 0 w 25"/>
                <a:gd name="T3" fmla="*/ 3 h 18"/>
                <a:gd name="T4" fmla="*/ 19 w 25"/>
                <a:gd name="T5" fmla="*/ 18 h 18"/>
                <a:gd name="T6" fmla="*/ 25 w 25"/>
                <a:gd name="T7" fmla="*/ 0 h 18"/>
              </a:gdLst>
              <a:ahLst/>
              <a:cxnLst>
                <a:cxn ang="0">
                  <a:pos x="T0" y="T1"/>
                </a:cxn>
                <a:cxn ang="0">
                  <a:pos x="T2" y="T3"/>
                </a:cxn>
                <a:cxn ang="0">
                  <a:pos x="T4" y="T5"/>
                </a:cxn>
                <a:cxn ang="0">
                  <a:pos x="T6" y="T7"/>
                </a:cxn>
              </a:cxnLst>
              <a:rect l="0" t="0" r="r" b="b"/>
              <a:pathLst>
                <a:path w="25" h="18">
                  <a:moveTo>
                    <a:pt x="25" y="0"/>
                  </a:moveTo>
                  <a:lnTo>
                    <a:pt x="0" y="3"/>
                  </a:lnTo>
                  <a:lnTo>
                    <a:pt x="19" y="18"/>
                  </a:lnTo>
                  <a:lnTo>
                    <a:pt x="2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5" name="Freeform 63">
              <a:extLst>
                <a:ext uri="{FF2B5EF4-FFF2-40B4-BE49-F238E27FC236}">
                  <a16:creationId xmlns:a16="http://schemas.microsoft.com/office/drawing/2014/main" id="{45839955-055F-49A5-B3BA-6D552FD178A2}"/>
                </a:ext>
              </a:extLst>
            </p:cNvPr>
            <p:cNvSpPr>
              <a:spLocks/>
            </p:cNvSpPr>
            <p:nvPr/>
          </p:nvSpPr>
          <p:spPr bwMode="auto">
            <a:xfrm>
              <a:off x="5774820" y="5565148"/>
              <a:ext cx="38100" cy="61913"/>
            </a:xfrm>
            <a:custGeom>
              <a:avLst/>
              <a:gdLst>
                <a:gd name="T0" fmla="*/ 7 w 21"/>
                <a:gd name="T1" fmla="*/ 10 h 33"/>
                <a:gd name="T2" fmla="*/ 4 w 21"/>
                <a:gd name="T3" fmla="*/ 12 h 33"/>
                <a:gd name="T4" fmla="*/ 2 w 21"/>
                <a:gd name="T5" fmla="*/ 15 h 33"/>
                <a:gd name="T6" fmla="*/ 1 w 21"/>
                <a:gd name="T7" fmla="*/ 19 h 33"/>
                <a:gd name="T8" fmla="*/ 0 w 21"/>
                <a:gd name="T9" fmla="*/ 23 h 33"/>
                <a:gd name="T10" fmla="*/ 2 w 21"/>
                <a:gd name="T11" fmla="*/ 26 h 33"/>
                <a:gd name="T12" fmla="*/ 9 w 21"/>
                <a:gd name="T13" fmla="*/ 32 h 33"/>
                <a:gd name="T14" fmla="*/ 12 w 21"/>
                <a:gd name="T15" fmla="*/ 33 h 33"/>
                <a:gd name="T16" fmla="*/ 15 w 21"/>
                <a:gd name="T17" fmla="*/ 33 h 33"/>
                <a:gd name="T18" fmla="*/ 19 w 21"/>
                <a:gd name="T19" fmla="*/ 29 h 33"/>
                <a:gd name="T20" fmla="*/ 20 w 21"/>
                <a:gd name="T21" fmla="*/ 26 h 33"/>
                <a:gd name="T22" fmla="*/ 21 w 21"/>
                <a:gd name="T23" fmla="*/ 24 h 33"/>
                <a:gd name="T24" fmla="*/ 20 w 21"/>
                <a:gd name="T25" fmla="*/ 20 h 33"/>
                <a:gd name="T26" fmla="*/ 14 w 21"/>
                <a:gd name="T27" fmla="*/ 16 h 33"/>
                <a:gd name="T28" fmla="*/ 14 w 21"/>
                <a:gd name="T29" fmla="*/ 11 h 33"/>
                <a:gd name="T30" fmla="*/ 17 w 21"/>
                <a:gd name="T31" fmla="*/ 11 h 33"/>
                <a:gd name="T32" fmla="*/ 18 w 21"/>
                <a:gd name="T33" fmla="*/ 8 h 33"/>
                <a:gd name="T34" fmla="*/ 18 w 21"/>
                <a:gd name="T35" fmla="*/ 5 h 33"/>
                <a:gd name="T36" fmla="*/ 18 w 21"/>
                <a:gd name="T37" fmla="*/ 2 h 33"/>
                <a:gd name="T38" fmla="*/ 15 w 21"/>
                <a:gd name="T39" fmla="*/ 2 h 33"/>
                <a:gd name="T40" fmla="*/ 10 w 21"/>
                <a:gd name="T41" fmla="*/ 8 h 33"/>
                <a:gd name="T42" fmla="*/ 9 w 21"/>
                <a:gd name="T43" fmla="*/ 9 h 33"/>
                <a:gd name="T44" fmla="*/ 7 w 21"/>
                <a:gd name="T45" fmla="*/ 1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1" h="33">
                  <a:moveTo>
                    <a:pt x="7" y="10"/>
                  </a:moveTo>
                  <a:cubicBezTo>
                    <a:pt x="5" y="10"/>
                    <a:pt x="4" y="12"/>
                    <a:pt x="4" y="12"/>
                  </a:cubicBezTo>
                  <a:cubicBezTo>
                    <a:pt x="1" y="14"/>
                    <a:pt x="2" y="15"/>
                    <a:pt x="2" y="15"/>
                  </a:cubicBezTo>
                  <a:cubicBezTo>
                    <a:pt x="2" y="16"/>
                    <a:pt x="1" y="19"/>
                    <a:pt x="1" y="19"/>
                  </a:cubicBezTo>
                  <a:cubicBezTo>
                    <a:pt x="0" y="20"/>
                    <a:pt x="0" y="23"/>
                    <a:pt x="0" y="23"/>
                  </a:cubicBezTo>
                  <a:cubicBezTo>
                    <a:pt x="0" y="24"/>
                    <a:pt x="2" y="26"/>
                    <a:pt x="2" y="26"/>
                  </a:cubicBezTo>
                  <a:cubicBezTo>
                    <a:pt x="3" y="29"/>
                    <a:pt x="9" y="32"/>
                    <a:pt x="9" y="32"/>
                  </a:cubicBezTo>
                  <a:cubicBezTo>
                    <a:pt x="10" y="33"/>
                    <a:pt x="11" y="33"/>
                    <a:pt x="12" y="33"/>
                  </a:cubicBezTo>
                  <a:cubicBezTo>
                    <a:pt x="13" y="33"/>
                    <a:pt x="14" y="33"/>
                    <a:pt x="15" y="33"/>
                  </a:cubicBezTo>
                  <a:cubicBezTo>
                    <a:pt x="19" y="33"/>
                    <a:pt x="19" y="29"/>
                    <a:pt x="19" y="29"/>
                  </a:cubicBezTo>
                  <a:cubicBezTo>
                    <a:pt x="18" y="28"/>
                    <a:pt x="20" y="26"/>
                    <a:pt x="20" y="26"/>
                  </a:cubicBezTo>
                  <a:cubicBezTo>
                    <a:pt x="21" y="25"/>
                    <a:pt x="21" y="24"/>
                    <a:pt x="21" y="24"/>
                  </a:cubicBezTo>
                  <a:cubicBezTo>
                    <a:pt x="20" y="23"/>
                    <a:pt x="20" y="20"/>
                    <a:pt x="20" y="20"/>
                  </a:cubicBezTo>
                  <a:cubicBezTo>
                    <a:pt x="18" y="19"/>
                    <a:pt x="14" y="16"/>
                    <a:pt x="14" y="16"/>
                  </a:cubicBezTo>
                  <a:cubicBezTo>
                    <a:pt x="11" y="12"/>
                    <a:pt x="14" y="11"/>
                    <a:pt x="14" y="11"/>
                  </a:cubicBezTo>
                  <a:cubicBezTo>
                    <a:pt x="16" y="12"/>
                    <a:pt x="17" y="11"/>
                    <a:pt x="17" y="11"/>
                  </a:cubicBezTo>
                  <a:cubicBezTo>
                    <a:pt x="19" y="11"/>
                    <a:pt x="18" y="8"/>
                    <a:pt x="18" y="8"/>
                  </a:cubicBezTo>
                  <a:cubicBezTo>
                    <a:pt x="18" y="6"/>
                    <a:pt x="18" y="5"/>
                    <a:pt x="18" y="5"/>
                  </a:cubicBezTo>
                  <a:cubicBezTo>
                    <a:pt x="19" y="2"/>
                    <a:pt x="18" y="2"/>
                    <a:pt x="18" y="2"/>
                  </a:cubicBezTo>
                  <a:cubicBezTo>
                    <a:pt x="16" y="0"/>
                    <a:pt x="15" y="2"/>
                    <a:pt x="15" y="2"/>
                  </a:cubicBezTo>
                  <a:cubicBezTo>
                    <a:pt x="14" y="4"/>
                    <a:pt x="10" y="8"/>
                    <a:pt x="10" y="8"/>
                  </a:cubicBezTo>
                  <a:cubicBezTo>
                    <a:pt x="9" y="8"/>
                    <a:pt x="9" y="9"/>
                    <a:pt x="9" y="9"/>
                  </a:cubicBezTo>
                  <a:cubicBezTo>
                    <a:pt x="8" y="10"/>
                    <a:pt x="7" y="10"/>
                    <a:pt x="7"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6" name="Freeform 64">
              <a:extLst>
                <a:ext uri="{FF2B5EF4-FFF2-40B4-BE49-F238E27FC236}">
                  <a16:creationId xmlns:a16="http://schemas.microsoft.com/office/drawing/2014/main" id="{B6C6CCCB-35EE-46EE-B908-A1DE910CA866}"/>
                </a:ext>
              </a:extLst>
            </p:cNvPr>
            <p:cNvSpPr>
              <a:spLocks/>
            </p:cNvSpPr>
            <p:nvPr/>
          </p:nvSpPr>
          <p:spPr bwMode="auto">
            <a:xfrm>
              <a:off x="5417633" y="5504823"/>
              <a:ext cx="7938" cy="20638"/>
            </a:xfrm>
            <a:custGeom>
              <a:avLst/>
              <a:gdLst>
                <a:gd name="T0" fmla="*/ 0 w 4"/>
                <a:gd name="T1" fmla="*/ 0 h 11"/>
                <a:gd name="T2" fmla="*/ 2 w 4"/>
                <a:gd name="T3" fmla="*/ 5 h 11"/>
                <a:gd name="T4" fmla="*/ 2 w 4"/>
                <a:gd name="T5" fmla="*/ 7 h 11"/>
                <a:gd name="T6" fmla="*/ 3 w 4"/>
                <a:gd name="T7" fmla="*/ 10 h 11"/>
                <a:gd name="T8" fmla="*/ 4 w 4"/>
                <a:gd name="T9" fmla="*/ 9 h 11"/>
                <a:gd name="T10" fmla="*/ 3 w 4"/>
                <a:gd name="T11" fmla="*/ 3 h 11"/>
                <a:gd name="T12" fmla="*/ 3 w 4"/>
                <a:gd name="T13" fmla="*/ 0 h 11"/>
                <a:gd name="T14" fmla="*/ 0 w 4"/>
                <a:gd name="T15" fmla="*/ 0 h 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 h="11">
                  <a:moveTo>
                    <a:pt x="0" y="0"/>
                  </a:moveTo>
                  <a:cubicBezTo>
                    <a:pt x="1" y="3"/>
                    <a:pt x="2" y="4"/>
                    <a:pt x="2" y="5"/>
                  </a:cubicBezTo>
                  <a:cubicBezTo>
                    <a:pt x="2" y="6"/>
                    <a:pt x="2" y="7"/>
                    <a:pt x="2" y="7"/>
                  </a:cubicBezTo>
                  <a:cubicBezTo>
                    <a:pt x="4" y="9"/>
                    <a:pt x="3" y="8"/>
                    <a:pt x="3" y="10"/>
                  </a:cubicBezTo>
                  <a:cubicBezTo>
                    <a:pt x="4" y="11"/>
                    <a:pt x="4" y="10"/>
                    <a:pt x="4" y="9"/>
                  </a:cubicBezTo>
                  <a:cubicBezTo>
                    <a:pt x="4" y="8"/>
                    <a:pt x="4" y="5"/>
                    <a:pt x="3" y="3"/>
                  </a:cubicBezTo>
                  <a:cubicBezTo>
                    <a:pt x="3" y="2"/>
                    <a:pt x="3" y="1"/>
                    <a:pt x="3" y="0"/>
                  </a:cubicBezTo>
                  <a:cubicBezTo>
                    <a:pt x="2" y="0"/>
                    <a:pt x="1"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7" name="Freeform 65">
              <a:extLst>
                <a:ext uri="{FF2B5EF4-FFF2-40B4-BE49-F238E27FC236}">
                  <a16:creationId xmlns:a16="http://schemas.microsoft.com/office/drawing/2014/main" id="{92D8A39E-B4DB-4A16-A95E-084DD81665F1}"/>
                </a:ext>
              </a:extLst>
            </p:cNvPr>
            <p:cNvSpPr>
              <a:spLocks/>
            </p:cNvSpPr>
            <p:nvPr/>
          </p:nvSpPr>
          <p:spPr bwMode="auto">
            <a:xfrm>
              <a:off x="5384295" y="5517523"/>
              <a:ext cx="33338" cy="12700"/>
            </a:xfrm>
            <a:custGeom>
              <a:avLst/>
              <a:gdLst>
                <a:gd name="T0" fmla="*/ 0 w 18"/>
                <a:gd name="T1" fmla="*/ 7 h 7"/>
                <a:gd name="T2" fmla="*/ 5 w 18"/>
                <a:gd name="T3" fmla="*/ 6 h 7"/>
                <a:gd name="T4" fmla="*/ 17 w 18"/>
                <a:gd name="T5" fmla="*/ 3 h 7"/>
                <a:gd name="T6" fmla="*/ 18 w 18"/>
                <a:gd name="T7" fmla="*/ 2 h 7"/>
                <a:gd name="T8" fmla="*/ 18 w 18"/>
                <a:gd name="T9" fmla="*/ 2 h 7"/>
                <a:gd name="T10" fmla="*/ 17 w 18"/>
                <a:gd name="T11" fmla="*/ 0 h 7"/>
                <a:gd name="T12" fmla="*/ 0 w 18"/>
                <a:gd name="T13" fmla="*/ 7 h 7"/>
              </a:gdLst>
              <a:ahLst/>
              <a:cxnLst>
                <a:cxn ang="0">
                  <a:pos x="T0" y="T1"/>
                </a:cxn>
                <a:cxn ang="0">
                  <a:pos x="T2" y="T3"/>
                </a:cxn>
                <a:cxn ang="0">
                  <a:pos x="T4" y="T5"/>
                </a:cxn>
                <a:cxn ang="0">
                  <a:pos x="T6" y="T7"/>
                </a:cxn>
                <a:cxn ang="0">
                  <a:pos x="T8" y="T9"/>
                </a:cxn>
                <a:cxn ang="0">
                  <a:pos x="T10" y="T11"/>
                </a:cxn>
                <a:cxn ang="0">
                  <a:pos x="T12" y="T13"/>
                </a:cxn>
              </a:cxnLst>
              <a:rect l="0" t="0" r="r" b="b"/>
              <a:pathLst>
                <a:path w="18" h="7">
                  <a:moveTo>
                    <a:pt x="0" y="7"/>
                  </a:moveTo>
                  <a:cubicBezTo>
                    <a:pt x="1" y="7"/>
                    <a:pt x="3" y="6"/>
                    <a:pt x="5" y="6"/>
                  </a:cubicBezTo>
                  <a:cubicBezTo>
                    <a:pt x="9" y="6"/>
                    <a:pt x="15" y="5"/>
                    <a:pt x="17" y="3"/>
                  </a:cubicBezTo>
                  <a:cubicBezTo>
                    <a:pt x="18" y="3"/>
                    <a:pt x="18" y="3"/>
                    <a:pt x="18" y="2"/>
                  </a:cubicBezTo>
                  <a:cubicBezTo>
                    <a:pt x="18" y="2"/>
                    <a:pt x="18" y="2"/>
                    <a:pt x="18" y="2"/>
                  </a:cubicBezTo>
                  <a:cubicBezTo>
                    <a:pt x="18" y="1"/>
                    <a:pt x="17" y="1"/>
                    <a:pt x="17" y="0"/>
                  </a:cubicBezTo>
                  <a:cubicBezTo>
                    <a:pt x="12" y="4"/>
                    <a:pt x="3" y="5"/>
                    <a:pt x="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8" name="Freeform 66">
              <a:extLst>
                <a:ext uri="{FF2B5EF4-FFF2-40B4-BE49-F238E27FC236}">
                  <a16:creationId xmlns:a16="http://schemas.microsoft.com/office/drawing/2014/main" id="{304C3957-ED5B-4A8C-A6F0-EE36192EF7FF}"/>
                </a:ext>
              </a:extLst>
            </p:cNvPr>
            <p:cNvSpPr>
              <a:spLocks/>
            </p:cNvSpPr>
            <p:nvPr/>
          </p:nvSpPr>
          <p:spPr bwMode="auto">
            <a:xfrm>
              <a:off x="5849433" y="4149098"/>
              <a:ext cx="63500" cy="68263"/>
            </a:xfrm>
            <a:custGeom>
              <a:avLst/>
              <a:gdLst>
                <a:gd name="T0" fmla="*/ 12 w 34"/>
                <a:gd name="T1" fmla="*/ 36 h 37"/>
                <a:gd name="T2" fmla="*/ 24 w 34"/>
                <a:gd name="T3" fmla="*/ 35 h 37"/>
                <a:gd name="T4" fmla="*/ 32 w 34"/>
                <a:gd name="T5" fmla="*/ 23 h 37"/>
                <a:gd name="T6" fmla="*/ 32 w 34"/>
                <a:gd name="T7" fmla="*/ 9 h 37"/>
                <a:gd name="T8" fmla="*/ 22 w 34"/>
                <a:gd name="T9" fmla="*/ 2 h 37"/>
                <a:gd name="T10" fmla="*/ 10 w 34"/>
                <a:gd name="T11" fmla="*/ 3 h 37"/>
                <a:gd name="T12" fmla="*/ 2 w 34"/>
                <a:gd name="T13" fmla="*/ 15 h 37"/>
                <a:gd name="T14" fmla="*/ 3 w 34"/>
                <a:gd name="T15" fmla="*/ 29 h 37"/>
                <a:gd name="T16" fmla="*/ 12 w 34"/>
                <a:gd name="T17" fmla="*/ 36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4" h="37">
                  <a:moveTo>
                    <a:pt x="12" y="36"/>
                  </a:moveTo>
                  <a:cubicBezTo>
                    <a:pt x="17" y="37"/>
                    <a:pt x="21" y="37"/>
                    <a:pt x="24" y="35"/>
                  </a:cubicBezTo>
                  <a:cubicBezTo>
                    <a:pt x="28" y="33"/>
                    <a:pt x="31" y="29"/>
                    <a:pt x="32" y="23"/>
                  </a:cubicBezTo>
                  <a:cubicBezTo>
                    <a:pt x="34" y="17"/>
                    <a:pt x="34" y="12"/>
                    <a:pt x="32" y="9"/>
                  </a:cubicBezTo>
                  <a:cubicBezTo>
                    <a:pt x="30" y="5"/>
                    <a:pt x="26" y="3"/>
                    <a:pt x="22" y="2"/>
                  </a:cubicBezTo>
                  <a:cubicBezTo>
                    <a:pt x="17" y="0"/>
                    <a:pt x="13" y="1"/>
                    <a:pt x="10" y="3"/>
                  </a:cubicBezTo>
                  <a:cubicBezTo>
                    <a:pt x="6" y="5"/>
                    <a:pt x="3" y="9"/>
                    <a:pt x="2" y="15"/>
                  </a:cubicBezTo>
                  <a:cubicBezTo>
                    <a:pt x="0" y="20"/>
                    <a:pt x="1" y="25"/>
                    <a:pt x="3" y="29"/>
                  </a:cubicBezTo>
                  <a:cubicBezTo>
                    <a:pt x="5" y="33"/>
                    <a:pt x="8" y="35"/>
                    <a:pt x="12" y="3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9" name="Freeform 67">
              <a:extLst>
                <a:ext uri="{FF2B5EF4-FFF2-40B4-BE49-F238E27FC236}">
                  <a16:creationId xmlns:a16="http://schemas.microsoft.com/office/drawing/2014/main" id="{8E6FBDE8-DC43-44EF-B9D9-E9BF8A211FC2}"/>
                </a:ext>
              </a:extLst>
            </p:cNvPr>
            <p:cNvSpPr>
              <a:spLocks noEditPoints="1"/>
            </p:cNvSpPr>
            <p:nvPr/>
          </p:nvSpPr>
          <p:spPr bwMode="auto">
            <a:xfrm>
              <a:off x="4862008" y="4030036"/>
              <a:ext cx="1677988" cy="1673225"/>
            </a:xfrm>
            <a:custGeom>
              <a:avLst/>
              <a:gdLst>
                <a:gd name="T0" fmla="*/ 812 w 905"/>
                <a:gd name="T1" fmla="*/ 404 h 905"/>
                <a:gd name="T2" fmla="*/ 774 w 905"/>
                <a:gd name="T3" fmla="*/ 279 h 905"/>
                <a:gd name="T4" fmla="*/ 779 w 905"/>
                <a:gd name="T5" fmla="*/ 210 h 905"/>
                <a:gd name="T6" fmla="*/ 721 w 905"/>
                <a:gd name="T7" fmla="*/ 187 h 905"/>
                <a:gd name="T8" fmla="*/ 685 w 905"/>
                <a:gd name="T9" fmla="*/ 149 h 905"/>
                <a:gd name="T10" fmla="*/ 617 w 905"/>
                <a:gd name="T11" fmla="*/ 113 h 905"/>
                <a:gd name="T12" fmla="*/ 564 w 905"/>
                <a:gd name="T13" fmla="*/ 108 h 905"/>
                <a:gd name="T14" fmla="*/ 460 w 905"/>
                <a:gd name="T15" fmla="*/ 45 h 905"/>
                <a:gd name="T16" fmla="*/ 375 w 905"/>
                <a:gd name="T17" fmla="*/ 52 h 905"/>
                <a:gd name="T18" fmla="*/ 348 w 905"/>
                <a:gd name="T19" fmla="*/ 78 h 905"/>
                <a:gd name="T20" fmla="*/ 362 w 905"/>
                <a:gd name="T21" fmla="*/ 92 h 905"/>
                <a:gd name="T22" fmla="*/ 312 w 905"/>
                <a:gd name="T23" fmla="*/ 104 h 905"/>
                <a:gd name="T24" fmla="*/ 250 w 905"/>
                <a:gd name="T25" fmla="*/ 96 h 905"/>
                <a:gd name="T26" fmla="*/ 175 w 905"/>
                <a:gd name="T27" fmla="*/ 151 h 905"/>
                <a:gd name="T28" fmla="*/ 121 w 905"/>
                <a:gd name="T29" fmla="*/ 211 h 905"/>
                <a:gd name="T30" fmla="*/ 120 w 905"/>
                <a:gd name="T31" fmla="*/ 281 h 905"/>
                <a:gd name="T32" fmla="*/ 132 w 905"/>
                <a:gd name="T33" fmla="*/ 289 h 905"/>
                <a:gd name="T34" fmla="*/ 95 w 905"/>
                <a:gd name="T35" fmla="*/ 410 h 905"/>
                <a:gd name="T36" fmla="*/ 41 w 905"/>
                <a:gd name="T37" fmla="*/ 453 h 905"/>
                <a:gd name="T38" fmla="*/ 51 w 905"/>
                <a:gd name="T39" fmla="*/ 518 h 905"/>
                <a:gd name="T40" fmla="*/ 101 w 905"/>
                <a:gd name="T41" fmla="*/ 526 h 905"/>
                <a:gd name="T42" fmla="*/ 238 w 905"/>
                <a:gd name="T43" fmla="*/ 764 h 905"/>
                <a:gd name="T44" fmla="*/ 218 w 905"/>
                <a:gd name="T45" fmla="*/ 741 h 905"/>
                <a:gd name="T46" fmla="*/ 196 w 905"/>
                <a:gd name="T47" fmla="*/ 742 h 905"/>
                <a:gd name="T48" fmla="*/ 289 w 905"/>
                <a:gd name="T49" fmla="*/ 829 h 905"/>
                <a:gd name="T50" fmla="*/ 284 w 905"/>
                <a:gd name="T51" fmla="*/ 801 h 905"/>
                <a:gd name="T52" fmla="*/ 309 w 905"/>
                <a:gd name="T53" fmla="*/ 811 h 905"/>
                <a:gd name="T54" fmla="*/ 317 w 905"/>
                <a:gd name="T55" fmla="*/ 787 h 905"/>
                <a:gd name="T56" fmla="*/ 310 w 905"/>
                <a:gd name="T57" fmla="*/ 842 h 905"/>
                <a:gd name="T58" fmla="*/ 352 w 905"/>
                <a:gd name="T59" fmla="*/ 858 h 905"/>
                <a:gd name="T60" fmla="*/ 420 w 905"/>
                <a:gd name="T61" fmla="*/ 807 h 905"/>
                <a:gd name="T62" fmla="*/ 413 w 905"/>
                <a:gd name="T63" fmla="*/ 875 h 905"/>
                <a:gd name="T64" fmla="*/ 399 w 905"/>
                <a:gd name="T65" fmla="*/ 866 h 905"/>
                <a:gd name="T66" fmla="*/ 430 w 905"/>
                <a:gd name="T67" fmla="*/ 858 h 905"/>
                <a:gd name="T68" fmla="*/ 479 w 905"/>
                <a:gd name="T69" fmla="*/ 856 h 905"/>
                <a:gd name="T70" fmla="*/ 477 w 905"/>
                <a:gd name="T71" fmla="*/ 831 h 905"/>
                <a:gd name="T72" fmla="*/ 529 w 905"/>
                <a:gd name="T73" fmla="*/ 866 h 905"/>
                <a:gd name="T74" fmla="*/ 486 w 905"/>
                <a:gd name="T75" fmla="*/ 850 h 905"/>
                <a:gd name="T76" fmla="*/ 516 w 905"/>
                <a:gd name="T77" fmla="*/ 820 h 905"/>
                <a:gd name="T78" fmla="*/ 599 w 905"/>
                <a:gd name="T79" fmla="*/ 840 h 905"/>
                <a:gd name="T80" fmla="*/ 588 w 905"/>
                <a:gd name="T81" fmla="*/ 834 h 905"/>
                <a:gd name="T82" fmla="*/ 584 w 905"/>
                <a:gd name="T83" fmla="*/ 805 h 905"/>
                <a:gd name="T84" fmla="*/ 599 w 905"/>
                <a:gd name="T85" fmla="*/ 796 h 905"/>
                <a:gd name="T86" fmla="*/ 616 w 905"/>
                <a:gd name="T87" fmla="*/ 825 h 905"/>
                <a:gd name="T88" fmla="*/ 655 w 905"/>
                <a:gd name="T89" fmla="*/ 793 h 905"/>
                <a:gd name="T90" fmla="*/ 654 w 905"/>
                <a:gd name="T91" fmla="*/ 760 h 905"/>
                <a:gd name="T92" fmla="*/ 663 w 905"/>
                <a:gd name="T93" fmla="*/ 752 h 905"/>
                <a:gd name="T94" fmla="*/ 668 w 905"/>
                <a:gd name="T95" fmla="*/ 737 h 905"/>
                <a:gd name="T96" fmla="*/ 676 w 905"/>
                <a:gd name="T97" fmla="*/ 737 h 905"/>
                <a:gd name="T98" fmla="*/ 677 w 905"/>
                <a:gd name="T99" fmla="*/ 721 h 905"/>
                <a:gd name="T100" fmla="*/ 691 w 905"/>
                <a:gd name="T101" fmla="*/ 738 h 905"/>
                <a:gd name="T102" fmla="*/ 665 w 905"/>
                <a:gd name="T103" fmla="*/ 771 h 905"/>
                <a:gd name="T104" fmla="*/ 688 w 905"/>
                <a:gd name="T105" fmla="*/ 807 h 905"/>
                <a:gd name="T106" fmla="*/ 679 w 905"/>
                <a:gd name="T107" fmla="*/ 769 h 905"/>
                <a:gd name="T108" fmla="*/ 705 w 905"/>
                <a:gd name="T109" fmla="*/ 766 h 905"/>
                <a:gd name="T110" fmla="*/ 778 w 905"/>
                <a:gd name="T111" fmla="*/ 296 h 905"/>
                <a:gd name="T112" fmla="*/ 810 w 905"/>
                <a:gd name="T113" fmla="*/ 386 h 905"/>
                <a:gd name="T114" fmla="*/ 843 w 905"/>
                <a:gd name="T115" fmla="*/ 516 h 905"/>
                <a:gd name="T116" fmla="*/ 807 w 905"/>
                <a:gd name="T117" fmla="*/ 478 h 9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905" h="905">
                  <a:moveTo>
                    <a:pt x="453" y="0"/>
                  </a:moveTo>
                  <a:cubicBezTo>
                    <a:pt x="203" y="0"/>
                    <a:pt x="0" y="203"/>
                    <a:pt x="0" y="453"/>
                  </a:cubicBezTo>
                  <a:cubicBezTo>
                    <a:pt x="0" y="702"/>
                    <a:pt x="203" y="905"/>
                    <a:pt x="453" y="905"/>
                  </a:cubicBezTo>
                  <a:cubicBezTo>
                    <a:pt x="703" y="905"/>
                    <a:pt x="905" y="702"/>
                    <a:pt x="905" y="453"/>
                  </a:cubicBezTo>
                  <a:cubicBezTo>
                    <a:pt x="905" y="203"/>
                    <a:pt x="703" y="0"/>
                    <a:pt x="453" y="0"/>
                  </a:cubicBezTo>
                  <a:close/>
                  <a:moveTo>
                    <a:pt x="858" y="430"/>
                  </a:moveTo>
                  <a:cubicBezTo>
                    <a:pt x="849" y="431"/>
                    <a:pt x="849" y="431"/>
                    <a:pt x="849" y="431"/>
                  </a:cubicBezTo>
                  <a:cubicBezTo>
                    <a:pt x="846" y="400"/>
                    <a:pt x="846" y="400"/>
                    <a:pt x="846" y="400"/>
                  </a:cubicBezTo>
                  <a:cubicBezTo>
                    <a:pt x="835" y="401"/>
                    <a:pt x="835" y="401"/>
                    <a:pt x="835" y="401"/>
                  </a:cubicBezTo>
                  <a:cubicBezTo>
                    <a:pt x="838" y="430"/>
                    <a:pt x="838" y="430"/>
                    <a:pt x="838" y="430"/>
                  </a:cubicBezTo>
                  <a:cubicBezTo>
                    <a:pt x="829" y="431"/>
                    <a:pt x="829" y="431"/>
                    <a:pt x="829" y="431"/>
                  </a:cubicBezTo>
                  <a:cubicBezTo>
                    <a:pt x="826" y="402"/>
                    <a:pt x="826" y="402"/>
                    <a:pt x="826" y="402"/>
                  </a:cubicBezTo>
                  <a:cubicBezTo>
                    <a:pt x="812" y="404"/>
                    <a:pt x="812" y="404"/>
                    <a:pt x="812" y="404"/>
                  </a:cubicBezTo>
                  <a:cubicBezTo>
                    <a:pt x="816" y="435"/>
                    <a:pt x="816" y="435"/>
                    <a:pt x="816" y="435"/>
                  </a:cubicBezTo>
                  <a:cubicBezTo>
                    <a:pt x="807" y="436"/>
                    <a:pt x="807" y="436"/>
                    <a:pt x="807" y="436"/>
                  </a:cubicBezTo>
                  <a:cubicBezTo>
                    <a:pt x="802" y="393"/>
                    <a:pt x="802" y="393"/>
                    <a:pt x="802" y="393"/>
                  </a:cubicBezTo>
                  <a:cubicBezTo>
                    <a:pt x="854" y="388"/>
                    <a:pt x="854" y="388"/>
                    <a:pt x="854" y="388"/>
                  </a:cubicBezTo>
                  <a:lnTo>
                    <a:pt x="858" y="430"/>
                  </a:lnTo>
                  <a:close/>
                  <a:moveTo>
                    <a:pt x="799" y="241"/>
                  </a:moveTo>
                  <a:cubicBezTo>
                    <a:pt x="802" y="246"/>
                    <a:pt x="804" y="250"/>
                    <a:pt x="804" y="253"/>
                  </a:cubicBezTo>
                  <a:cubicBezTo>
                    <a:pt x="805" y="256"/>
                    <a:pt x="805" y="258"/>
                    <a:pt x="804" y="261"/>
                  </a:cubicBezTo>
                  <a:cubicBezTo>
                    <a:pt x="803" y="264"/>
                    <a:pt x="801" y="266"/>
                    <a:pt x="798" y="267"/>
                  </a:cubicBezTo>
                  <a:cubicBezTo>
                    <a:pt x="795" y="269"/>
                    <a:pt x="791" y="270"/>
                    <a:pt x="788" y="269"/>
                  </a:cubicBezTo>
                  <a:cubicBezTo>
                    <a:pt x="784" y="268"/>
                    <a:pt x="781" y="266"/>
                    <a:pt x="778" y="262"/>
                  </a:cubicBezTo>
                  <a:cubicBezTo>
                    <a:pt x="778" y="265"/>
                    <a:pt x="778" y="267"/>
                    <a:pt x="778" y="269"/>
                  </a:cubicBezTo>
                  <a:cubicBezTo>
                    <a:pt x="777" y="272"/>
                    <a:pt x="776" y="275"/>
                    <a:pt x="774" y="279"/>
                  </a:cubicBezTo>
                  <a:cubicBezTo>
                    <a:pt x="769" y="291"/>
                    <a:pt x="769" y="291"/>
                    <a:pt x="769" y="291"/>
                  </a:cubicBezTo>
                  <a:cubicBezTo>
                    <a:pt x="762" y="279"/>
                    <a:pt x="762" y="279"/>
                    <a:pt x="762" y="279"/>
                  </a:cubicBezTo>
                  <a:cubicBezTo>
                    <a:pt x="767" y="266"/>
                    <a:pt x="767" y="266"/>
                    <a:pt x="767" y="266"/>
                  </a:cubicBezTo>
                  <a:cubicBezTo>
                    <a:pt x="769" y="261"/>
                    <a:pt x="770" y="258"/>
                    <a:pt x="770" y="257"/>
                  </a:cubicBezTo>
                  <a:cubicBezTo>
                    <a:pt x="771" y="255"/>
                    <a:pt x="771" y="254"/>
                    <a:pt x="770" y="253"/>
                  </a:cubicBezTo>
                  <a:cubicBezTo>
                    <a:pt x="770" y="252"/>
                    <a:pt x="769" y="250"/>
                    <a:pt x="768" y="248"/>
                  </a:cubicBezTo>
                  <a:cubicBezTo>
                    <a:pt x="766" y="246"/>
                    <a:pt x="766" y="246"/>
                    <a:pt x="766" y="246"/>
                  </a:cubicBezTo>
                  <a:cubicBezTo>
                    <a:pt x="748" y="257"/>
                    <a:pt x="748" y="257"/>
                    <a:pt x="748" y="257"/>
                  </a:cubicBezTo>
                  <a:cubicBezTo>
                    <a:pt x="742" y="247"/>
                    <a:pt x="742" y="247"/>
                    <a:pt x="742" y="247"/>
                  </a:cubicBezTo>
                  <a:cubicBezTo>
                    <a:pt x="786" y="220"/>
                    <a:pt x="786" y="220"/>
                    <a:pt x="786" y="220"/>
                  </a:cubicBezTo>
                  <a:lnTo>
                    <a:pt x="799" y="241"/>
                  </a:lnTo>
                  <a:close/>
                  <a:moveTo>
                    <a:pt x="750" y="176"/>
                  </a:moveTo>
                  <a:cubicBezTo>
                    <a:pt x="779" y="210"/>
                    <a:pt x="779" y="210"/>
                    <a:pt x="779" y="210"/>
                  </a:cubicBezTo>
                  <a:cubicBezTo>
                    <a:pt x="772" y="216"/>
                    <a:pt x="772" y="216"/>
                    <a:pt x="772" y="216"/>
                  </a:cubicBezTo>
                  <a:cubicBezTo>
                    <a:pt x="761" y="203"/>
                    <a:pt x="761" y="203"/>
                    <a:pt x="761" y="203"/>
                  </a:cubicBezTo>
                  <a:cubicBezTo>
                    <a:pt x="728" y="230"/>
                    <a:pt x="728" y="230"/>
                    <a:pt x="728" y="230"/>
                  </a:cubicBezTo>
                  <a:cubicBezTo>
                    <a:pt x="721" y="221"/>
                    <a:pt x="721" y="221"/>
                    <a:pt x="721" y="221"/>
                  </a:cubicBezTo>
                  <a:cubicBezTo>
                    <a:pt x="754" y="194"/>
                    <a:pt x="754" y="194"/>
                    <a:pt x="754" y="194"/>
                  </a:cubicBezTo>
                  <a:cubicBezTo>
                    <a:pt x="744" y="181"/>
                    <a:pt x="744" y="181"/>
                    <a:pt x="744" y="181"/>
                  </a:cubicBezTo>
                  <a:lnTo>
                    <a:pt x="750" y="176"/>
                  </a:lnTo>
                  <a:close/>
                  <a:moveTo>
                    <a:pt x="742" y="167"/>
                  </a:moveTo>
                  <a:cubicBezTo>
                    <a:pt x="736" y="174"/>
                    <a:pt x="736" y="174"/>
                    <a:pt x="736" y="174"/>
                  </a:cubicBezTo>
                  <a:cubicBezTo>
                    <a:pt x="714" y="153"/>
                    <a:pt x="714" y="153"/>
                    <a:pt x="714" y="153"/>
                  </a:cubicBezTo>
                  <a:cubicBezTo>
                    <a:pt x="706" y="162"/>
                    <a:pt x="706" y="162"/>
                    <a:pt x="706" y="162"/>
                  </a:cubicBezTo>
                  <a:cubicBezTo>
                    <a:pt x="727" y="181"/>
                    <a:pt x="727" y="181"/>
                    <a:pt x="727" y="181"/>
                  </a:cubicBezTo>
                  <a:cubicBezTo>
                    <a:pt x="721" y="187"/>
                    <a:pt x="721" y="187"/>
                    <a:pt x="721" y="187"/>
                  </a:cubicBezTo>
                  <a:cubicBezTo>
                    <a:pt x="700" y="168"/>
                    <a:pt x="700" y="168"/>
                    <a:pt x="700" y="168"/>
                  </a:cubicBezTo>
                  <a:cubicBezTo>
                    <a:pt x="691" y="178"/>
                    <a:pt x="691" y="178"/>
                    <a:pt x="691" y="178"/>
                  </a:cubicBezTo>
                  <a:cubicBezTo>
                    <a:pt x="714" y="200"/>
                    <a:pt x="714" y="200"/>
                    <a:pt x="714" y="200"/>
                  </a:cubicBezTo>
                  <a:cubicBezTo>
                    <a:pt x="708" y="206"/>
                    <a:pt x="708" y="206"/>
                    <a:pt x="708" y="206"/>
                  </a:cubicBezTo>
                  <a:cubicBezTo>
                    <a:pt x="677" y="177"/>
                    <a:pt x="677" y="177"/>
                    <a:pt x="677" y="177"/>
                  </a:cubicBezTo>
                  <a:cubicBezTo>
                    <a:pt x="711" y="139"/>
                    <a:pt x="711" y="139"/>
                    <a:pt x="711" y="139"/>
                  </a:cubicBezTo>
                  <a:lnTo>
                    <a:pt x="742" y="167"/>
                  </a:lnTo>
                  <a:close/>
                  <a:moveTo>
                    <a:pt x="665" y="105"/>
                  </a:moveTo>
                  <a:cubicBezTo>
                    <a:pt x="680" y="116"/>
                    <a:pt x="680" y="116"/>
                    <a:pt x="680" y="116"/>
                  </a:cubicBezTo>
                  <a:cubicBezTo>
                    <a:pt x="686" y="120"/>
                    <a:pt x="689" y="122"/>
                    <a:pt x="691" y="124"/>
                  </a:cubicBezTo>
                  <a:cubicBezTo>
                    <a:pt x="693" y="127"/>
                    <a:pt x="694" y="130"/>
                    <a:pt x="695" y="133"/>
                  </a:cubicBezTo>
                  <a:cubicBezTo>
                    <a:pt x="695" y="136"/>
                    <a:pt x="694" y="140"/>
                    <a:pt x="692" y="143"/>
                  </a:cubicBezTo>
                  <a:cubicBezTo>
                    <a:pt x="690" y="146"/>
                    <a:pt x="688" y="148"/>
                    <a:pt x="685" y="149"/>
                  </a:cubicBezTo>
                  <a:cubicBezTo>
                    <a:pt x="683" y="150"/>
                    <a:pt x="681" y="150"/>
                    <a:pt x="679" y="150"/>
                  </a:cubicBezTo>
                  <a:cubicBezTo>
                    <a:pt x="676" y="150"/>
                    <a:pt x="674" y="149"/>
                    <a:pt x="672" y="149"/>
                  </a:cubicBezTo>
                  <a:cubicBezTo>
                    <a:pt x="670" y="148"/>
                    <a:pt x="666" y="145"/>
                    <a:pt x="662" y="143"/>
                  </a:cubicBezTo>
                  <a:cubicBezTo>
                    <a:pt x="656" y="138"/>
                    <a:pt x="656" y="138"/>
                    <a:pt x="656" y="138"/>
                  </a:cubicBezTo>
                  <a:cubicBezTo>
                    <a:pt x="645" y="154"/>
                    <a:pt x="645" y="154"/>
                    <a:pt x="645" y="154"/>
                  </a:cubicBezTo>
                  <a:cubicBezTo>
                    <a:pt x="635" y="148"/>
                    <a:pt x="635" y="148"/>
                    <a:pt x="635" y="148"/>
                  </a:cubicBezTo>
                  <a:lnTo>
                    <a:pt x="665" y="105"/>
                  </a:lnTo>
                  <a:close/>
                  <a:moveTo>
                    <a:pt x="632" y="87"/>
                  </a:moveTo>
                  <a:cubicBezTo>
                    <a:pt x="629" y="95"/>
                    <a:pt x="629" y="95"/>
                    <a:pt x="629" y="95"/>
                  </a:cubicBezTo>
                  <a:cubicBezTo>
                    <a:pt x="603" y="84"/>
                    <a:pt x="603" y="84"/>
                    <a:pt x="603" y="84"/>
                  </a:cubicBezTo>
                  <a:cubicBezTo>
                    <a:pt x="598" y="95"/>
                    <a:pt x="598" y="95"/>
                    <a:pt x="598" y="95"/>
                  </a:cubicBezTo>
                  <a:cubicBezTo>
                    <a:pt x="620" y="105"/>
                    <a:pt x="620" y="105"/>
                    <a:pt x="620" y="105"/>
                  </a:cubicBezTo>
                  <a:cubicBezTo>
                    <a:pt x="617" y="113"/>
                    <a:pt x="617" y="113"/>
                    <a:pt x="617" y="113"/>
                  </a:cubicBezTo>
                  <a:cubicBezTo>
                    <a:pt x="595" y="103"/>
                    <a:pt x="595" y="103"/>
                    <a:pt x="595" y="103"/>
                  </a:cubicBezTo>
                  <a:cubicBezTo>
                    <a:pt x="586" y="123"/>
                    <a:pt x="586" y="123"/>
                    <a:pt x="586" y="123"/>
                  </a:cubicBezTo>
                  <a:cubicBezTo>
                    <a:pt x="576" y="119"/>
                    <a:pt x="576" y="119"/>
                    <a:pt x="576" y="119"/>
                  </a:cubicBezTo>
                  <a:cubicBezTo>
                    <a:pt x="596" y="71"/>
                    <a:pt x="596" y="71"/>
                    <a:pt x="596" y="71"/>
                  </a:cubicBezTo>
                  <a:lnTo>
                    <a:pt x="632" y="87"/>
                  </a:lnTo>
                  <a:close/>
                  <a:moveTo>
                    <a:pt x="523" y="77"/>
                  </a:moveTo>
                  <a:cubicBezTo>
                    <a:pt x="525" y="72"/>
                    <a:pt x="527" y="68"/>
                    <a:pt x="529" y="65"/>
                  </a:cubicBezTo>
                  <a:cubicBezTo>
                    <a:pt x="531" y="63"/>
                    <a:pt x="534" y="61"/>
                    <a:pt x="536" y="59"/>
                  </a:cubicBezTo>
                  <a:cubicBezTo>
                    <a:pt x="539" y="58"/>
                    <a:pt x="542" y="57"/>
                    <a:pt x="545" y="57"/>
                  </a:cubicBezTo>
                  <a:cubicBezTo>
                    <a:pt x="548" y="56"/>
                    <a:pt x="553" y="57"/>
                    <a:pt x="557" y="58"/>
                  </a:cubicBezTo>
                  <a:cubicBezTo>
                    <a:pt x="565" y="60"/>
                    <a:pt x="571" y="64"/>
                    <a:pt x="575" y="70"/>
                  </a:cubicBezTo>
                  <a:cubicBezTo>
                    <a:pt x="578" y="76"/>
                    <a:pt x="579" y="83"/>
                    <a:pt x="577" y="91"/>
                  </a:cubicBezTo>
                  <a:cubicBezTo>
                    <a:pt x="575" y="99"/>
                    <a:pt x="570" y="105"/>
                    <a:pt x="564" y="108"/>
                  </a:cubicBezTo>
                  <a:cubicBezTo>
                    <a:pt x="558" y="111"/>
                    <a:pt x="551" y="112"/>
                    <a:pt x="543" y="110"/>
                  </a:cubicBezTo>
                  <a:cubicBezTo>
                    <a:pt x="535" y="108"/>
                    <a:pt x="529" y="104"/>
                    <a:pt x="526" y="98"/>
                  </a:cubicBezTo>
                  <a:cubicBezTo>
                    <a:pt x="522" y="92"/>
                    <a:pt x="521" y="85"/>
                    <a:pt x="523" y="77"/>
                  </a:cubicBezTo>
                  <a:close/>
                  <a:moveTo>
                    <a:pt x="460" y="45"/>
                  </a:moveTo>
                  <a:cubicBezTo>
                    <a:pt x="473" y="66"/>
                    <a:pt x="473" y="66"/>
                    <a:pt x="473" y="66"/>
                  </a:cubicBezTo>
                  <a:cubicBezTo>
                    <a:pt x="487" y="46"/>
                    <a:pt x="487" y="46"/>
                    <a:pt x="487" y="46"/>
                  </a:cubicBezTo>
                  <a:cubicBezTo>
                    <a:pt x="500" y="47"/>
                    <a:pt x="500" y="47"/>
                    <a:pt x="500" y="47"/>
                  </a:cubicBezTo>
                  <a:cubicBezTo>
                    <a:pt x="477" y="76"/>
                    <a:pt x="477" y="76"/>
                    <a:pt x="477" y="76"/>
                  </a:cubicBezTo>
                  <a:cubicBezTo>
                    <a:pt x="476" y="97"/>
                    <a:pt x="476" y="97"/>
                    <a:pt x="476" y="97"/>
                  </a:cubicBezTo>
                  <a:cubicBezTo>
                    <a:pt x="465" y="97"/>
                    <a:pt x="465" y="97"/>
                    <a:pt x="465" y="97"/>
                  </a:cubicBezTo>
                  <a:cubicBezTo>
                    <a:pt x="466" y="75"/>
                    <a:pt x="466" y="75"/>
                    <a:pt x="466" y="75"/>
                  </a:cubicBezTo>
                  <a:cubicBezTo>
                    <a:pt x="447" y="44"/>
                    <a:pt x="447" y="44"/>
                    <a:pt x="447" y="44"/>
                  </a:cubicBezTo>
                  <a:lnTo>
                    <a:pt x="460" y="45"/>
                  </a:lnTo>
                  <a:close/>
                  <a:moveTo>
                    <a:pt x="441" y="44"/>
                  </a:moveTo>
                  <a:cubicBezTo>
                    <a:pt x="442" y="53"/>
                    <a:pt x="442" y="53"/>
                    <a:pt x="442" y="53"/>
                  </a:cubicBezTo>
                  <a:cubicBezTo>
                    <a:pt x="425" y="54"/>
                    <a:pt x="425" y="54"/>
                    <a:pt x="425" y="54"/>
                  </a:cubicBezTo>
                  <a:cubicBezTo>
                    <a:pt x="428" y="97"/>
                    <a:pt x="428" y="97"/>
                    <a:pt x="428" y="97"/>
                  </a:cubicBezTo>
                  <a:cubicBezTo>
                    <a:pt x="417" y="98"/>
                    <a:pt x="417" y="98"/>
                    <a:pt x="417" y="98"/>
                  </a:cubicBezTo>
                  <a:cubicBezTo>
                    <a:pt x="413" y="55"/>
                    <a:pt x="413" y="55"/>
                    <a:pt x="413" y="55"/>
                  </a:cubicBezTo>
                  <a:cubicBezTo>
                    <a:pt x="397" y="56"/>
                    <a:pt x="397" y="56"/>
                    <a:pt x="397" y="56"/>
                  </a:cubicBezTo>
                  <a:cubicBezTo>
                    <a:pt x="396" y="48"/>
                    <a:pt x="396" y="48"/>
                    <a:pt x="396" y="48"/>
                  </a:cubicBezTo>
                  <a:lnTo>
                    <a:pt x="441" y="44"/>
                  </a:lnTo>
                  <a:close/>
                  <a:moveTo>
                    <a:pt x="386" y="50"/>
                  </a:moveTo>
                  <a:cubicBezTo>
                    <a:pt x="395" y="101"/>
                    <a:pt x="395" y="101"/>
                    <a:pt x="395" y="101"/>
                  </a:cubicBezTo>
                  <a:cubicBezTo>
                    <a:pt x="384" y="103"/>
                    <a:pt x="384" y="103"/>
                    <a:pt x="384" y="103"/>
                  </a:cubicBezTo>
                  <a:cubicBezTo>
                    <a:pt x="375" y="52"/>
                    <a:pt x="375" y="52"/>
                    <a:pt x="375" y="52"/>
                  </a:cubicBezTo>
                  <a:lnTo>
                    <a:pt x="386" y="50"/>
                  </a:lnTo>
                  <a:close/>
                  <a:moveTo>
                    <a:pt x="324" y="70"/>
                  </a:moveTo>
                  <a:cubicBezTo>
                    <a:pt x="325" y="68"/>
                    <a:pt x="327" y="65"/>
                    <a:pt x="330" y="63"/>
                  </a:cubicBezTo>
                  <a:cubicBezTo>
                    <a:pt x="333" y="61"/>
                    <a:pt x="336" y="60"/>
                    <a:pt x="340" y="59"/>
                  </a:cubicBezTo>
                  <a:cubicBezTo>
                    <a:pt x="347" y="57"/>
                    <a:pt x="353" y="57"/>
                    <a:pt x="357" y="59"/>
                  </a:cubicBezTo>
                  <a:cubicBezTo>
                    <a:pt x="361" y="60"/>
                    <a:pt x="364" y="63"/>
                    <a:pt x="365" y="68"/>
                  </a:cubicBezTo>
                  <a:cubicBezTo>
                    <a:pt x="354" y="71"/>
                    <a:pt x="354" y="71"/>
                    <a:pt x="354" y="71"/>
                  </a:cubicBezTo>
                  <a:cubicBezTo>
                    <a:pt x="353" y="69"/>
                    <a:pt x="352" y="67"/>
                    <a:pt x="350" y="67"/>
                  </a:cubicBezTo>
                  <a:cubicBezTo>
                    <a:pt x="348" y="66"/>
                    <a:pt x="345" y="66"/>
                    <a:pt x="342" y="67"/>
                  </a:cubicBezTo>
                  <a:cubicBezTo>
                    <a:pt x="339" y="68"/>
                    <a:pt x="337" y="69"/>
                    <a:pt x="335" y="71"/>
                  </a:cubicBezTo>
                  <a:cubicBezTo>
                    <a:pt x="334" y="72"/>
                    <a:pt x="334" y="73"/>
                    <a:pt x="334" y="74"/>
                  </a:cubicBezTo>
                  <a:cubicBezTo>
                    <a:pt x="335" y="76"/>
                    <a:pt x="336" y="76"/>
                    <a:pt x="337" y="77"/>
                  </a:cubicBezTo>
                  <a:cubicBezTo>
                    <a:pt x="339" y="78"/>
                    <a:pt x="342" y="78"/>
                    <a:pt x="348" y="78"/>
                  </a:cubicBezTo>
                  <a:cubicBezTo>
                    <a:pt x="354" y="77"/>
                    <a:pt x="358" y="77"/>
                    <a:pt x="361" y="78"/>
                  </a:cubicBezTo>
                  <a:cubicBezTo>
                    <a:pt x="364" y="79"/>
                    <a:pt x="366" y="80"/>
                    <a:pt x="368" y="81"/>
                  </a:cubicBezTo>
                  <a:cubicBezTo>
                    <a:pt x="370" y="83"/>
                    <a:pt x="372" y="86"/>
                    <a:pt x="373" y="89"/>
                  </a:cubicBezTo>
                  <a:cubicBezTo>
                    <a:pt x="373" y="92"/>
                    <a:pt x="373" y="95"/>
                    <a:pt x="372" y="98"/>
                  </a:cubicBezTo>
                  <a:cubicBezTo>
                    <a:pt x="371" y="101"/>
                    <a:pt x="369" y="103"/>
                    <a:pt x="366" y="105"/>
                  </a:cubicBezTo>
                  <a:cubicBezTo>
                    <a:pt x="364" y="107"/>
                    <a:pt x="360" y="109"/>
                    <a:pt x="355" y="110"/>
                  </a:cubicBezTo>
                  <a:cubicBezTo>
                    <a:pt x="348" y="112"/>
                    <a:pt x="342" y="112"/>
                    <a:pt x="338" y="110"/>
                  </a:cubicBezTo>
                  <a:cubicBezTo>
                    <a:pt x="333" y="108"/>
                    <a:pt x="330" y="105"/>
                    <a:pt x="328" y="100"/>
                  </a:cubicBezTo>
                  <a:cubicBezTo>
                    <a:pt x="338" y="96"/>
                    <a:pt x="338" y="96"/>
                    <a:pt x="338" y="96"/>
                  </a:cubicBezTo>
                  <a:cubicBezTo>
                    <a:pt x="340" y="99"/>
                    <a:pt x="342" y="101"/>
                    <a:pt x="344" y="102"/>
                  </a:cubicBezTo>
                  <a:cubicBezTo>
                    <a:pt x="346" y="103"/>
                    <a:pt x="349" y="103"/>
                    <a:pt x="353" y="102"/>
                  </a:cubicBezTo>
                  <a:cubicBezTo>
                    <a:pt x="356" y="101"/>
                    <a:pt x="359" y="99"/>
                    <a:pt x="360" y="97"/>
                  </a:cubicBezTo>
                  <a:cubicBezTo>
                    <a:pt x="362" y="96"/>
                    <a:pt x="362" y="94"/>
                    <a:pt x="362" y="92"/>
                  </a:cubicBezTo>
                  <a:cubicBezTo>
                    <a:pt x="361" y="91"/>
                    <a:pt x="361" y="90"/>
                    <a:pt x="360" y="89"/>
                  </a:cubicBezTo>
                  <a:cubicBezTo>
                    <a:pt x="359" y="89"/>
                    <a:pt x="357" y="88"/>
                    <a:pt x="355" y="88"/>
                  </a:cubicBezTo>
                  <a:cubicBezTo>
                    <a:pt x="354" y="88"/>
                    <a:pt x="351" y="88"/>
                    <a:pt x="346" y="88"/>
                  </a:cubicBezTo>
                  <a:cubicBezTo>
                    <a:pt x="339" y="89"/>
                    <a:pt x="335" y="88"/>
                    <a:pt x="332" y="87"/>
                  </a:cubicBezTo>
                  <a:cubicBezTo>
                    <a:pt x="328" y="85"/>
                    <a:pt x="325" y="82"/>
                    <a:pt x="324" y="78"/>
                  </a:cubicBezTo>
                  <a:cubicBezTo>
                    <a:pt x="323" y="76"/>
                    <a:pt x="323" y="73"/>
                    <a:pt x="324" y="70"/>
                  </a:cubicBezTo>
                  <a:close/>
                  <a:moveTo>
                    <a:pt x="286" y="79"/>
                  </a:moveTo>
                  <a:cubicBezTo>
                    <a:pt x="292" y="77"/>
                    <a:pt x="296" y="75"/>
                    <a:pt x="299" y="75"/>
                  </a:cubicBezTo>
                  <a:cubicBezTo>
                    <a:pt x="302" y="75"/>
                    <a:pt x="304" y="75"/>
                    <a:pt x="307" y="77"/>
                  </a:cubicBezTo>
                  <a:cubicBezTo>
                    <a:pt x="309" y="78"/>
                    <a:pt x="311" y="80"/>
                    <a:pt x="312" y="83"/>
                  </a:cubicBezTo>
                  <a:cubicBezTo>
                    <a:pt x="314" y="87"/>
                    <a:pt x="314" y="90"/>
                    <a:pt x="313" y="94"/>
                  </a:cubicBezTo>
                  <a:cubicBezTo>
                    <a:pt x="311" y="97"/>
                    <a:pt x="309" y="100"/>
                    <a:pt x="304" y="102"/>
                  </a:cubicBezTo>
                  <a:cubicBezTo>
                    <a:pt x="307" y="103"/>
                    <a:pt x="310" y="103"/>
                    <a:pt x="312" y="104"/>
                  </a:cubicBezTo>
                  <a:cubicBezTo>
                    <a:pt x="314" y="105"/>
                    <a:pt x="317" y="106"/>
                    <a:pt x="321" y="109"/>
                  </a:cubicBezTo>
                  <a:cubicBezTo>
                    <a:pt x="331" y="115"/>
                    <a:pt x="331" y="115"/>
                    <a:pt x="331" y="115"/>
                  </a:cubicBezTo>
                  <a:cubicBezTo>
                    <a:pt x="319" y="121"/>
                    <a:pt x="319" y="121"/>
                    <a:pt x="319" y="121"/>
                  </a:cubicBezTo>
                  <a:cubicBezTo>
                    <a:pt x="307" y="114"/>
                    <a:pt x="307" y="114"/>
                    <a:pt x="307" y="114"/>
                  </a:cubicBezTo>
                  <a:cubicBezTo>
                    <a:pt x="302" y="112"/>
                    <a:pt x="300" y="110"/>
                    <a:pt x="298" y="109"/>
                  </a:cubicBezTo>
                  <a:cubicBezTo>
                    <a:pt x="297" y="109"/>
                    <a:pt x="295" y="109"/>
                    <a:pt x="294" y="109"/>
                  </a:cubicBezTo>
                  <a:cubicBezTo>
                    <a:pt x="293" y="109"/>
                    <a:pt x="291" y="110"/>
                    <a:pt x="289" y="111"/>
                  </a:cubicBezTo>
                  <a:cubicBezTo>
                    <a:pt x="286" y="112"/>
                    <a:pt x="286" y="112"/>
                    <a:pt x="286" y="112"/>
                  </a:cubicBezTo>
                  <a:cubicBezTo>
                    <a:pt x="295" y="131"/>
                    <a:pt x="295" y="131"/>
                    <a:pt x="295" y="131"/>
                  </a:cubicBezTo>
                  <a:cubicBezTo>
                    <a:pt x="285" y="136"/>
                    <a:pt x="285" y="136"/>
                    <a:pt x="285" y="136"/>
                  </a:cubicBezTo>
                  <a:cubicBezTo>
                    <a:pt x="264" y="89"/>
                    <a:pt x="264" y="89"/>
                    <a:pt x="264" y="89"/>
                  </a:cubicBezTo>
                  <a:lnTo>
                    <a:pt x="286" y="79"/>
                  </a:lnTo>
                  <a:close/>
                  <a:moveTo>
                    <a:pt x="250" y="96"/>
                  </a:moveTo>
                  <a:cubicBezTo>
                    <a:pt x="255" y="104"/>
                    <a:pt x="255" y="104"/>
                    <a:pt x="255" y="104"/>
                  </a:cubicBezTo>
                  <a:cubicBezTo>
                    <a:pt x="229" y="120"/>
                    <a:pt x="229" y="120"/>
                    <a:pt x="229" y="120"/>
                  </a:cubicBezTo>
                  <a:cubicBezTo>
                    <a:pt x="235" y="130"/>
                    <a:pt x="235" y="130"/>
                    <a:pt x="235" y="130"/>
                  </a:cubicBezTo>
                  <a:cubicBezTo>
                    <a:pt x="259" y="115"/>
                    <a:pt x="259" y="115"/>
                    <a:pt x="259" y="115"/>
                  </a:cubicBezTo>
                  <a:cubicBezTo>
                    <a:pt x="264" y="122"/>
                    <a:pt x="264" y="122"/>
                    <a:pt x="264" y="122"/>
                  </a:cubicBezTo>
                  <a:cubicBezTo>
                    <a:pt x="240" y="137"/>
                    <a:pt x="240" y="137"/>
                    <a:pt x="240" y="137"/>
                  </a:cubicBezTo>
                  <a:cubicBezTo>
                    <a:pt x="247" y="149"/>
                    <a:pt x="247" y="149"/>
                    <a:pt x="247" y="149"/>
                  </a:cubicBezTo>
                  <a:cubicBezTo>
                    <a:pt x="274" y="132"/>
                    <a:pt x="274" y="132"/>
                    <a:pt x="274" y="132"/>
                  </a:cubicBezTo>
                  <a:cubicBezTo>
                    <a:pt x="278" y="139"/>
                    <a:pt x="278" y="139"/>
                    <a:pt x="278" y="139"/>
                  </a:cubicBezTo>
                  <a:cubicBezTo>
                    <a:pt x="242" y="162"/>
                    <a:pt x="242" y="162"/>
                    <a:pt x="242" y="162"/>
                  </a:cubicBezTo>
                  <a:cubicBezTo>
                    <a:pt x="214" y="119"/>
                    <a:pt x="214" y="119"/>
                    <a:pt x="214" y="119"/>
                  </a:cubicBezTo>
                  <a:lnTo>
                    <a:pt x="250" y="96"/>
                  </a:lnTo>
                  <a:close/>
                  <a:moveTo>
                    <a:pt x="175" y="151"/>
                  </a:moveTo>
                  <a:cubicBezTo>
                    <a:pt x="210" y="171"/>
                    <a:pt x="210" y="171"/>
                    <a:pt x="210" y="171"/>
                  </a:cubicBezTo>
                  <a:cubicBezTo>
                    <a:pt x="196" y="133"/>
                    <a:pt x="196" y="133"/>
                    <a:pt x="196" y="133"/>
                  </a:cubicBezTo>
                  <a:cubicBezTo>
                    <a:pt x="206" y="125"/>
                    <a:pt x="206" y="125"/>
                    <a:pt x="206" y="125"/>
                  </a:cubicBezTo>
                  <a:cubicBezTo>
                    <a:pt x="223" y="177"/>
                    <a:pt x="223" y="177"/>
                    <a:pt x="223" y="177"/>
                  </a:cubicBezTo>
                  <a:cubicBezTo>
                    <a:pt x="214" y="185"/>
                    <a:pt x="214" y="185"/>
                    <a:pt x="214" y="185"/>
                  </a:cubicBezTo>
                  <a:cubicBezTo>
                    <a:pt x="165" y="159"/>
                    <a:pt x="165" y="159"/>
                    <a:pt x="165" y="159"/>
                  </a:cubicBezTo>
                  <a:lnTo>
                    <a:pt x="175" y="151"/>
                  </a:lnTo>
                  <a:close/>
                  <a:moveTo>
                    <a:pt x="160" y="165"/>
                  </a:moveTo>
                  <a:cubicBezTo>
                    <a:pt x="197" y="201"/>
                    <a:pt x="197" y="201"/>
                    <a:pt x="197" y="201"/>
                  </a:cubicBezTo>
                  <a:cubicBezTo>
                    <a:pt x="189" y="209"/>
                    <a:pt x="189" y="209"/>
                    <a:pt x="189" y="209"/>
                  </a:cubicBezTo>
                  <a:cubicBezTo>
                    <a:pt x="152" y="174"/>
                    <a:pt x="152" y="174"/>
                    <a:pt x="152" y="174"/>
                  </a:cubicBezTo>
                  <a:lnTo>
                    <a:pt x="160" y="165"/>
                  </a:lnTo>
                  <a:close/>
                  <a:moveTo>
                    <a:pt x="121" y="211"/>
                  </a:moveTo>
                  <a:cubicBezTo>
                    <a:pt x="163" y="214"/>
                    <a:pt x="163" y="214"/>
                    <a:pt x="163" y="214"/>
                  </a:cubicBezTo>
                  <a:cubicBezTo>
                    <a:pt x="135" y="193"/>
                    <a:pt x="135" y="193"/>
                    <a:pt x="135" y="193"/>
                  </a:cubicBezTo>
                  <a:cubicBezTo>
                    <a:pt x="142" y="184"/>
                    <a:pt x="142" y="184"/>
                    <a:pt x="142" y="184"/>
                  </a:cubicBezTo>
                  <a:cubicBezTo>
                    <a:pt x="182" y="216"/>
                    <a:pt x="182" y="216"/>
                    <a:pt x="182" y="216"/>
                  </a:cubicBezTo>
                  <a:cubicBezTo>
                    <a:pt x="175" y="225"/>
                    <a:pt x="175" y="225"/>
                    <a:pt x="175" y="225"/>
                  </a:cubicBezTo>
                  <a:cubicBezTo>
                    <a:pt x="134" y="222"/>
                    <a:pt x="134" y="222"/>
                    <a:pt x="134" y="222"/>
                  </a:cubicBezTo>
                  <a:cubicBezTo>
                    <a:pt x="161" y="243"/>
                    <a:pt x="161" y="243"/>
                    <a:pt x="161" y="243"/>
                  </a:cubicBezTo>
                  <a:cubicBezTo>
                    <a:pt x="155" y="252"/>
                    <a:pt x="155" y="252"/>
                    <a:pt x="155" y="252"/>
                  </a:cubicBezTo>
                  <a:cubicBezTo>
                    <a:pt x="114" y="220"/>
                    <a:pt x="114" y="220"/>
                    <a:pt x="114" y="220"/>
                  </a:cubicBezTo>
                  <a:lnTo>
                    <a:pt x="121" y="211"/>
                  </a:lnTo>
                  <a:close/>
                  <a:moveTo>
                    <a:pt x="88" y="264"/>
                  </a:moveTo>
                  <a:cubicBezTo>
                    <a:pt x="112" y="278"/>
                    <a:pt x="112" y="278"/>
                    <a:pt x="112" y="278"/>
                  </a:cubicBezTo>
                  <a:cubicBezTo>
                    <a:pt x="116" y="280"/>
                    <a:pt x="119" y="281"/>
                    <a:pt x="120" y="281"/>
                  </a:cubicBezTo>
                  <a:cubicBezTo>
                    <a:pt x="122" y="282"/>
                    <a:pt x="124" y="282"/>
                    <a:pt x="126" y="281"/>
                  </a:cubicBezTo>
                  <a:cubicBezTo>
                    <a:pt x="128" y="280"/>
                    <a:pt x="130" y="278"/>
                    <a:pt x="132" y="275"/>
                  </a:cubicBezTo>
                  <a:cubicBezTo>
                    <a:pt x="133" y="272"/>
                    <a:pt x="134" y="270"/>
                    <a:pt x="134" y="268"/>
                  </a:cubicBezTo>
                  <a:cubicBezTo>
                    <a:pt x="134" y="266"/>
                    <a:pt x="133" y="264"/>
                    <a:pt x="131" y="263"/>
                  </a:cubicBezTo>
                  <a:cubicBezTo>
                    <a:pt x="130" y="262"/>
                    <a:pt x="127" y="260"/>
                    <a:pt x="124" y="258"/>
                  </a:cubicBezTo>
                  <a:cubicBezTo>
                    <a:pt x="99" y="244"/>
                    <a:pt x="99" y="244"/>
                    <a:pt x="99" y="244"/>
                  </a:cubicBezTo>
                  <a:cubicBezTo>
                    <a:pt x="104" y="234"/>
                    <a:pt x="104" y="234"/>
                    <a:pt x="104" y="234"/>
                  </a:cubicBezTo>
                  <a:cubicBezTo>
                    <a:pt x="128" y="248"/>
                    <a:pt x="128" y="248"/>
                    <a:pt x="128" y="248"/>
                  </a:cubicBezTo>
                  <a:cubicBezTo>
                    <a:pt x="134" y="251"/>
                    <a:pt x="137" y="253"/>
                    <a:pt x="139" y="255"/>
                  </a:cubicBezTo>
                  <a:cubicBezTo>
                    <a:pt x="141" y="257"/>
                    <a:pt x="142" y="259"/>
                    <a:pt x="143" y="261"/>
                  </a:cubicBezTo>
                  <a:cubicBezTo>
                    <a:pt x="144" y="263"/>
                    <a:pt x="144" y="266"/>
                    <a:pt x="144" y="269"/>
                  </a:cubicBezTo>
                  <a:cubicBezTo>
                    <a:pt x="143" y="272"/>
                    <a:pt x="142" y="275"/>
                    <a:pt x="140" y="279"/>
                  </a:cubicBezTo>
                  <a:cubicBezTo>
                    <a:pt x="137" y="284"/>
                    <a:pt x="134" y="287"/>
                    <a:pt x="132" y="289"/>
                  </a:cubicBezTo>
                  <a:cubicBezTo>
                    <a:pt x="130" y="291"/>
                    <a:pt x="127" y="292"/>
                    <a:pt x="125" y="293"/>
                  </a:cubicBezTo>
                  <a:cubicBezTo>
                    <a:pt x="123" y="293"/>
                    <a:pt x="120" y="293"/>
                    <a:pt x="118" y="293"/>
                  </a:cubicBezTo>
                  <a:cubicBezTo>
                    <a:pt x="115" y="292"/>
                    <a:pt x="111" y="290"/>
                    <a:pt x="106" y="287"/>
                  </a:cubicBezTo>
                  <a:cubicBezTo>
                    <a:pt x="82" y="274"/>
                    <a:pt x="82" y="274"/>
                    <a:pt x="82" y="274"/>
                  </a:cubicBezTo>
                  <a:lnTo>
                    <a:pt x="88" y="264"/>
                  </a:lnTo>
                  <a:close/>
                  <a:moveTo>
                    <a:pt x="45" y="402"/>
                  </a:moveTo>
                  <a:cubicBezTo>
                    <a:pt x="82" y="384"/>
                    <a:pt x="82" y="384"/>
                    <a:pt x="82" y="384"/>
                  </a:cubicBezTo>
                  <a:cubicBezTo>
                    <a:pt x="48" y="379"/>
                    <a:pt x="48" y="379"/>
                    <a:pt x="48" y="379"/>
                  </a:cubicBezTo>
                  <a:cubicBezTo>
                    <a:pt x="50" y="368"/>
                    <a:pt x="50" y="368"/>
                    <a:pt x="50" y="368"/>
                  </a:cubicBezTo>
                  <a:cubicBezTo>
                    <a:pt x="101" y="376"/>
                    <a:pt x="101" y="376"/>
                    <a:pt x="101" y="376"/>
                  </a:cubicBezTo>
                  <a:cubicBezTo>
                    <a:pt x="99" y="387"/>
                    <a:pt x="99" y="387"/>
                    <a:pt x="99" y="387"/>
                  </a:cubicBezTo>
                  <a:cubicBezTo>
                    <a:pt x="62" y="405"/>
                    <a:pt x="62" y="405"/>
                    <a:pt x="62" y="405"/>
                  </a:cubicBezTo>
                  <a:cubicBezTo>
                    <a:pt x="95" y="410"/>
                    <a:pt x="95" y="410"/>
                    <a:pt x="95" y="410"/>
                  </a:cubicBezTo>
                  <a:cubicBezTo>
                    <a:pt x="94" y="421"/>
                    <a:pt x="94" y="421"/>
                    <a:pt x="94" y="421"/>
                  </a:cubicBezTo>
                  <a:cubicBezTo>
                    <a:pt x="43" y="413"/>
                    <a:pt x="43" y="413"/>
                    <a:pt x="43" y="413"/>
                  </a:cubicBezTo>
                  <a:lnTo>
                    <a:pt x="45" y="402"/>
                  </a:lnTo>
                  <a:close/>
                  <a:moveTo>
                    <a:pt x="42" y="427"/>
                  </a:moveTo>
                  <a:cubicBezTo>
                    <a:pt x="94" y="430"/>
                    <a:pt x="94" y="430"/>
                    <a:pt x="94" y="430"/>
                  </a:cubicBezTo>
                  <a:cubicBezTo>
                    <a:pt x="93" y="441"/>
                    <a:pt x="93" y="441"/>
                    <a:pt x="93" y="441"/>
                  </a:cubicBezTo>
                  <a:cubicBezTo>
                    <a:pt x="42" y="439"/>
                    <a:pt x="42" y="439"/>
                    <a:pt x="42" y="439"/>
                  </a:cubicBezTo>
                  <a:lnTo>
                    <a:pt x="42" y="427"/>
                  </a:lnTo>
                  <a:close/>
                  <a:moveTo>
                    <a:pt x="43" y="487"/>
                  </a:moveTo>
                  <a:cubicBezTo>
                    <a:pt x="63" y="486"/>
                    <a:pt x="63" y="486"/>
                    <a:pt x="63" y="486"/>
                  </a:cubicBezTo>
                  <a:cubicBezTo>
                    <a:pt x="62" y="464"/>
                    <a:pt x="62" y="464"/>
                    <a:pt x="62" y="464"/>
                  </a:cubicBezTo>
                  <a:cubicBezTo>
                    <a:pt x="42" y="465"/>
                    <a:pt x="42" y="465"/>
                    <a:pt x="42" y="465"/>
                  </a:cubicBezTo>
                  <a:cubicBezTo>
                    <a:pt x="41" y="453"/>
                    <a:pt x="41" y="453"/>
                    <a:pt x="41" y="453"/>
                  </a:cubicBezTo>
                  <a:cubicBezTo>
                    <a:pt x="92" y="450"/>
                    <a:pt x="92" y="450"/>
                    <a:pt x="92" y="450"/>
                  </a:cubicBezTo>
                  <a:cubicBezTo>
                    <a:pt x="93" y="462"/>
                    <a:pt x="93" y="462"/>
                    <a:pt x="93" y="462"/>
                  </a:cubicBezTo>
                  <a:cubicBezTo>
                    <a:pt x="71" y="463"/>
                    <a:pt x="71" y="463"/>
                    <a:pt x="71" y="463"/>
                  </a:cubicBezTo>
                  <a:cubicBezTo>
                    <a:pt x="72" y="486"/>
                    <a:pt x="72" y="486"/>
                    <a:pt x="72" y="486"/>
                  </a:cubicBezTo>
                  <a:cubicBezTo>
                    <a:pt x="94" y="484"/>
                    <a:pt x="94" y="484"/>
                    <a:pt x="94" y="484"/>
                  </a:cubicBezTo>
                  <a:cubicBezTo>
                    <a:pt x="95" y="496"/>
                    <a:pt x="95" y="496"/>
                    <a:pt x="95" y="496"/>
                  </a:cubicBezTo>
                  <a:cubicBezTo>
                    <a:pt x="43" y="499"/>
                    <a:pt x="43" y="499"/>
                    <a:pt x="43" y="499"/>
                  </a:cubicBezTo>
                  <a:lnTo>
                    <a:pt x="43" y="487"/>
                  </a:lnTo>
                  <a:close/>
                  <a:moveTo>
                    <a:pt x="98" y="546"/>
                  </a:moveTo>
                  <a:cubicBezTo>
                    <a:pt x="95" y="551"/>
                    <a:pt x="89" y="555"/>
                    <a:pt x="81" y="557"/>
                  </a:cubicBezTo>
                  <a:cubicBezTo>
                    <a:pt x="73" y="559"/>
                    <a:pt x="66" y="558"/>
                    <a:pt x="60" y="554"/>
                  </a:cubicBezTo>
                  <a:cubicBezTo>
                    <a:pt x="54" y="550"/>
                    <a:pt x="51" y="544"/>
                    <a:pt x="49" y="536"/>
                  </a:cubicBezTo>
                  <a:cubicBezTo>
                    <a:pt x="48" y="529"/>
                    <a:pt x="48" y="523"/>
                    <a:pt x="51" y="518"/>
                  </a:cubicBezTo>
                  <a:cubicBezTo>
                    <a:pt x="53" y="515"/>
                    <a:pt x="55" y="513"/>
                    <a:pt x="59" y="511"/>
                  </a:cubicBezTo>
                  <a:cubicBezTo>
                    <a:pt x="64" y="521"/>
                    <a:pt x="64" y="521"/>
                    <a:pt x="64" y="521"/>
                  </a:cubicBezTo>
                  <a:cubicBezTo>
                    <a:pt x="61" y="523"/>
                    <a:pt x="60" y="524"/>
                    <a:pt x="58" y="527"/>
                  </a:cubicBezTo>
                  <a:cubicBezTo>
                    <a:pt x="57" y="529"/>
                    <a:pt x="57" y="532"/>
                    <a:pt x="58" y="535"/>
                  </a:cubicBezTo>
                  <a:cubicBezTo>
                    <a:pt x="59" y="539"/>
                    <a:pt x="61" y="542"/>
                    <a:pt x="64" y="544"/>
                  </a:cubicBezTo>
                  <a:cubicBezTo>
                    <a:pt x="67" y="546"/>
                    <a:pt x="72" y="547"/>
                    <a:pt x="78" y="545"/>
                  </a:cubicBezTo>
                  <a:cubicBezTo>
                    <a:pt x="84" y="544"/>
                    <a:pt x="89" y="542"/>
                    <a:pt x="91" y="539"/>
                  </a:cubicBezTo>
                  <a:cubicBezTo>
                    <a:pt x="93" y="536"/>
                    <a:pt x="94" y="532"/>
                    <a:pt x="93" y="528"/>
                  </a:cubicBezTo>
                  <a:cubicBezTo>
                    <a:pt x="92" y="525"/>
                    <a:pt x="91" y="522"/>
                    <a:pt x="89" y="521"/>
                  </a:cubicBezTo>
                  <a:cubicBezTo>
                    <a:pt x="86" y="519"/>
                    <a:pt x="83" y="518"/>
                    <a:pt x="79" y="518"/>
                  </a:cubicBezTo>
                  <a:cubicBezTo>
                    <a:pt x="80" y="506"/>
                    <a:pt x="80" y="506"/>
                    <a:pt x="80" y="506"/>
                  </a:cubicBezTo>
                  <a:cubicBezTo>
                    <a:pt x="86" y="507"/>
                    <a:pt x="91" y="509"/>
                    <a:pt x="94" y="512"/>
                  </a:cubicBezTo>
                  <a:cubicBezTo>
                    <a:pt x="98" y="515"/>
                    <a:pt x="100" y="520"/>
                    <a:pt x="101" y="526"/>
                  </a:cubicBezTo>
                  <a:cubicBezTo>
                    <a:pt x="103" y="533"/>
                    <a:pt x="102" y="540"/>
                    <a:pt x="98" y="546"/>
                  </a:cubicBezTo>
                  <a:close/>
                  <a:moveTo>
                    <a:pt x="115" y="330"/>
                  </a:moveTo>
                  <a:cubicBezTo>
                    <a:pt x="102" y="331"/>
                    <a:pt x="102" y="331"/>
                    <a:pt x="102" y="331"/>
                  </a:cubicBezTo>
                  <a:cubicBezTo>
                    <a:pt x="95" y="353"/>
                    <a:pt x="95" y="353"/>
                    <a:pt x="95" y="353"/>
                  </a:cubicBezTo>
                  <a:cubicBezTo>
                    <a:pt x="105" y="361"/>
                    <a:pt x="105" y="361"/>
                    <a:pt x="105" y="361"/>
                  </a:cubicBezTo>
                  <a:cubicBezTo>
                    <a:pt x="101" y="373"/>
                    <a:pt x="101" y="373"/>
                    <a:pt x="101" y="373"/>
                  </a:cubicBezTo>
                  <a:cubicBezTo>
                    <a:pt x="59" y="336"/>
                    <a:pt x="59" y="336"/>
                    <a:pt x="59" y="336"/>
                  </a:cubicBezTo>
                  <a:cubicBezTo>
                    <a:pt x="62" y="324"/>
                    <a:pt x="62" y="324"/>
                    <a:pt x="62" y="324"/>
                  </a:cubicBezTo>
                  <a:cubicBezTo>
                    <a:pt x="118" y="318"/>
                    <a:pt x="118" y="318"/>
                    <a:pt x="118" y="318"/>
                  </a:cubicBezTo>
                  <a:lnTo>
                    <a:pt x="115" y="330"/>
                  </a:lnTo>
                  <a:close/>
                  <a:moveTo>
                    <a:pt x="252" y="762"/>
                  </a:moveTo>
                  <a:cubicBezTo>
                    <a:pt x="252" y="763"/>
                    <a:pt x="251" y="764"/>
                    <a:pt x="250" y="764"/>
                  </a:cubicBezTo>
                  <a:cubicBezTo>
                    <a:pt x="248" y="765"/>
                    <a:pt x="239" y="763"/>
                    <a:pt x="238" y="764"/>
                  </a:cubicBezTo>
                  <a:cubicBezTo>
                    <a:pt x="233" y="764"/>
                    <a:pt x="232" y="764"/>
                    <a:pt x="231" y="766"/>
                  </a:cubicBezTo>
                  <a:cubicBezTo>
                    <a:pt x="231" y="767"/>
                    <a:pt x="231" y="770"/>
                    <a:pt x="229" y="770"/>
                  </a:cubicBezTo>
                  <a:cubicBezTo>
                    <a:pt x="227" y="769"/>
                    <a:pt x="222" y="768"/>
                    <a:pt x="219" y="768"/>
                  </a:cubicBezTo>
                  <a:cubicBezTo>
                    <a:pt x="218" y="768"/>
                    <a:pt x="217" y="768"/>
                    <a:pt x="216" y="768"/>
                  </a:cubicBezTo>
                  <a:cubicBezTo>
                    <a:pt x="205" y="781"/>
                    <a:pt x="197" y="792"/>
                    <a:pt x="185" y="804"/>
                  </a:cubicBezTo>
                  <a:cubicBezTo>
                    <a:pt x="185" y="804"/>
                    <a:pt x="183" y="805"/>
                    <a:pt x="183" y="805"/>
                  </a:cubicBezTo>
                  <a:cubicBezTo>
                    <a:pt x="191" y="792"/>
                    <a:pt x="199" y="779"/>
                    <a:pt x="208" y="766"/>
                  </a:cubicBezTo>
                  <a:cubicBezTo>
                    <a:pt x="209" y="764"/>
                    <a:pt x="208" y="763"/>
                    <a:pt x="208" y="763"/>
                  </a:cubicBezTo>
                  <a:cubicBezTo>
                    <a:pt x="207" y="761"/>
                    <a:pt x="210" y="758"/>
                    <a:pt x="212" y="758"/>
                  </a:cubicBezTo>
                  <a:cubicBezTo>
                    <a:pt x="212" y="758"/>
                    <a:pt x="213" y="758"/>
                    <a:pt x="214" y="758"/>
                  </a:cubicBezTo>
                  <a:cubicBezTo>
                    <a:pt x="219" y="750"/>
                    <a:pt x="219" y="750"/>
                    <a:pt x="221" y="747"/>
                  </a:cubicBezTo>
                  <a:cubicBezTo>
                    <a:pt x="219" y="746"/>
                    <a:pt x="211" y="743"/>
                    <a:pt x="213" y="741"/>
                  </a:cubicBezTo>
                  <a:cubicBezTo>
                    <a:pt x="214" y="741"/>
                    <a:pt x="216" y="741"/>
                    <a:pt x="218" y="741"/>
                  </a:cubicBezTo>
                  <a:cubicBezTo>
                    <a:pt x="220" y="742"/>
                    <a:pt x="222" y="742"/>
                    <a:pt x="223" y="743"/>
                  </a:cubicBezTo>
                  <a:cubicBezTo>
                    <a:pt x="227" y="739"/>
                    <a:pt x="229" y="736"/>
                    <a:pt x="231" y="731"/>
                  </a:cubicBezTo>
                  <a:cubicBezTo>
                    <a:pt x="231" y="730"/>
                    <a:pt x="234" y="726"/>
                    <a:pt x="233" y="726"/>
                  </a:cubicBezTo>
                  <a:cubicBezTo>
                    <a:pt x="233" y="724"/>
                    <a:pt x="233" y="724"/>
                    <a:pt x="233" y="723"/>
                  </a:cubicBezTo>
                  <a:cubicBezTo>
                    <a:pt x="237" y="725"/>
                    <a:pt x="239" y="727"/>
                    <a:pt x="239" y="731"/>
                  </a:cubicBezTo>
                  <a:cubicBezTo>
                    <a:pt x="239" y="731"/>
                    <a:pt x="239" y="734"/>
                    <a:pt x="239" y="735"/>
                  </a:cubicBezTo>
                  <a:cubicBezTo>
                    <a:pt x="236" y="738"/>
                    <a:pt x="234" y="742"/>
                    <a:pt x="231" y="745"/>
                  </a:cubicBezTo>
                  <a:cubicBezTo>
                    <a:pt x="232" y="746"/>
                    <a:pt x="233" y="746"/>
                    <a:pt x="234" y="746"/>
                  </a:cubicBezTo>
                  <a:cubicBezTo>
                    <a:pt x="237" y="748"/>
                    <a:pt x="239" y="748"/>
                    <a:pt x="242" y="750"/>
                  </a:cubicBezTo>
                  <a:cubicBezTo>
                    <a:pt x="243" y="749"/>
                    <a:pt x="244" y="750"/>
                    <a:pt x="244" y="749"/>
                  </a:cubicBezTo>
                  <a:cubicBezTo>
                    <a:pt x="252" y="753"/>
                    <a:pt x="253" y="761"/>
                    <a:pt x="252" y="762"/>
                  </a:cubicBezTo>
                  <a:close/>
                  <a:moveTo>
                    <a:pt x="189" y="735"/>
                  </a:moveTo>
                  <a:cubicBezTo>
                    <a:pt x="192" y="737"/>
                    <a:pt x="195" y="739"/>
                    <a:pt x="196" y="742"/>
                  </a:cubicBezTo>
                  <a:cubicBezTo>
                    <a:pt x="197" y="743"/>
                    <a:pt x="201" y="748"/>
                    <a:pt x="203" y="754"/>
                  </a:cubicBezTo>
                  <a:cubicBezTo>
                    <a:pt x="204" y="757"/>
                    <a:pt x="205" y="758"/>
                    <a:pt x="204" y="761"/>
                  </a:cubicBezTo>
                  <a:cubicBezTo>
                    <a:pt x="199" y="758"/>
                    <a:pt x="200" y="757"/>
                    <a:pt x="198" y="752"/>
                  </a:cubicBezTo>
                  <a:cubicBezTo>
                    <a:pt x="198" y="750"/>
                    <a:pt x="197" y="748"/>
                    <a:pt x="193" y="744"/>
                  </a:cubicBezTo>
                  <a:cubicBezTo>
                    <a:pt x="193" y="742"/>
                    <a:pt x="189" y="738"/>
                    <a:pt x="189" y="735"/>
                  </a:cubicBezTo>
                  <a:close/>
                  <a:moveTo>
                    <a:pt x="262" y="820"/>
                  </a:moveTo>
                  <a:cubicBezTo>
                    <a:pt x="262" y="818"/>
                    <a:pt x="260" y="817"/>
                    <a:pt x="260" y="815"/>
                  </a:cubicBezTo>
                  <a:cubicBezTo>
                    <a:pt x="266" y="807"/>
                    <a:pt x="274" y="789"/>
                    <a:pt x="281" y="779"/>
                  </a:cubicBezTo>
                  <a:cubicBezTo>
                    <a:pt x="282" y="777"/>
                    <a:pt x="283" y="776"/>
                    <a:pt x="284" y="776"/>
                  </a:cubicBezTo>
                  <a:cubicBezTo>
                    <a:pt x="284" y="777"/>
                    <a:pt x="285" y="777"/>
                    <a:pt x="283" y="781"/>
                  </a:cubicBezTo>
                  <a:cubicBezTo>
                    <a:pt x="283" y="782"/>
                    <a:pt x="263" y="819"/>
                    <a:pt x="265" y="821"/>
                  </a:cubicBezTo>
                  <a:cubicBezTo>
                    <a:pt x="263" y="821"/>
                    <a:pt x="263" y="821"/>
                    <a:pt x="262" y="820"/>
                  </a:cubicBezTo>
                  <a:close/>
                  <a:moveTo>
                    <a:pt x="289" y="829"/>
                  </a:moveTo>
                  <a:cubicBezTo>
                    <a:pt x="288" y="830"/>
                    <a:pt x="288" y="830"/>
                    <a:pt x="287" y="830"/>
                  </a:cubicBezTo>
                  <a:cubicBezTo>
                    <a:pt x="286" y="830"/>
                    <a:pt x="284" y="829"/>
                    <a:pt x="282" y="828"/>
                  </a:cubicBezTo>
                  <a:cubicBezTo>
                    <a:pt x="280" y="826"/>
                    <a:pt x="275" y="818"/>
                    <a:pt x="276" y="816"/>
                  </a:cubicBezTo>
                  <a:cubicBezTo>
                    <a:pt x="276" y="816"/>
                    <a:pt x="276" y="816"/>
                    <a:pt x="276" y="816"/>
                  </a:cubicBezTo>
                  <a:cubicBezTo>
                    <a:pt x="278" y="822"/>
                    <a:pt x="286" y="820"/>
                    <a:pt x="294" y="818"/>
                  </a:cubicBezTo>
                  <a:cubicBezTo>
                    <a:pt x="300" y="816"/>
                    <a:pt x="305" y="813"/>
                    <a:pt x="305" y="812"/>
                  </a:cubicBezTo>
                  <a:cubicBezTo>
                    <a:pt x="305" y="811"/>
                    <a:pt x="305" y="810"/>
                    <a:pt x="304" y="809"/>
                  </a:cubicBezTo>
                  <a:cubicBezTo>
                    <a:pt x="304" y="810"/>
                    <a:pt x="301" y="811"/>
                    <a:pt x="297" y="812"/>
                  </a:cubicBezTo>
                  <a:cubicBezTo>
                    <a:pt x="288" y="814"/>
                    <a:pt x="275" y="816"/>
                    <a:pt x="273" y="815"/>
                  </a:cubicBezTo>
                  <a:cubicBezTo>
                    <a:pt x="270" y="814"/>
                    <a:pt x="270" y="813"/>
                    <a:pt x="273" y="809"/>
                  </a:cubicBezTo>
                  <a:cubicBezTo>
                    <a:pt x="279" y="807"/>
                    <a:pt x="290" y="805"/>
                    <a:pt x="297" y="802"/>
                  </a:cubicBezTo>
                  <a:cubicBezTo>
                    <a:pt x="297" y="801"/>
                    <a:pt x="299" y="801"/>
                    <a:pt x="298" y="799"/>
                  </a:cubicBezTo>
                  <a:cubicBezTo>
                    <a:pt x="295" y="800"/>
                    <a:pt x="286" y="801"/>
                    <a:pt x="284" y="801"/>
                  </a:cubicBezTo>
                  <a:cubicBezTo>
                    <a:pt x="281" y="798"/>
                    <a:pt x="283" y="795"/>
                    <a:pt x="284" y="792"/>
                  </a:cubicBezTo>
                  <a:cubicBezTo>
                    <a:pt x="285" y="792"/>
                    <a:pt x="284" y="792"/>
                    <a:pt x="285" y="792"/>
                  </a:cubicBezTo>
                  <a:cubicBezTo>
                    <a:pt x="287" y="794"/>
                    <a:pt x="294" y="792"/>
                    <a:pt x="295" y="791"/>
                  </a:cubicBezTo>
                  <a:cubicBezTo>
                    <a:pt x="294" y="789"/>
                    <a:pt x="292" y="784"/>
                    <a:pt x="293" y="785"/>
                  </a:cubicBezTo>
                  <a:cubicBezTo>
                    <a:pt x="295" y="786"/>
                    <a:pt x="295" y="787"/>
                    <a:pt x="298" y="787"/>
                  </a:cubicBezTo>
                  <a:cubicBezTo>
                    <a:pt x="298" y="787"/>
                    <a:pt x="299" y="787"/>
                    <a:pt x="298" y="787"/>
                  </a:cubicBezTo>
                  <a:cubicBezTo>
                    <a:pt x="297" y="786"/>
                    <a:pt x="295" y="785"/>
                    <a:pt x="295" y="784"/>
                  </a:cubicBezTo>
                  <a:cubicBezTo>
                    <a:pt x="296" y="782"/>
                    <a:pt x="298" y="782"/>
                    <a:pt x="299" y="783"/>
                  </a:cubicBezTo>
                  <a:cubicBezTo>
                    <a:pt x="301" y="784"/>
                    <a:pt x="308" y="789"/>
                    <a:pt x="308" y="789"/>
                  </a:cubicBezTo>
                  <a:cubicBezTo>
                    <a:pt x="309" y="790"/>
                    <a:pt x="309" y="790"/>
                    <a:pt x="309" y="790"/>
                  </a:cubicBezTo>
                  <a:cubicBezTo>
                    <a:pt x="310" y="791"/>
                    <a:pt x="310" y="792"/>
                    <a:pt x="310" y="793"/>
                  </a:cubicBezTo>
                  <a:cubicBezTo>
                    <a:pt x="310" y="796"/>
                    <a:pt x="308" y="797"/>
                    <a:pt x="305" y="797"/>
                  </a:cubicBezTo>
                  <a:cubicBezTo>
                    <a:pt x="306" y="802"/>
                    <a:pt x="306" y="806"/>
                    <a:pt x="309" y="811"/>
                  </a:cubicBezTo>
                  <a:cubicBezTo>
                    <a:pt x="311" y="809"/>
                    <a:pt x="313" y="809"/>
                    <a:pt x="313" y="808"/>
                  </a:cubicBezTo>
                  <a:cubicBezTo>
                    <a:pt x="316" y="810"/>
                    <a:pt x="317" y="811"/>
                    <a:pt x="317" y="814"/>
                  </a:cubicBezTo>
                  <a:cubicBezTo>
                    <a:pt x="315" y="818"/>
                    <a:pt x="310" y="817"/>
                    <a:pt x="309" y="819"/>
                  </a:cubicBezTo>
                  <a:cubicBezTo>
                    <a:pt x="308" y="823"/>
                    <a:pt x="309" y="831"/>
                    <a:pt x="307" y="834"/>
                  </a:cubicBezTo>
                  <a:cubicBezTo>
                    <a:pt x="307" y="835"/>
                    <a:pt x="306" y="835"/>
                    <a:pt x="305" y="834"/>
                  </a:cubicBezTo>
                  <a:cubicBezTo>
                    <a:pt x="304" y="831"/>
                    <a:pt x="305" y="824"/>
                    <a:pt x="305" y="820"/>
                  </a:cubicBezTo>
                  <a:cubicBezTo>
                    <a:pt x="303" y="821"/>
                    <a:pt x="299" y="823"/>
                    <a:pt x="295" y="823"/>
                  </a:cubicBezTo>
                  <a:cubicBezTo>
                    <a:pt x="295" y="824"/>
                    <a:pt x="295" y="824"/>
                    <a:pt x="295" y="825"/>
                  </a:cubicBezTo>
                  <a:cubicBezTo>
                    <a:pt x="297" y="826"/>
                    <a:pt x="297" y="827"/>
                    <a:pt x="298" y="828"/>
                  </a:cubicBezTo>
                  <a:cubicBezTo>
                    <a:pt x="298" y="829"/>
                    <a:pt x="296" y="830"/>
                    <a:pt x="296" y="831"/>
                  </a:cubicBezTo>
                  <a:cubicBezTo>
                    <a:pt x="295" y="831"/>
                    <a:pt x="293" y="830"/>
                    <a:pt x="291" y="829"/>
                  </a:cubicBezTo>
                  <a:cubicBezTo>
                    <a:pt x="290" y="829"/>
                    <a:pt x="289" y="829"/>
                    <a:pt x="289" y="829"/>
                  </a:cubicBezTo>
                  <a:close/>
                  <a:moveTo>
                    <a:pt x="317" y="787"/>
                  </a:moveTo>
                  <a:cubicBezTo>
                    <a:pt x="317" y="785"/>
                    <a:pt x="319" y="786"/>
                    <a:pt x="320" y="786"/>
                  </a:cubicBezTo>
                  <a:cubicBezTo>
                    <a:pt x="323" y="788"/>
                    <a:pt x="325" y="789"/>
                    <a:pt x="326" y="794"/>
                  </a:cubicBezTo>
                  <a:cubicBezTo>
                    <a:pt x="326" y="795"/>
                    <a:pt x="326" y="796"/>
                    <a:pt x="325" y="798"/>
                  </a:cubicBezTo>
                  <a:cubicBezTo>
                    <a:pt x="323" y="798"/>
                    <a:pt x="319" y="798"/>
                    <a:pt x="319" y="795"/>
                  </a:cubicBezTo>
                  <a:cubicBezTo>
                    <a:pt x="318" y="793"/>
                    <a:pt x="316" y="788"/>
                    <a:pt x="317" y="787"/>
                  </a:cubicBezTo>
                  <a:close/>
                  <a:moveTo>
                    <a:pt x="341" y="802"/>
                  </a:moveTo>
                  <a:cubicBezTo>
                    <a:pt x="334" y="803"/>
                    <a:pt x="319" y="845"/>
                    <a:pt x="312" y="854"/>
                  </a:cubicBezTo>
                  <a:cubicBezTo>
                    <a:pt x="308" y="861"/>
                    <a:pt x="306" y="861"/>
                    <a:pt x="303" y="858"/>
                  </a:cubicBezTo>
                  <a:cubicBezTo>
                    <a:pt x="299" y="854"/>
                    <a:pt x="294" y="836"/>
                    <a:pt x="295" y="832"/>
                  </a:cubicBezTo>
                  <a:cubicBezTo>
                    <a:pt x="296" y="833"/>
                    <a:pt x="297" y="836"/>
                    <a:pt x="297" y="837"/>
                  </a:cubicBezTo>
                  <a:cubicBezTo>
                    <a:pt x="298" y="836"/>
                    <a:pt x="297" y="836"/>
                    <a:pt x="298" y="835"/>
                  </a:cubicBezTo>
                  <a:cubicBezTo>
                    <a:pt x="299" y="838"/>
                    <a:pt x="303" y="846"/>
                    <a:pt x="304" y="847"/>
                  </a:cubicBezTo>
                  <a:cubicBezTo>
                    <a:pt x="307" y="849"/>
                    <a:pt x="308" y="844"/>
                    <a:pt x="310" y="842"/>
                  </a:cubicBezTo>
                  <a:cubicBezTo>
                    <a:pt x="314" y="834"/>
                    <a:pt x="325" y="807"/>
                    <a:pt x="329" y="799"/>
                  </a:cubicBezTo>
                  <a:cubicBezTo>
                    <a:pt x="332" y="794"/>
                    <a:pt x="334" y="789"/>
                    <a:pt x="331" y="786"/>
                  </a:cubicBezTo>
                  <a:cubicBezTo>
                    <a:pt x="320" y="780"/>
                    <a:pt x="306" y="784"/>
                    <a:pt x="296" y="778"/>
                  </a:cubicBezTo>
                  <a:cubicBezTo>
                    <a:pt x="296" y="778"/>
                    <a:pt x="296" y="778"/>
                    <a:pt x="296" y="778"/>
                  </a:cubicBezTo>
                  <a:cubicBezTo>
                    <a:pt x="302" y="776"/>
                    <a:pt x="328" y="782"/>
                    <a:pt x="328" y="782"/>
                  </a:cubicBezTo>
                  <a:cubicBezTo>
                    <a:pt x="336" y="784"/>
                    <a:pt x="346" y="792"/>
                    <a:pt x="341" y="802"/>
                  </a:cubicBezTo>
                  <a:close/>
                  <a:moveTo>
                    <a:pt x="365" y="858"/>
                  </a:moveTo>
                  <a:cubicBezTo>
                    <a:pt x="365" y="858"/>
                    <a:pt x="363" y="859"/>
                    <a:pt x="362" y="859"/>
                  </a:cubicBezTo>
                  <a:cubicBezTo>
                    <a:pt x="362" y="859"/>
                    <a:pt x="362" y="860"/>
                    <a:pt x="360" y="861"/>
                  </a:cubicBezTo>
                  <a:cubicBezTo>
                    <a:pt x="360" y="861"/>
                    <a:pt x="358" y="862"/>
                    <a:pt x="356" y="861"/>
                  </a:cubicBezTo>
                  <a:cubicBezTo>
                    <a:pt x="356" y="861"/>
                    <a:pt x="355" y="860"/>
                    <a:pt x="354" y="860"/>
                  </a:cubicBezTo>
                  <a:cubicBezTo>
                    <a:pt x="354" y="860"/>
                    <a:pt x="352" y="859"/>
                    <a:pt x="351" y="859"/>
                  </a:cubicBezTo>
                  <a:cubicBezTo>
                    <a:pt x="351" y="859"/>
                    <a:pt x="349" y="859"/>
                    <a:pt x="352" y="858"/>
                  </a:cubicBezTo>
                  <a:cubicBezTo>
                    <a:pt x="352" y="858"/>
                    <a:pt x="352" y="857"/>
                    <a:pt x="353" y="857"/>
                  </a:cubicBezTo>
                  <a:cubicBezTo>
                    <a:pt x="353" y="857"/>
                    <a:pt x="354" y="857"/>
                    <a:pt x="354" y="857"/>
                  </a:cubicBezTo>
                  <a:cubicBezTo>
                    <a:pt x="354" y="857"/>
                    <a:pt x="354" y="856"/>
                    <a:pt x="355" y="857"/>
                  </a:cubicBezTo>
                  <a:cubicBezTo>
                    <a:pt x="355" y="857"/>
                    <a:pt x="356" y="858"/>
                    <a:pt x="357" y="855"/>
                  </a:cubicBezTo>
                  <a:cubicBezTo>
                    <a:pt x="357" y="855"/>
                    <a:pt x="357" y="855"/>
                    <a:pt x="358" y="855"/>
                  </a:cubicBezTo>
                  <a:cubicBezTo>
                    <a:pt x="358" y="855"/>
                    <a:pt x="362" y="853"/>
                    <a:pt x="371" y="847"/>
                  </a:cubicBezTo>
                  <a:cubicBezTo>
                    <a:pt x="371" y="847"/>
                    <a:pt x="379" y="842"/>
                    <a:pt x="384" y="837"/>
                  </a:cubicBezTo>
                  <a:cubicBezTo>
                    <a:pt x="384" y="837"/>
                    <a:pt x="388" y="834"/>
                    <a:pt x="393" y="830"/>
                  </a:cubicBezTo>
                  <a:cubicBezTo>
                    <a:pt x="393" y="830"/>
                    <a:pt x="406" y="820"/>
                    <a:pt x="408" y="817"/>
                  </a:cubicBezTo>
                  <a:cubicBezTo>
                    <a:pt x="408" y="817"/>
                    <a:pt x="399" y="812"/>
                    <a:pt x="400" y="808"/>
                  </a:cubicBezTo>
                  <a:cubicBezTo>
                    <a:pt x="400" y="808"/>
                    <a:pt x="401" y="806"/>
                    <a:pt x="402" y="808"/>
                  </a:cubicBezTo>
                  <a:cubicBezTo>
                    <a:pt x="402" y="808"/>
                    <a:pt x="406" y="811"/>
                    <a:pt x="413" y="810"/>
                  </a:cubicBezTo>
                  <a:cubicBezTo>
                    <a:pt x="413" y="810"/>
                    <a:pt x="416" y="810"/>
                    <a:pt x="420" y="807"/>
                  </a:cubicBezTo>
                  <a:cubicBezTo>
                    <a:pt x="420" y="807"/>
                    <a:pt x="425" y="806"/>
                    <a:pt x="427" y="815"/>
                  </a:cubicBezTo>
                  <a:cubicBezTo>
                    <a:pt x="427" y="815"/>
                    <a:pt x="427" y="819"/>
                    <a:pt x="425" y="818"/>
                  </a:cubicBezTo>
                  <a:cubicBezTo>
                    <a:pt x="425" y="818"/>
                    <a:pt x="422" y="818"/>
                    <a:pt x="419" y="819"/>
                  </a:cubicBezTo>
                  <a:cubicBezTo>
                    <a:pt x="419" y="819"/>
                    <a:pt x="418" y="818"/>
                    <a:pt x="416" y="820"/>
                  </a:cubicBezTo>
                  <a:cubicBezTo>
                    <a:pt x="416" y="820"/>
                    <a:pt x="410" y="826"/>
                    <a:pt x="397" y="834"/>
                  </a:cubicBezTo>
                  <a:cubicBezTo>
                    <a:pt x="397" y="834"/>
                    <a:pt x="390" y="839"/>
                    <a:pt x="381" y="848"/>
                  </a:cubicBezTo>
                  <a:cubicBezTo>
                    <a:pt x="381" y="848"/>
                    <a:pt x="374" y="854"/>
                    <a:pt x="365" y="858"/>
                  </a:cubicBezTo>
                  <a:close/>
                  <a:moveTo>
                    <a:pt x="430" y="858"/>
                  </a:moveTo>
                  <a:cubicBezTo>
                    <a:pt x="430" y="858"/>
                    <a:pt x="430" y="859"/>
                    <a:pt x="430" y="860"/>
                  </a:cubicBezTo>
                  <a:cubicBezTo>
                    <a:pt x="430" y="860"/>
                    <a:pt x="430" y="862"/>
                    <a:pt x="427" y="862"/>
                  </a:cubicBezTo>
                  <a:cubicBezTo>
                    <a:pt x="427" y="862"/>
                    <a:pt x="420" y="864"/>
                    <a:pt x="419" y="866"/>
                  </a:cubicBezTo>
                  <a:cubicBezTo>
                    <a:pt x="419" y="866"/>
                    <a:pt x="415" y="869"/>
                    <a:pt x="416" y="872"/>
                  </a:cubicBezTo>
                  <a:cubicBezTo>
                    <a:pt x="416" y="872"/>
                    <a:pt x="416" y="874"/>
                    <a:pt x="413" y="875"/>
                  </a:cubicBezTo>
                  <a:cubicBezTo>
                    <a:pt x="413" y="875"/>
                    <a:pt x="411" y="875"/>
                    <a:pt x="409" y="875"/>
                  </a:cubicBezTo>
                  <a:cubicBezTo>
                    <a:pt x="409" y="875"/>
                    <a:pt x="407" y="873"/>
                    <a:pt x="404" y="875"/>
                  </a:cubicBezTo>
                  <a:cubicBezTo>
                    <a:pt x="404" y="875"/>
                    <a:pt x="404" y="876"/>
                    <a:pt x="402" y="875"/>
                  </a:cubicBezTo>
                  <a:cubicBezTo>
                    <a:pt x="402" y="875"/>
                    <a:pt x="402" y="874"/>
                    <a:pt x="401" y="874"/>
                  </a:cubicBezTo>
                  <a:cubicBezTo>
                    <a:pt x="401" y="874"/>
                    <a:pt x="400" y="873"/>
                    <a:pt x="400" y="872"/>
                  </a:cubicBezTo>
                  <a:cubicBezTo>
                    <a:pt x="400" y="872"/>
                    <a:pt x="400" y="870"/>
                    <a:pt x="398" y="869"/>
                  </a:cubicBezTo>
                  <a:cubicBezTo>
                    <a:pt x="398" y="869"/>
                    <a:pt x="397" y="869"/>
                    <a:pt x="397" y="867"/>
                  </a:cubicBezTo>
                  <a:cubicBezTo>
                    <a:pt x="397" y="867"/>
                    <a:pt x="396" y="861"/>
                    <a:pt x="395" y="858"/>
                  </a:cubicBezTo>
                  <a:cubicBezTo>
                    <a:pt x="395" y="858"/>
                    <a:pt x="394" y="855"/>
                    <a:pt x="391" y="854"/>
                  </a:cubicBezTo>
                  <a:cubicBezTo>
                    <a:pt x="391" y="854"/>
                    <a:pt x="387" y="848"/>
                    <a:pt x="389" y="848"/>
                  </a:cubicBezTo>
                  <a:cubicBezTo>
                    <a:pt x="389" y="848"/>
                    <a:pt x="393" y="848"/>
                    <a:pt x="396" y="854"/>
                  </a:cubicBezTo>
                  <a:cubicBezTo>
                    <a:pt x="396" y="854"/>
                    <a:pt x="396" y="856"/>
                    <a:pt x="396" y="858"/>
                  </a:cubicBezTo>
                  <a:cubicBezTo>
                    <a:pt x="396" y="858"/>
                    <a:pt x="397" y="859"/>
                    <a:pt x="399" y="866"/>
                  </a:cubicBezTo>
                  <a:cubicBezTo>
                    <a:pt x="399" y="866"/>
                    <a:pt x="400" y="867"/>
                    <a:pt x="400" y="865"/>
                  </a:cubicBezTo>
                  <a:cubicBezTo>
                    <a:pt x="402" y="863"/>
                    <a:pt x="402" y="863"/>
                    <a:pt x="402" y="863"/>
                  </a:cubicBezTo>
                  <a:cubicBezTo>
                    <a:pt x="402" y="863"/>
                    <a:pt x="403" y="861"/>
                    <a:pt x="404" y="862"/>
                  </a:cubicBezTo>
                  <a:cubicBezTo>
                    <a:pt x="404" y="862"/>
                    <a:pt x="404" y="863"/>
                    <a:pt x="405" y="862"/>
                  </a:cubicBezTo>
                  <a:cubicBezTo>
                    <a:pt x="405" y="862"/>
                    <a:pt x="408" y="860"/>
                    <a:pt x="410" y="858"/>
                  </a:cubicBezTo>
                  <a:cubicBezTo>
                    <a:pt x="410" y="858"/>
                    <a:pt x="413" y="856"/>
                    <a:pt x="412" y="855"/>
                  </a:cubicBezTo>
                  <a:cubicBezTo>
                    <a:pt x="412" y="855"/>
                    <a:pt x="409" y="851"/>
                    <a:pt x="408" y="850"/>
                  </a:cubicBezTo>
                  <a:cubicBezTo>
                    <a:pt x="408" y="850"/>
                    <a:pt x="405" y="848"/>
                    <a:pt x="407" y="848"/>
                  </a:cubicBezTo>
                  <a:cubicBezTo>
                    <a:pt x="407" y="848"/>
                    <a:pt x="408" y="848"/>
                    <a:pt x="411" y="849"/>
                  </a:cubicBezTo>
                  <a:cubicBezTo>
                    <a:pt x="411" y="849"/>
                    <a:pt x="417" y="850"/>
                    <a:pt x="419" y="848"/>
                  </a:cubicBezTo>
                  <a:cubicBezTo>
                    <a:pt x="419" y="848"/>
                    <a:pt x="419" y="846"/>
                    <a:pt x="421" y="847"/>
                  </a:cubicBezTo>
                  <a:cubicBezTo>
                    <a:pt x="421" y="847"/>
                    <a:pt x="424" y="850"/>
                    <a:pt x="425" y="850"/>
                  </a:cubicBezTo>
                  <a:cubicBezTo>
                    <a:pt x="425" y="850"/>
                    <a:pt x="431" y="852"/>
                    <a:pt x="430" y="858"/>
                  </a:cubicBezTo>
                  <a:close/>
                  <a:moveTo>
                    <a:pt x="485" y="876"/>
                  </a:moveTo>
                  <a:cubicBezTo>
                    <a:pt x="485" y="876"/>
                    <a:pt x="485" y="878"/>
                    <a:pt x="483" y="877"/>
                  </a:cubicBezTo>
                  <a:cubicBezTo>
                    <a:pt x="483" y="877"/>
                    <a:pt x="477" y="874"/>
                    <a:pt x="475" y="866"/>
                  </a:cubicBezTo>
                  <a:cubicBezTo>
                    <a:pt x="475" y="866"/>
                    <a:pt x="473" y="857"/>
                    <a:pt x="473" y="856"/>
                  </a:cubicBezTo>
                  <a:cubicBezTo>
                    <a:pt x="473" y="856"/>
                    <a:pt x="473" y="856"/>
                    <a:pt x="473" y="854"/>
                  </a:cubicBezTo>
                  <a:cubicBezTo>
                    <a:pt x="472" y="848"/>
                    <a:pt x="472" y="848"/>
                    <a:pt x="472" y="848"/>
                  </a:cubicBezTo>
                  <a:cubicBezTo>
                    <a:pt x="472" y="848"/>
                    <a:pt x="472" y="848"/>
                    <a:pt x="473" y="847"/>
                  </a:cubicBezTo>
                  <a:cubicBezTo>
                    <a:pt x="473" y="847"/>
                    <a:pt x="472" y="846"/>
                    <a:pt x="473" y="845"/>
                  </a:cubicBezTo>
                  <a:cubicBezTo>
                    <a:pt x="473" y="845"/>
                    <a:pt x="473" y="845"/>
                    <a:pt x="473" y="845"/>
                  </a:cubicBezTo>
                  <a:cubicBezTo>
                    <a:pt x="473" y="845"/>
                    <a:pt x="473" y="842"/>
                    <a:pt x="474" y="843"/>
                  </a:cubicBezTo>
                  <a:cubicBezTo>
                    <a:pt x="474" y="843"/>
                    <a:pt x="475" y="844"/>
                    <a:pt x="474" y="846"/>
                  </a:cubicBezTo>
                  <a:cubicBezTo>
                    <a:pt x="474" y="846"/>
                    <a:pt x="473" y="848"/>
                    <a:pt x="477" y="855"/>
                  </a:cubicBezTo>
                  <a:cubicBezTo>
                    <a:pt x="477" y="855"/>
                    <a:pt x="478" y="856"/>
                    <a:pt x="479" y="856"/>
                  </a:cubicBezTo>
                  <a:cubicBezTo>
                    <a:pt x="479" y="856"/>
                    <a:pt x="480" y="857"/>
                    <a:pt x="481" y="860"/>
                  </a:cubicBezTo>
                  <a:cubicBezTo>
                    <a:pt x="481" y="860"/>
                    <a:pt x="481" y="862"/>
                    <a:pt x="481" y="862"/>
                  </a:cubicBezTo>
                  <a:cubicBezTo>
                    <a:pt x="481" y="862"/>
                    <a:pt x="480" y="864"/>
                    <a:pt x="482" y="863"/>
                  </a:cubicBezTo>
                  <a:cubicBezTo>
                    <a:pt x="482" y="863"/>
                    <a:pt x="483" y="863"/>
                    <a:pt x="483" y="864"/>
                  </a:cubicBezTo>
                  <a:cubicBezTo>
                    <a:pt x="483" y="864"/>
                    <a:pt x="483" y="867"/>
                    <a:pt x="483" y="868"/>
                  </a:cubicBezTo>
                  <a:cubicBezTo>
                    <a:pt x="483" y="868"/>
                    <a:pt x="484" y="869"/>
                    <a:pt x="484" y="870"/>
                  </a:cubicBezTo>
                  <a:cubicBezTo>
                    <a:pt x="484" y="870"/>
                    <a:pt x="484" y="871"/>
                    <a:pt x="484" y="871"/>
                  </a:cubicBezTo>
                  <a:cubicBezTo>
                    <a:pt x="484" y="871"/>
                    <a:pt x="485" y="871"/>
                    <a:pt x="485" y="871"/>
                  </a:cubicBezTo>
                  <a:cubicBezTo>
                    <a:pt x="485" y="871"/>
                    <a:pt x="486" y="876"/>
                    <a:pt x="485" y="876"/>
                  </a:cubicBezTo>
                  <a:close/>
                  <a:moveTo>
                    <a:pt x="482" y="834"/>
                  </a:moveTo>
                  <a:cubicBezTo>
                    <a:pt x="482" y="834"/>
                    <a:pt x="481" y="833"/>
                    <a:pt x="480" y="833"/>
                  </a:cubicBezTo>
                  <a:cubicBezTo>
                    <a:pt x="480" y="833"/>
                    <a:pt x="479" y="833"/>
                    <a:pt x="478" y="833"/>
                  </a:cubicBezTo>
                  <a:cubicBezTo>
                    <a:pt x="478" y="833"/>
                    <a:pt x="476" y="833"/>
                    <a:pt x="477" y="831"/>
                  </a:cubicBezTo>
                  <a:cubicBezTo>
                    <a:pt x="477" y="831"/>
                    <a:pt x="479" y="827"/>
                    <a:pt x="478" y="823"/>
                  </a:cubicBezTo>
                  <a:cubicBezTo>
                    <a:pt x="478" y="823"/>
                    <a:pt x="478" y="822"/>
                    <a:pt x="479" y="821"/>
                  </a:cubicBezTo>
                  <a:cubicBezTo>
                    <a:pt x="479" y="821"/>
                    <a:pt x="479" y="820"/>
                    <a:pt x="480" y="821"/>
                  </a:cubicBezTo>
                  <a:cubicBezTo>
                    <a:pt x="480" y="821"/>
                    <a:pt x="485" y="828"/>
                    <a:pt x="485" y="832"/>
                  </a:cubicBezTo>
                  <a:cubicBezTo>
                    <a:pt x="485" y="832"/>
                    <a:pt x="486" y="835"/>
                    <a:pt x="482" y="834"/>
                  </a:cubicBezTo>
                  <a:close/>
                  <a:moveTo>
                    <a:pt x="540" y="838"/>
                  </a:moveTo>
                  <a:cubicBezTo>
                    <a:pt x="540" y="838"/>
                    <a:pt x="539" y="842"/>
                    <a:pt x="537" y="843"/>
                  </a:cubicBezTo>
                  <a:cubicBezTo>
                    <a:pt x="537" y="843"/>
                    <a:pt x="536" y="844"/>
                    <a:pt x="536" y="846"/>
                  </a:cubicBezTo>
                  <a:cubicBezTo>
                    <a:pt x="536" y="846"/>
                    <a:pt x="533" y="852"/>
                    <a:pt x="531" y="853"/>
                  </a:cubicBezTo>
                  <a:cubicBezTo>
                    <a:pt x="531" y="853"/>
                    <a:pt x="528" y="855"/>
                    <a:pt x="529" y="857"/>
                  </a:cubicBezTo>
                  <a:cubicBezTo>
                    <a:pt x="529" y="857"/>
                    <a:pt x="533" y="860"/>
                    <a:pt x="532" y="864"/>
                  </a:cubicBezTo>
                  <a:cubicBezTo>
                    <a:pt x="532" y="864"/>
                    <a:pt x="532" y="865"/>
                    <a:pt x="531" y="865"/>
                  </a:cubicBezTo>
                  <a:cubicBezTo>
                    <a:pt x="531" y="865"/>
                    <a:pt x="530" y="866"/>
                    <a:pt x="529" y="866"/>
                  </a:cubicBezTo>
                  <a:cubicBezTo>
                    <a:pt x="529" y="866"/>
                    <a:pt x="528" y="866"/>
                    <a:pt x="528" y="866"/>
                  </a:cubicBezTo>
                  <a:cubicBezTo>
                    <a:pt x="528" y="866"/>
                    <a:pt x="524" y="868"/>
                    <a:pt x="522" y="868"/>
                  </a:cubicBezTo>
                  <a:cubicBezTo>
                    <a:pt x="522" y="868"/>
                    <a:pt x="520" y="868"/>
                    <a:pt x="517" y="868"/>
                  </a:cubicBezTo>
                  <a:cubicBezTo>
                    <a:pt x="517" y="868"/>
                    <a:pt x="517" y="867"/>
                    <a:pt x="516" y="868"/>
                  </a:cubicBezTo>
                  <a:cubicBezTo>
                    <a:pt x="516" y="868"/>
                    <a:pt x="512" y="873"/>
                    <a:pt x="507" y="869"/>
                  </a:cubicBezTo>
                  <a:cubicBezTo>
                    <a:pt x="507" y="869"/>
                    <a:pt x="506" y="868"/>
                    <a:pt x="505" y="867"/>
                  </a:cubicBezTo>
                  <a:cubicBezTo>
                    <a:pt x="504" y="867"/>
                    <a:pt x="503" y="866"/>
                    <a:pt x="502" y="866"/>
                  </a:cubicBezTo>
                  <a:cubicBezTo>
                    <a:pt x="502" y="866"/>
                    <a:pt x="496" y="862"/>
                    <a:pt x="494" y="861"/>
                  </a:cubicBezTo>
                  <a:cubicBezTo>
                    <a:pt x="494" y="861"/>
                    <a:pt x="490" y="858"/>
                    <a:pt x="490" y="856"/>
                  </a:cubicBezTo>
                  <a:cubicBezTo>
                    <a:pt x="490" y="856"/>
                    <a:pt x="489" y="853"/>
                    <a:pt x="487" y="853"/>
                  </a:cubicBezTo>
                  <a:cubicBezTo>
                    <a:pt x="487" y="853"/>
                    <a:pt x="486" y="853"/>
                    <a:pt x="486" y="851"/>
                  </a:cubicBezTo>
                  <a:cubicBezTo>
                    <a:pt x="486" y="851"/>
                    <a:pt x="486" y="851"/>
                    <a:pt x="486" y="851"/>
                  </a:cubicBezTo>
                  <a:cubicBezTo>
                    <a:pt x="486" y="851"/>
                    <a:pt x="486" y="851"/>
                    <a:pt x="486" y="850"/>
                  </a:cubicBezTo>
                  <a:cubicBezTo>
                    <a:pt x="486" y="850"/>
                    <a:pt x="485" y="849"/>
                    <a:pt x="487" y="846"/>
                  </a:cubicBezTo>
                  <a:cubicBezTo>
                    <a:pt x="487" y="846"/>
                    <a:pt x="489" y="844"/>
                    <a:pt x="491" y="843"/>
                  </a:cubicBezTo>
                  <a:cubicBezTo>
                    <a:pt x="491" y="843"/>
                    <a:pt x="495" y="839"/>
                    <a:pt x="498" y="837"/>
                  </a:cubicBezTo>
                  <a:cubicBezTo>
                    <a:pt x="498" y="837"/>
                    <a:pt x="499" y="836"/>
                    <a:pt x="500" y="835"/>
                  </a:cubicBezTo>
                  <a:cubicBezTo>
                    <a:pt x="501" y="834"/>
                    <a:pt x="502" y="833"/>
                    <a:pt x="502" y="833"/>
                  </a:cubicBezTo>
                  <a:cubicBezTo>
                    <a:pt x="502" y="833"/>
                    <a:pt x="504" y="831"/>
                    <a:pt x="506" y="830"/>
                  </a:cubicBezTo>
                  <a:cubicBezTo>
                    <a:pt x="506" y="830"/>
                    <a:pt x="509" y="829"/>
                    <a:pt x="509" y="828"/>
                  </a:cubicBezTo>
                  <a:cubicBezTo>
                    <a:pt x="509" y="828"/>
                    <a:pt x="509" y="825"/>
                    <a:pt x="509" y="824"/>
                  </a:cubicBezTo>
                  <a:cubicBezTo>
                    <a:pt x="507" y="809"/>
                    <a:pt x="507" y="809"/>
                    <a:pt x="507" y="809"/>
                  </a:cubicBezTo>
                  <a:cubicBezTo>
                    <a:pt x="507" y="809"/>
                    <a:pt x="507" y="808"/>
                    <a:pt x="508" y="809"/>
                  </a:cubicBezTo>
                  <a:cubicBezTo>
                    <a:pt x="508" y="809"/>
                    <a:pt x="509" y="809"/>
                    <a:pt x="510" y="809"/>
                  </a:cubicBezTo>
                  <a:cubicBezTo>
                    <a:pt x="510" y="809"/>
                    <a:pt x="512" y="808"/>
                    <a:pt x="513" y="812"/>
                  </a:cubicBezTo>
                  <a:cubicBezTo>
                    <a:pt x="513" y="812"/>
                    <a:pt x="515" y="816"/>
                    <a:pt x="516" y="820"/>
                  </a:cubicBezTo>
                  <a:cubicBezTo>
                    <a:pt x="516" y="820"/>
                    <a:pt x="516" y="825"/>
                    <a:pt x="516" y="826"/>
                  </a:cubicBezTo>
                  <a:cubicBezTo>
                    <a:pt x="516" y="826"/>
                    <a:pt x="516" y="828"/>
                    <a:pt x="518" y="828"/>
                  </a:cubicBezTo>
                  <a:cubicBezTo>
                    <a:pt x="518" y="828"/>
                    <a:pt x="520" y="828"/>
                    <a:pt x="523" y="828"/>
                  </a:cubicBezTo>
                  <a:cubicBezTo>
                    <a:pt x="527" y="829"/>
                    <a:pt x="531" y="829"/>
                    <a:pt x="533" y="829"/>
                  </a:cubicBezTo>
                  <a:cubicBezTo>
                    <a:pt x="533" y="829"/>
                    <a:pt x="537" y="830"/>
                    <a:pt x="541" y="835"/>
                  </a:cubicBezTo>
                  <a:cubicBezTo>
                    <a:pt x="541" y="835"/>
                    <a:pt x="542" y="835"/>
                    <a:pt x="540" y="838"/>
                  </a:cubicBezTo>
                  <a:close/>
                  <a:moveTo>
                    <a:pt x="604" y="809"/>
                  </a:moveTo>
                  <a:cubicBezTo>
                    <a:pt x="604" y="809"/>
                    <a:pt x="603" y="809"/>
                    <a:pt x="603" y="811"/>
                  </a:cubicBezTo>
                  <a:cubicBezTo>
                    <a:pt x="603" y="811"/>
                    <a:pt x="602" y="814"/>
                    <a:pt x="603" y="816"/>
                  </a:cubicBezTo>
                  <a:cubicBezTo>
                    <a:pt x="603" y="816"/>
                    <a:pt x="603" y="818"/>
                    <a:pt x="602" y="821"/>
                  </a:cubicBezTo>
                  <a:cubicBezTo>
                    <a:pt x="602" y="821"/>
                    <a:pt x="598" y="826"/>
                    <a:pt x="601" y="831"/>
                  </a:cubicBezTo>
                  <a:cubicBezTo>
                    <a:pt x="601" y="831"/>
                    <a:pt x="604" y="834"/>
                    <a:pt x="601" y="836"/>
                  </a:cubicBezTo>
                  <a:cubicBezTo>
                    <a:pt x="601" y="836"/>
                    <a:pt x="600" y="837"/>
                    <a:pt x="599" y="840"/>
                  </a:cubicBezTo>
                  <a:cubicBezTo>
                    <a:pt x="599" y="840"/>
                    <a:pt x="599" y="842"/>
                    <a:pt x="599" y="842"/>
                  </a:cubicBezTo>
                  <a:cubicBezTo>
                    <a:pt x="599" y="842"/>
                    <a:pt x="598" y="844"/>
                    <a:pt x="598" y="845"/>
                  </a:cubicBezTo>
                  <a:cubicBezTo>
                    <a:pt x="598" y="845"/>
                    <a:pt x="598" y="847"/>
                    <a:pt x="595" y="848"/>
                  </a:cubicBezTo>
                  <a:cubicBezTo>
                    <a:pt x="595" y="848"/>
                    <a:pt x="593" y="850"/>
                    <a:pt x="592" y="851"/>
                  </a:cubicBezTo>
                  <a:cubicBezTo>
                    <a:pt x="592" y="851"/>
                    <a:pt x="591" y="853"/>
                    <a:pt x="590" y="853"/>
                  </a:cubicBezTo>
                  <a:cubicBezTo>
                    <a:pt x="590" y="853"/>
                    <a:pt x="590" y="853"/>
                    <a:pt x="590" y="854"/>
                  </a:cubicBezTo>
                  <a:cubicBezTo>
                    <a:pt x="590" y="854"/>
                    <a:pt x="589" y="856"/>
                    <a:pt x="586" y="857"/>
                  </a:cubicBezTo>
                  <a:cubicBezTo>
                    <a:pt x="586" y="857"/>
                    <a:pt x="586" y="850"/>
                    <a:pt x="586" y="848"/>
                  </a:cubicBezTo>
                  <a:cubicBezTo>
                    <a:pt x="586" y="848"/>
                    <a:pt x="586" y="845"/>
                    <a:pt x="586" y="843"/>
                  </a:cubicBezTo>
                  <a:cubicBezTo>
                    <a:pt x="586" y="843"/>
                    <a:pt x="586" y="840"/>
                    <a:pt x="588" y="840"/>
                  </a:cubicBezTo>
                  <a:cubicBezTo>
                    <a:pt x="588" y="840"/>
                    <a:pt x="588" y="841"/>
                    <a:pt x="588" y="840"/>
                  </a:cubicBezTo>
                  <a:cubicBezTo>
                    <a:pt x="588" y="840"/>
                    <a:pt x="590" y="836"/>
                    <a:pt x="590" y="835"/>
                  </a:cubicBezTo>
                  <a:cubicBezTo>
                    <a:pt x="590" y="835"/>
                    <a:pt x="588" y="834"/>
                    <a:pt x="588" y="834"/>
                  </a:cubicBezTo>
                  <a:cubicBezTo>
                    <a:pt x="588" y="834"/>
                    <a:pt x="587" y="833"/>
                    <a:pt x="587" y="832"/>
                  </a:cubicBezTo>
                  <a:cubicBezTo>
                    <a:pt x="587" y="832"/>
                    <a:pt x="587" y="832"/>
                    <a:pt x="586" y="831"/>
                  </a:cubicBezTo>
                  <a:cubicBezTo>
                    <a:pt x="586" y="831"/>
                    <a:pt x="584" y="830"/>
                    <a:pt x="584" y="831"/>
                  </a:cubicBezTo>
                  <a:cubicBezTo>
                    <a:pt x="584" y="831"/>
                    <a:pt x="584" y="831"/>
                    <a:pt x="582" y="831"/>
                  </a:cubicBezTo>
                  <a:cubicBezTo>
                    <a:pt x="582" y="831"/>
                    <a:pt x="573" y="829"/>
                    <a:pt x="577" y="827"/>
                  </a:cubicBezTo>
                  <a:cubicBezTo>
                    <a:pt x="577" y="827"/>
                    <a:pt x="582" y="827"/>
                    <a:pt x="585" y="822"/>
                  </a:cubicBezTo>
                  <a:cubicBezTo>
                    <a:pt x="585" y="822"/>
                    <a:pt x="586" y="822"/>
                    <a:pt x="587" y="814"/>
                  </a:cubicBezTo>
                  <a:cubicBezTo>
                    <a:pt x="587" y="814"/>
                    <a:pt x="587" y="813"/>
                    <a:pt x="586" y="813"/>
                  </a:cubicBezTo>
                  <a:cubicBezTo>
                    <a:pt x="586" y="813"/>
                    <a:pt x="585" y="812"/>
                    <a:pt x="586" y="812"/>
                  </a:cubicBezTo>
                  <a:cubicBezTo>
                    <a:pt x="586" y="812"/>
                    <a:pt x="586" y="811"/>
                    <a:pt x="585" y="810"/>
                  </a:cubicBezTo>
                  <a:cubicBezTo>
                    <a:pt x="585" y="810"/>
                    <a:pt x="584" y="809"/>
                    <a:pt x="585" y="808"/>
                  </a:cubicBezTo>
                  <a:cubicBezTo>
                    <a:pt x="585" y="808"/>
                    <a:pt x="585" y="807"/>
                    <a:pt x="584" y="806"/>
                  </a:cubicBezTo>
                  <a:cubicBezTo>
                    <a:pt x="584" y="806"/>
                    <a:pt x="584" y="806"/>
                    <a:pt x="584" y="805"/>
                  </a:cubicBezTo>
                  <a:cubicBezTo>
                    <a:pt x="584" y="805"/>
                    <a:pt x="584" y="805"/>
                    <a:pt x="583" y="803"/>
                  </a:cubicBezTo>
                  <a:cubicBezTo>
                    <a:pt x="583" y="803"/>
                    <a:pt x="583" y="803"/>
                    <a:pt x="584" y="802"/>
                  </a:cubicBezTo>
                  <a:cubicBezTo>
                    <a:pt x="584" y="802"/>
                    <a:pt x="585" y="803"/>
                    <a:pt x="584" y="801"/>
                  </a:cubicBezTo>
                  <a:cubicBezTo>
                    <a:pt x="584" y="801"/>
                    <a:pt x="583" y="800"/>
                    <a:pt x="582" y="799"/>
                  </a:cubicBezTo>
                  <a:cubicBezTo>
                    <a:pt x="581" y="798"/>
                    <a:pt x="581" y="798"/>
                    <a:pt x="581" y="798"/>
                  </a:cubicBezTo>
                  <a:cubicBezTo>
                    <a:pt x="577" y="791"/>
                    <a:pt x="577" y="791"/>
                    <a:pt x="577" y="791"/>
                  </a:cubicBezTo>
                  <a:cubicBezTo>
                    <a:pt x="577" y="791"/>
                    <a:pt x="574" y="788"/>
                    <a:pt x="578" y="789"/>
                  </a:cubicBezTo>
                  <a:cubicBezTo>
                    <a:pt x="578" y="789"/>
                    <a:pt x="581" y="788"/>
                    <a:pt x="584" y="789"/>
                  </a:cubicBezTo>
                  <a:cubicBezTo>
                    <a:pt x="584" y="789"/>
                    <a:pt x="587" y="789"/>
                    <a:pt x="589" y="789"/>
                  </a:cubicBezTo>
                  <a:cubicBezTo>
                    <a:pt x="589" y="789"/>
                    <a:pt x="590" y="788"/>
                    <a:pt x="591" y="792"/>
                  </a:cubicBezTo>
                  <a:cubicBezTo>
                    <a:pt x="591" y="792"/>
                    <a:pt x="593" y="795"/>
                    <a:pt x="593" y="795"/>
                  </a:cubicBezTo>
                  <a:cubicBezTo>
                    <a:pt x="593" y="795"/>
                    <a:pt x="598" y="796"/>
                    <a:pt x="599" y="797"/>
                  </a:cubicBezTo>
                  <a:cubicBezTo>
                    <a:pt x="599" y="797"/>
                    <a:pt x="599" y="797"/>
                    <a:pt x="599" y="796"/>
                  </a:cubicBezTo>
                  <a:cubicBezTo>
                    <a:pt x="599" y="796"/>
                    <a:pt x="601" y="796"/>
                    <a:pt x="603" y="798"/>
                  </a:cubicBezTo>
                  <a:cubicBezTo>
                    <a:pt x="603" y="798"/>
                    <a:pt x="602" y="800"/>
                    <a:pt x="604" y="799"/>
                  </a:cubicBezTo>
                  <a:cubicBezTo>
                    <a:pt x="604" y="799"/>
                    <a:pt x="606" y="799"/>
                    <a:pt x="606" y="802"/>
                  </a:cubicBezTo>
                  <a:cubicBezTo>
                    <a:pt x="606" y="802"/>
                    <a:pt x="607" y="806"/>
                    <a:pt x="604" y="809"/>
                  </a:cubicBezTo>
                  <a:close/>
                  <a:moveTo>
                    <a:pt x="632" y="834"/>
                  </a:moveTo>
                  <a:cubicBezTo>
                    <a:pt x="632" y="834"/>
                    <a:pt x="631" y="837"/>
                    <a:pt x="628" y="838"/>
                  </a:cubicBezTo>
                  <a:cubicBezTo>
                    <a:pt x="628" y="838"/>
                    <a:pt x="626" y="839"/>
                    <a:pt x="624" y="839"/>
                  </a:cubicBezTo>
                  <a:cubicBezTo>
                    <a:pt x="624" y="839"/>
                    <a:pt x="622" y="839"/>
                    <a:pt x="622" y="838"/>
                  </a:cubicBezTo>
                  <a:cubicBezTo>
                    <a:pt x="622" y="838"/>
                    <a:pt x="621" y="838"/>
                    <a:pt x="620" y="839"/>
                  </a:cubicBezTo>
                  <a:cubicBezTo>
                    <a:pt x="620" y="839"/>
                    <a:pt x="619" y="839"/>
                    <a:pt x="618" y="837"/>
                  </a:cubicBezTo>
                  <a:cubicBezTo>
                    <a:pt x="618" y="837"/>
                    <a:pt x="616" y="836"/>
                    <a:pt x="616" y="834"/>
                  </a:cubicBezTo>
                  <a:cubicBezTo>
                    <a:pt x="616" y="834"/>
                    <a:pt x="616" y="831"/>
                    <a:pt x="615" y="829"/>
                  </a:cubicBezTo>
                  <a:cubicBezTo>
                    <a:pt x="615" y="829"/>
                    <a:pt x="613" y="824"/>
                    <a:pt x="616" y="825"/>
                  </a:cubicBezTo>
                  <a:cubicBezTo>
                    <a:pt x="616" y="825"/>
                    <a:pt x="617" y="825"/>
                    <a:pt x="619" y="824"/>
                  </a:cubicBezTo>
                  <a:cubicBezTo>
                    <a:pt x="619" y="824"/>
                    <a:pt x="622" y="825"/>
                    <a:pt x="626" y="826"/>
                  </a:cubicBezTo>
                  <a:cubicBezTo>
                    <a:pt x="626" y="826"/>
                    <a:pt x="629" y="828"/>
                    <a:pt x="630" y="828"/>
                  </a:cubicBezTo>
                  <a:cubicBezTo>
                    <a:pt x="630" y="828"/>
                    <a:pt x="632" y="828"/>
                    <a:pt x="632" y="831"/>
                  </a:cubicBezTo>
                  <a:cubicBezTo>
                    <a:pt x="632" y="831"/>
                    <a:pt x="632" y="832"/>
                    <a:pt x="632" y="833"/>
                  </a:cubicBezTo>
                  <a:cubicBezTo>
                    <a:pt x="632" y="833"/>
                    <a:pt x="632" y="834"/>
                    <a:pt x="632" y="834"/>
                  </a:cubicBezTo>
                  <a:close/>
                  <a:moveTo>
                    <a:pt x="667" y="773"/>
                  </a:moveTo>
                  <a:cubicBezTo>
                    <a:pt x="667" y="773"/>
                    <a:pt x="665" y="772"/>
                    <a:pt x="664" y="772"/>
                  </a:cubicBezTo>
                  <a:cubicBezTo>
                    <a:pt x="664" y="772"/>
                    <a:pt x="662" y="770"/>
                    <a:pt x="662" y="773"/>
                  </a:cubicBezTo>
                  <a:cubicBezTo>
                    <a:pt x="662" y="773"/>
                    <a:pt x="656" y="778"/>
                    <a:pt x="656" y="783"/>
                  </a:cubicBezTo>
                  <a:cubicBezTo>
                    <a:pt x="656" y="783"/>
                    <a:pt x="656" y="784"/>
                    <a:pt x="657" y="785"/>
                  </a:cubicBezTo>
                  <a:cubicBezTo>
                    <a:pt x="657" y="785"/>
                    <a:pt x="657" y="788"/>
                    <a:pt x="656" y="789"/>
                  </a:cubicBezTo>
                  <a:cubicBezTo>
                    <a:pt x="656" y="789"/>
                    <a:pt x="656" y="792"/>
                    <a:pt x="655" y="793"/>
                  </a:cubicBezTo>
                  <a:cubicBezTo>
                    <a:pt x="655" y="793"/>
                    <a:pt x="654" y="793"/>
                    <a:pt x="653" y="794"/>
                  </a:cubicBezTo>
                  <a:cubicBezTo>
                    <a:pt x="653" y="794"/>
                    <a:pt x="653" y="794"/>
                    <a:pt x="652" y="794"/>
                  </a:cubicBezTo>
                  <a:cubicBezTo>
                    <a:pt x="652" y="794"/>
                    <a:pt x="647" y="794"/>
                    <a:pt x="648" y="791"/>
                  </a:cubicBezTo>
                  <a:cubicBezTo>
                    <a:pt x="648" y="791"/>
                    <a:pt x="648" y="787"/>
                    <a:pt x="648" y="785"/>
                  </a:cubicBezTo>
                  <a:cubicBezTo>
                    <a:pt x="648" y="785"/>
                    <a:pt x="646" y="782"/>
                    <a:pt x="649" y="781"/>
                  </a:cubicBezTo>
                  <a:cubicBezTo>
                    <a:pt x="649" y="781"/>
                    <a:pt x="651" y="780"/>
                    <a:pt x="652" y="780"/>
                  </a:cubicBezTo>
                  <a:cubicBezTo>
                    <a:pt x="652" y="780"/>
                    <a:pt x="653" y="780"/>
                    <a:pt x="654" y="779"/>
                  </a:cubicBezTo>
                  <a:cubicBezTo>
                    <a:pt x="654" y="779"/>
                    <a:pt x="659" y="773"/>
                    <a:pt x="661" y="770"/>
                  </a:cubicBezTo>
                  <a:cubicBezTo>
                    <a:pt x="661" y="770"/>
                    <a:pt x="662" y="769"/>
                    <a:pt x="660" y="767"/>
                  </a:cubicBezTo>
                  <a:cubicBezTo>
                    <a:pt x="660" y="767"/>
                    <a:pt x="654" y="762"/>
                    <a:pt x="650" y="760"/>
                  </a:cubicBezTo>
                  <a:cubicBezTo>
                    <a:pt x="650" y="760"/>
                    <a:pt x="645" y="758"/>
                    <a:pt x="642" y="759"/>
                  </a:cubicBezTo>
                  <a:cubicBezTo>
                    <a:pt x="642" y="759"/>
                    <a:pt x="634" y="758"/>
                    <a:pt x="640" y="756"/>
                  </a:cubicBezTo>
                  <a:cubicBezTo>
                    <a:pt x="640" y="756"/>
                    <a:pt x="645" y="754"/>
                    <a:pt x="654" y="760"/>
                  </a:cubicBezTo>
                  <a:cubicBezTo>
                    <a:pt x="654" y="760"/>
                    <a:pt x="660" y="764"/>
                    <a:pt x="661" y="767"/>
                  </a:cubicBezTo>
                  <a:cubicBezTo>
                    <a:pt x="661" y="767"/>
                    <a:pt x="662" y="768"/>
                    <a:pt x="663" y="767"/>
                  </a:cubicBezTo>
                  <a:cubicBezTo>
                    <a:pt x="663" y="767"/>
                    <a:pt x="666" y="765"/>
                    <a:pt x="664" y="763"/>
                  </a:cubicBezTo>
                  <a:cubicBezTo>
                    <a:pt x="664" y="763"/>
                    <a:pt x="661" y="757"/>
                    <a:pt x="650" y="750"/>
                  </a:cubicBezTo>
                  <a:cubicBezTo>
                    <a:pt x="650" y="750"/>
                    <a:pt x="646" y="747"/>
                    <a:pt x="644" y="748"/>
                  </a:cubicBezTo>
                  <a:cubicBezTo>
                    <a:pt x="644" y="748"/>
                    <a:pt x="642" y="747"/>
                    <a:pt x="644" y="747"/>
                  </a:cubicBezTo>
                  <a:cubicBezTo>
                    <a:pt x="644" y="747"/>
                    <a:pt x="649" y="745"/>
                    <a:pt x="656" y="750"/>
                  </a:cubicBezTo>
                  <a:cubicBezTo>
                    <a:pt x="656" y="750"/>
                    <a:pt x="661" y="754"/>
                    <a:pt x="664" y="758"/>
                  </a:cubicBezTo>
                  <a:cubicBezTo>
                    <a:pt x="664" y="758"/>
                    <a:pt x="666" y="760"/>
                    <a:pt x="665" y="758"/>
                  </a:cubicBezTo>
                  <a:cubicBezTo>
                    <a:pt x="665" y="758"/>
                    <a:pt x="664" y="756"/>
                    <a:pt x="665" y="755"/>
                  </a:cubicBezTo>
                  <a:cubicBezTo>
                    <a:pt x="665" y="755"/>
                    <a:pt x="665" y="755"/>
                    <a:pt x="665" y="754"/>
                  </a:cubicBezTo>
                  <a:cubicBezTo>
                    <a:pt x="665" y="754"/>
                    <a:pt x="664" y="753"/>
                    <a:pt x="664" y="752"/>
                  </a:cubicBezTo>
                  <a:cubicBezTo>
                    <a:pt x="664" y="752"/>
                    <a:pt x="665" y="752"/>
                    <a:pt x="663" y="752"/>
                  </a:cubicBezTo>
                  <a:cubicBezTo>
                    <a:pt x="663" y="752"/>
                    <a:pt x="662" y="751"/>
                    <a:pt x="661" y="751"/>
                  </a:cubicBezTo>
                  <a:cubicBezTo>
                    <a:pt x="661" y="751"/>
                    <a:pt x="656" y="751"/>
                    <a:pt x="660" y="750"/>
                  </a:cubicBezTo>
                  <a:cubicBezTo>
                    <a:pt x="660" y="750"/>
                    <a:pt x="661" y="750"/>
                    <a:pt x="663" y="750"/>
                  </a:cubicBezTo>
                  <a:cubicBezTo>
                    <a:pt x="663" y="750"/>
                    <a:pt x="664" y="750"/>
                    <a:pt x="663" y="749"/>
                  </a:cubicBezTo>
                  <a:cubicBezTo>
                    <a:pt x="663" y="749"/>
                    <a:pt x="661" y="745"/>
                    <a:pt x="661" y="744"/>
                  </a:cubicBezTo>
                  <a:cubicBezTo>
                    <a:pt x="661" y="744"/>
                    <a:pt x="660" y="742"/>
                    <a:pt x="660" y="744"/>
                  </a:cubicBezTo>
                  <a:cubicBezTo>
                    <a:pt x="660" y="744"/>
                    <a:pt x="659" y="746"/>
                    <a:pt x="656" y="744"/>
                  </a:cubicBezTo>
                  <a:cubicBezTo>
                    <a:pt x="656" y="744"/>
                    <a:pt x="651" y="744"/>
                    <a:pt x="651" y="741"/>
                  </a:cubicBezTo>
                  <a:cubicBezTo>
                    <a:pt x="651" y="741"/>
                    <a:pt x="652" y="737"/>
                    <a:pt x="649" y="737"/>
                  </a:cubicBezTo>
                  <a:cubicBezTo>
                    <a:pt x="649" y="737"/>
                    <a:pt x="646" y="736"/>
                    <a:pt x="649" y="735"/>
                  </a:cubicBezTo>
                  <a:cubicBezTo>
                    <a:pt x="649" y="735"/>
                    <a:pt x="652" y="734"/>
                    <a:pt x="656" y="735"/>
                  </a:cubicBezTo>
                  <a:cubicBezTo>
                    <a:pt x="656" y="735"/>
                    <a:pt x="656" y="736"/>
                    <a:pt x="658" y="735"/>
                  </a:cubicBezTo>
                  <a:cubicBezTo>
                    <a:pt x="658" y="735"/>
                    <a:pt x="667" y="731"/>
                    <a:pt x="668" y="737"/>
                  </a:cubicBezTo>
                  <a:cubicBezTo>
                    <a:pt x="668" y="737"/>
                    <a:pt x="667" y="741"/>
                    <a:pt x="669" y="744"/>
                  </a:cubicBezTo>
                  <a:cubicBezTo>
                    <a:pt x="669" y="744"/>
                    <a:pt x="669" y="746"/>
                    <a:pt x="669" y="747"/>
                  </a:cubicBezTo>
                  <a:cubicBezTo>
                    <a:pt x="669" y="747"/>
                    <a:pt x="669" y="748"/>
                    <a:pt x="670" y="750"/>
                  </a:cubicBezTo>
                  <a:cubicBezTo>
                    <a:pt x="670" y="750"/>
                    <a:pt x="671" y="750"/>
                    <a:pt x="670" y="751"/>
                  </a:cubicBezTo>
                  <a:cubicBezTo>
                    <a:pt x="670" y="751"/>
                    <a:pt x="670" y="753"/>
                    <a:pt x="670" y="755"/>
                  </a:cubicBezTo>
                  <a:cubicBezTo>
                    <a:pt x="670" y="755"/>
                    <a:pt x="669" y="758"/>
                    <a:pt x="671" y="756"/>
                  </a:cubicBezTo>
                  <a:cubicBezTo>
                    <a:pt x="671" y="756"/>
                    <a:pt x="676" y="749"/>
                    <a:pt x="678" y="746"/>
                  </a:cubicBezTo>
                  <a:cubicBezTo>
                    <a:pt x="678" y="746"/>
                    <a:pt x="680" y="744"/>
                    <a:pt x="677" y="744"/>
                  </a:cubicBezTo>
                  <a:cubicBezTo>
                    <a:pt x="677" y="744"/>
                    <a:pt x="674" y="743"/>
                    <a:pt x="672" y="742"/>
                  </a:cubicBezTo>
                  <a:cubicBezTo>
                    <a:pt x="672" y="742"/>
                    <a:pt x="670" y="741"/>
                    <a:pt x="672" y="740"/>
                  </a:cubicBezTo>
                  <a:cubicBezTo>
                    <a:pt x="672" y="740"/>
                    <a:pt x="674" y="741"/>
                    <a:pt x="674" y="740"/>
                  </a:cubicBezTo>
                  <a:cubicBezTo>
                    <a:pt x="674" y="740"/>
                    <a:pt x="673" y="739"/>
                    <a:pt x="674" y="739"/>
                  </a:cubicBezTo>
                  <a:cubicBezTo>
                    <a:pt x="674" y="739"/>
                    <a:pt x="676" y="739"/>
                    <a:pt x="676" y="737"/>
                  </a:cubicBezTo>
                  <a:cubicBezTo>
                    <a:pt x="676" y="737"/>
                    <a:pt x="675" y="734"/>
                    <a:pt x="674" y="735"/>
                  </a:cubicBezTo>
                  <a:cubicBezTo>
                    <a:pt x="674" y="735"/>
                    <a:pt x="670" y="735"/>
                    <a:pt x="669" y="733"/>
                  </a:cubicBezTo>
                  <a:cubicBezTo>
                    <a:pt x="669" y="733"/>
                    <a:pt x="667" y="732"/>
                    <a:pt x="667" y="731"/>
                  </a:cubicBezTo>
                  <a:cubicBezTo>
                    <a:pt x="667" y="731"/>
                    <a:pt x="667" y="730"/>
                    <a:pt x="669" y="731"/>
                  </a:cubicBezTo>
                  <a:cubicBezTo>
                    <a:pt x="669" y="731"/>
                    <a:pt x="673" y="733"/>
                    <a:pt x="671" y="730"/>
                  </a:cubicBezTo>
                  <a:cubicBezTo>
                    <a:pt x="669" y="728"/>
                    <a:pt x="669" y="728"/>
                    <a:pt x="669" y="728"/>
                  </a:cubicBezTo>
                  <a:cubicBezTo>
                    <a:pt x="669" y="728"/>
                    <a:pt x="669" y="726"/>
                    <a:pt x="666" y="728"/>
                  </a:cubicBezTo>
                  <a:cubicBezTo>
                    <a:pt x="666" y="728"/>
                    <a:pt x="660" y="729"/>
                    <a:pt x="662" y="727"/>
                  </a:cubicBezTo>
                  <a:cubicBezTo>
                    <a:pt x="662" y="727"/>
                    <a:pt x="664" y="726"/>
                    <a:pt x="663" y="725"/>
                  </a:cubicBezTo>
                  <a:cubicBezTo>
                    <a:pt x="663" y="725"/>
                    <a:pt x="663" y="724"/>
                    <a:pt x="665" y="723"/>
                  </a:cubicBezTo>
                  <a:cubicBezTo>
                    <a:pt x="665" y="723"/>
                    <a:pt x="666" y="722"/>
                    <a:pt x="665" y="721"/>
                  </a:cubicBezTo>
                  <a:cubicBezTo>
                    <a:pt x="665" y="721"/>
                    <a:pt x="665" y="721"/>
                    <a:pt x="668" y="720"/>
                  </a:cubicBezTo>
                  <a:cubicBezTo>
                    <a:pt x="668" y="720"/>
                    <a:pt x="676" y="717"/>
                    <a:pt x="677" y="721"/>
                  </a:cubicBezTo>
                  <a:cubicBezTo>
                    <a:pt x="677" y="721"/>
                    <a:pt x="678" y="723"/>
                    <a:pt x="677" y="725"/>
                  </a:cubicBezTo>
                  <a:cubicBezTo>
                    <a:pt x="677" y="725"/>
                    <a:pt x="676" y="725"/>
                    <a:pt x="677" y="729"/>
                  </a:cubicBezTo>
                  <a:cubicBezTo>
                    <a:pt x="677" y="729"/>
                    <a:pt x="677" y="731"/>
                    <a:pt x="679" y="732"/>
                  </a:cubicBezTo>
                  <a:cubicBezTo>
                    <a:pt x="679" y="732"/>
                    <a:pt x="680" y="734"/>
                    <a:pt x="681" y="736"/>
                  </a:cubicBezTo>
                  <a:cubicBezTo>
                    <a:pt x="681" y="736"/>
                    <a:pt x="683" y="739"/>
                    <a:pt x="683" y="740"/>
                  </a:cubicBezTo>
                  <a:cubicBezTo>
                    <a:pt x="683" y="740"/>
                    <a:pt x="683" y="742"/>
                    <a:pt x="684" y="741"/>
                  </a:cubicBezTo>
                  <a:cubicBezTo>
                    <a:pt x="684" y="741"/>
                    <a:pt x="692" y="731"/>
                    <a:pt x="698" y="734"/>
                  </a:cubicBezTo>
                  <a:cubicBezTo>
                    <a:pt x="698" y="734"/>
                    <a:pt x="701" y="733"/>
                    <a:pt x="697" y="738"/>
                  </a:cubicBezTo>
                  <a:cubicBezTo>
                    <a:pt x="697" y="738"/>
                    <a:pt x="696" y="740"/>
                    <a:pt x="695" y="740"/>
                  </a:cubicBezTo>
                  <a:cubicBezTo>
                    <a:pt x="688" y="743"/>
                    <a:pt x="688" y="743"/>
                    <a:pt x="688" y="743"/>
                  </a:cubicBezTo>
                  <a:cubicBezTo>
                    <a:pt x="688" y="743"/>
                    <a:pt x="686" y="744"/>
                    <a:pt x="689" y="742"/>
                  </a:cubicBezTo>
                  <a:cubicBezTo>
                    <a:pt x="689" y="742"/>
                    <a:pt x="692" y="739"/>
                    <a:pt x="692" y="738"/>
                  </a:cubicBezTo>
                  <a:cubicBezTo>
                    <a:pt x="692" y="738"/>
                    <a:pt x="692" y="736"/>
                    <a:pt x="691" y="738"/>
                  </a:cubicBezTo>
                  <a:cubicBezTo>
                    <a:pt x="691" y="738"/>
                    <a:pt x="687" y="741"/>
                    <a:pt x="686" y="742"/>
                  </a:cubicBezTo>
                  <a:cubicBezTo>
                    <a:pt x="686" y="742"/>
                    <a:pt x="684" y="743"/>
                    <a:pt x="685" y="745"/>
                  </a:cubicBezTo>
                  <a:cubicBezTo>
                    <a:pt x="685" y="745"/>
                    <a:pt x="685" y="746"/>
                    <a:pt x="685" y="746"/>
                  </a:cubicBezTo>
                  <a:cubicBezTo>
                    <a:pt x="685" y="746"/>
                    <a:pt x="685" y="747"/>
                    <a:pt x="685" y="747"/>
                  </a:cubicBezTo>
                  <a:cubicBezTo>
                    <a:pt x="685" y="747"/>
                    <a:pt x="687" y="751"/>
                    <a:pt x="684" y="751"/>
                  </a:cubicBezTo>
                  <a:cubicBezTo>
                    <a:pt x="684" y="751"/>
                    <a:pt x="681" y="751"/>
                    <a:pt x="680" y="749"/>
                  </a:cubicBezTo>
                  <a:cubicBezTo>
                    <a:pt x="680" y="749"/>
                    <a:pt x="679" y="747"/>
                    <a:pt x="678" y="750"/>
                  </a:cubicBezTo>
                  <a:cubicBezTo>
                    <a:pt x="678" y="750"/>
                    <a:pt x="675" y="755"/>
                    <a:pt x="673" y="757"/>
                  </a:cubicBezTo>
                  <a:cubicBezTo>
                    <a:pt x="673" y="757"/>
                    <a:pt x="668" y="762"/>
                    <a:pt x="669" y="763"/>
                  </a:cubicBezTo>
                  <a:cubicBezTo>
                    <a:pt x="669" y="763"/>
                    <a:pt x="671" y="765"/>
                    <a:pt x="670" y="765"/>
                  </a:cubicBezTo>
                  <a:cubicBezTo>
                    <a:pt x="670" y="765"/>
                    <a:pt x="669" y="766"/>
                    <a:pt x="667" y="765"/>
                  </a:cubicBezTo>
                  <a:cubicBezTo>
                    <a:pt x="667" y="765"/>
                    <a:pt x="667" y="765"/>
                    <a:pt x="666" y="767"/>
                  </a:cubicBezTo>
                  <a:cubicBezTo>
                    <a:pt x="666" y="767"/>
                    <a:pt x="663" y="770"/>
                    <a:pt x="665" y="771"/>
                  </a:cubicBezTo>
                  <a:cubicBezTo>
                    <a:pt x="665" y="771"/>
                    <a:pt x="666" y="771"/>
                    <a:pt x="667" y="772"/>
                  </a:cubicBezTo>
                  <a:cubicBezTo>
                    <a:pt x="667" y="772"/>
                    <a:pt x="669" y="772"/>
                    <a:pt x="667" y="773"/>
                  </a:cubicBezTo>
                  <a:close/>
                  <a:moveTo>
                    <a:pt x="706" y="796"/>
                  </a:moveTo>
                  <a:cubicBezTo>
                    <a:pt x="706" y="796"/>
                    <a:pt x="706" y="797"/>
                    <a:pt x="706" y="799"/>
                  </a:cubicBezTo>
                  <a:cubicBezTo>
                    <a:pt x="706" y="799"/>
                    <a:pt x="706" y="800"/>
                    <a:pt x="705" y="801"/>
                  </a:cubicBezTo>
                  <a:cubicBezTo>
                    <a:pt x="695" y="808"/>
                    <a:pt x="695" y="808"/>
                    <a:pt x="695" y="808"/>
                  </a:cubicBezTo>
                  <a:cubicBezTo>
                    <a:pt x="695" y="808"/>
                    <a:pt x="694" y="807"/>
                    <a:pt x="693" y="809"/>
                  </a:cubicBezTo>
                  <a:cubicBezTo>
                    <a:pt x="693" y="809"/>
                    <a:pt x="693" y="808"/>
                    <a:pt x="692" y="808"/>
                  </a:cubicBezTo>
                  <a:cubicBezTo>
                    <a:pt x="692" y="808"/>
                    <a:pt x="692" y="808"/>
                    <a:pt x="692" y="809"/>
                  </a:cubicBezTo>
                  <a:cubicBezTo>
                    <a:pt x="692" y="809"/>
                    <a:pt x="690" y="808"/>
                    <a:pt x="690" y="809"/>
                  </a:cubicBezTo>
                  <a:cubicBezTo>
                    <a:pt x="684" y="810"/>
                    <a:pt x="684" y="810"/>
                    <a:pt x="684" y="810"/>
                  </a:cubicBezTo>
                  <a:cubicBezTo>
                    <a:pt x="684" y="810"/>
                    <a:pt x="682" y="810"/>
                    <a:pt x="685" y="809"/>
                  </a:cubicBezTo>
                  <a:cubicBezTo>
                    <a:pt x="685" y="809"/>
                    <a:pt x="692" y="807"/>
                    <a:pt x="688" y="807"/>
                  </a:cubicBezTo>
                  <a:cubicBezTo>
                    <a:pt x="688" y="807"/>
                    <a:pt x="686" y="806"/>
                    <a:pt x="688" y="806"/>
                  </a:cubicBezTo>
                  <a:cubicBezTo>
                    <a:pt x="688" y="806"/>
                    <a:pt x="695" y="801"/>
                    <a:pt x="697" y="796"/>
                  </a:cubicBezTo>
                  <a:cubicBezTo>
                    <a:pt x="697" y="796"/>
                    <a:pt x="704" y="785"/>
                    <a:pt x="695" y="779"/>
                  </a:cubicBezTo>
                  <a:cubicBezTo>
                    <a:pt x="695" y="779"/>
                    <a:pt x="691" y="779"/>
                    <a:pt x="688" y="784"/>
                  </a:cubicBezTo>
                  <a:cubicBezTo>
                    <a:pt x="688" y="784"/>
                    <a:pt x="686" y="789"/>
                    <a:pt x="683" y="790"/>
                  </a:cubicBezTo>
                  <a:cubicBezTo>
                    <a:pt x="683" y="790"/>
                    <a:pt x="678" y="789"/>
                    <a:pt x="675" y="787"/>
                  </a:cubicBezTo>
                  <a:cubicBezTo>
                    <a:pt x="675" y="787"/>
                    <a:pt x="672" y="786"/>
                    <a:pt x="675" y="786"/>
                  </a:cubicBezTo>
                  <a:cubicBezTo>
                    <a:pt x="675" y="786"/>
                    <a:pt x="676" y="786"/>
                    <a:pt x="678" y="784"/>
                  </a:cubicBezTo>
                  <a:cubicBezTo>
                    <a:pt x="678" y="784"/>
                    <a:pt x="681" y="783"/>
                    <a:pt x="681" y="782"/>
                  </a:cubicBezTo>
                  <a:cubicBezTo>
                    <a:pt x="681" y="782"/>
                    <a:pt x="683" y="779"/>
                    <a:pt x="685" y="777"/>
                  </a:cubicBezTo>
                  <a:cubicBezTo>
                    <a:pt x="685" y="777"/>
                    <a:pt x="688" y="775"/>
                    <a:pt x="689" y="773"/>
                  </a:cubicBezTo>
                  <a:cubicBezTo>
                    <a:pt x="689" y="773"/>
                    <a:pt x="689" y="771"/>
                    <a:pt x="687" y="772"/>
                  </a:cubicBezTo>
                  <a:cubicBezTo>
                    <a:pt x="687" y="772"/>
                    <a:pt x="683" y="776"/>
                    <a:pt x="679" y="769"/>
                  </a:cubicBezTo>
                  <a:cubicBezTo>
                    <a:pt x="679" y="769"/>
                    <a:pt x="679" y="761"/>
                    <a:pt x="678" y="764"/>
                  </a:cubicBezTo>
                  <a:cubicBezTo>
                    <a:pt x="678" y="764"/>
                    <a:pt x="676" y="769"/>
                    <a:pt x="673" y="770"/>
                  </a:cubicBezTo>
                  <a:cubicBezTo>
                    <a:pt x="673" y="770"/>
                    <a:pt x="671" y="771"/>
                    <a:pt x="669" y="770"/>
                  </a:cubicBezTo>
                  <a:cubicBezTo>
                    <a:pt x="669" y="770"/>
                    <a:pt x="666" y="769"/>
                    <a:pt x="669" y="769"/>
                  </a:cubicBezTo>
                  <a:cubicBezTo>
                    <a:pt x="669" y="769"/>
                    <a:pt x="672" y="768"/>
                    <a:pt x="674" y="764"/>
                  </a:cubicBezTo>
                  <a:cubicBezTo>
                    <a:pt x="674" y="764"/>
                    <a:pt x="676" y="761"/>
                    <a:pt x="676" y="759"/>
                  </a:cubicBezTo>
                  <a:cubicBezTo>
                    <a:pt x="676" y="759"/>
                    <a:pt x="675" y="758"/>
                    <a:pt x="678" y="757"/>
                  </a:cubicBezTo>
                  <a:cubicBezTo>
                    <a:pt x="678" y="757"/>
                    <a:pt x="684" y="752"/>
                    <a:pt x="688" y="755"/>
                  </a:cubicBezTo>
                  <a:cubicBezTo>
                    <a:pt x="688" y="755"/>
                    <a:pt x="689" y="757"/>
                    <a:pt x="688" y="760"/>
                  </a:cubicBezTo>
                  <a:cubicBezTo>
                    <a:pt x="688" y="760"/>
                    <a:pt x="687" y="762"/>
                    <a:pt x="690" y="765"/>
                  </a:cubicBezTo>
                  <a:cubicBezTo>
                    <a:pt x="690" y="765"/>
                    <a:pt x="694" y="767"/>
                    <a:pt x="695" y="766"/>
                  </a:cubicBezTo>
                  <a:cubicBezTo>
                    <a:pt x="695" y="766"/>
                    <a:pt x="700" y="762"/>
                    <a:pt x="702" y="763"/>
                  </a:cubicBezTo>
                  <a:cubicBezTo>
                    <a:pt x="702" y="763"/>
                    <a:pt x="706" y="763"/>
                    <a:pt x="705" y="766"/>
                  </a:cubicBezTo>
                  <a:cubicBezTo>
                    <a:pt x="705" y="766"/>
                    <a:pt x="704" y="768"/>
                    <a:pt x="704" y="769"/>
                  </a:cubicBezTo>
                  <a:cubicBezTo>
                    <a:pt x="704" y="769"/>
                    <a:pt x="704" y="769"/>
                    <a:pt x="702" y="770"/>
                  </a:cubicBezTo>
                  <a:cubicBezTo>
                    <a:pt x="702" y="770"/>
                    <a:pt x="699" y="772"/>
                    <a:pt x="702" y="775"/>
                  </a:cubicBezTo>
                  <a:cubicBezTo>
                    <a:pt x="707" y="782"/>
                    <a:pt x="707" y="782"/>
                    <a:pt x="707" y="782"/>
                  </a:cubicBezTo>
                  <a:cubicBezTo>
                    <a:pt x="707" y="782"/>
                    <a:pt x="709" y="788"/>
                    <a:pt x="708" y="793"/>
                  </a:cubicBezTo>
                  <a:cubicBezTo>
                    <a:pt x="708" y="793"/>
                    <a:pt x="707" y="795"/>
                    <a:pt x="706" y="796"/>
                  </a:cubicBezTo>
                  <a:close/>
                  <a:moveTo>
                    <a:pt x="452" y="787"/>
                  </a:moveTo>
                  <a:cubicBezTo>
                    <a:pt x="268" y="787"/>
                    <a:pt x="119" y="638"/>
                    <a:pt x="119" y="454"/>
                  </a:cubicBezTo>
                  <a:cubicBezTo>
                    <a:pt x="119" y="270"/>
                    <a:pt x="268" y="121"/>
                    <a:pt x="452" y="121"/>
                  </a:cubicBezTo>
                  <a:cubicBezTo>
                    <a:pt x="636" y="121"/>
                    <a:pt x="785" y="270"/>
                    <a:pt x="785" y="454"/>
                  </a:cubicBezTo>
                  <a:cubicBezTo>
                    <a:pt x="785" y="638"/>
                    <a:pt x="636" y="787"/>
                    <a:pt x="452" y="787"/>
                  </a:cubicBezTo>
                  <a:close/>
                  <a:moveTo>
                    <a:pt x="779" y="318"/>
                  </a:moveTo>
                  <a:cubicBezTo>
                    <a:pt x="776" y="310"/>
                    <a:pt x="775" y="303"/>
                    <a:pt x="778" y="296"/>
                  </a:cubicBezTo>
                  <a:cubicBezTo>
                    <a:pt x="780" y="290"/>
                    <a:pt x="785" y="285"/>
                    <a:pt x="793" y="282"/>
                  </a:cubicBezTo>
                  <a:cubicBezTo>
                    <a:pt x="798" y="280"/>
                    <a:pt x="802" y="279"/>
                    <a:pt x="806" y="279"/>
                  </a:cubicBezTo>
                  <a:cubicBezTo>
                    <a:pt x="809" y="279"/>
                    <a:pt x="812" y="280"/>
                    <a:pt x="815" y="281"/>
                  </a:cubicBezTo>
                  <a:cubicBezTo>
                    <a:pt x="817" y="283"/>
                    <a:pt x="820" y="284"/>
                    <a:pt x="822" y="286"/>
                  </a:cubicBezTo>
                  <a:cubicBezTo>
                    <a:pt x="824" y="289"/>
                    <a:pt x="827" y="293"/>
                    <a:pt x="828" y="297"/>
                  </a:cubicBezTo>
                  <a:cubicBezTo>
                    <a:pt x="832" y="305"/>
                    <a:pt x="832" y="312"/>
                    <a:pt x="829" y="318"/>
                  </a:cubicBezTo>
                  <a:cubicBezTo>
                    <a:pt x="827" y="325"/>
                    <a:pt x="822" y="330"/>
                    <a:pt x="814" y="333"/>
                  </a:cubicBezTo>
                  <a:cubicBezTo>
                    <a:pt x="806" y="336"/>
                    <a:pt x="799" y="336"/>
                    <a:pt x="793" y="333"/>
                  </a:cubicBezTo>
                  <a:cubicBezTo>
                    <a:pt x="787" y="331"/>
                    <a:pt x="782" y="325"/>
                    <a:pt x="779" y="318"/>
                  </a:cubicBezTo>
                  <a:close/>
                  <a:moveTo>
                    <a:pt x="841" y="337"/>
                  </a:moveTo>
                  <a:cubicBezTo>
                    <a:pt x="844" y="348"/>
                    <a:pt x="844" y="348"/>
                    <a:pt x="844" y="348"/>
                  </a:cubicBezTo>
                  <a:cubicBezTo>
                    <a:pt x="803" y="358"/>
                    <a:pt x="803" y="358"/>
                    <a:pt x="803" y="358"/>
                  </a:cubicBezTo>
                  <a:cubicBezTo>
                    <a:pt x="810" y="386"/>
                    <a:pt x="810" y="386"/>
                    <a:pt x="810" y="386"/>
                  </a:cubicBezTo>
                  <a:cubicBezTo>
                    <a:pt x="801" y="388"/>
                    <a:pt x="801" y="388"/>
                    <a:pt x="801" y="388"/>
                  </a:cubicBezTo>
                  <a:cubicBezTo>
                    <a:pt x="792" y="349"/>
                    <a:pt x="792" y="349"/>
                    <a:pt x="792" y="349"/>
                  </a:cubicBezTo>
                  <a:lnTo>
                    <a:pt x="841" y="337"/>
                  </a:lnTo>
                  <a:close/>
                  <a:moveTo>
                    <a:pt x="852" y="525"/>
                  </a:moveTo>
                  <a:cubicBezTo>
                    <a:pt x="816" y="528"/>
                    <a:pt x="816" y="528"/>
                    <a:pt x="816" y="528"/>
                  </a:cubicBezTo>
                  <a:cubicBezTo>
                    <a:pt x="848" y="545"/>
                    <a:pt x="848" y="545"/>
                    <a:pt x="848" y="545"/>
                  </a:cubicBezTo>
                  <a:cubicBezTo>
                    <a:pt x="845" y="562"/>
                    <a:pt x="845" y="562"/>
                    <a:pt x="845" y="562"/>
                  </a:cubicBezTo>
                  <a:cubicBezTo>
                    <a:pt x="794" y="552"/>
                    <a:pt x="794" y="552"/>
                    <a:pt x="794" y="552"/>
                  </a:cubicBezTo>
                  <a:cubicBezTo>
                    <a:pt x="796" y="541"/>
                    <a:pt x="796" y="541"/>
                    <a:pt x="796" y="541"/>
                  </a:cubicBezTo>
                  <a:cubicBezTo>
                    <a:pt x="836" y="549"/>
                    <a:pt x="836" y="549"/>
                    <a:pt x="836" y="549"/>
                  </a:cubicBezTo>
                  <a:cubicBezTo>
                    <a:pt x="798" y="530"/>
                    <a:pt x="798" y="530"/>
                    <a:pt x="798" y="530"/>
                  </a:cubicBezTo>
                  <a:cubicBezTo>
                    <a:pt x="801" y="519"/>
                    <a:pt x="801" y="519"/>
                    <a:pt x="801" y="519"/>
                  </a:cubicBezTo>
                  <a:cubicBezTo>
                    <a:pt x="843" y="516"/>
                    <a:pt x="843" y="516"/>
                    <a:pt x="843" y="516"/>
                  </a:cubicBezTo>
                  <a:cubicBezTo>
                    <a:pt x="803" y="508"/>
                    <a:pt x="803" y="508"/>
                    <a:pt x="803" y="508"/>
                  </a:cubicBezTo>
                  <a:cubicBezTo>
                    <a:pt x="805" y="498"/>
                    <a:pt x="805" y="498"/>
                    <a:pt x="805" y="498"/>
                  </a:cubicBezTo>
                  <a:cubicBezTo>
                    <a:pt x="856" y="508"/>
                    <a:pt x="856" y="508"/>
                    <a:pt x="856" y="508"/>
                  </a:cubicBezTo>
                  <a:lnTo>
                    <a:pt x="852" y="525"/>
                  </a:lnTo>
                  <a:close/>
                  <a:moveTo>
                    <a:pt x="816" y="474"/>
                  </a:moveTo>
                  <a:cubicBezTo>
                    <a:pt x="817" y="476"/>
                    <a:pt x="818" y="477"/>
                    <a:pt x="820" y="477"/>
                  </a:cubicBezTo>
                  <a:cubicBezTo>
                    <a:pt x="822" y="478"/>
                    <a:pt x="825" y="478"/>
                    <a:pt x="829" y="478"/>
                  </a:cubicBezTo>
                  <a:cubicBezTo>
                    <a:pt x="858" y="479"/>
                    <a:pt x="858" y="479"/>
                    <a:pt x="858" y="479"/>
                  </a:cubicBezTo>
                  <a:cubicBezTo>
                    <a:pt x="857" y="491"/>
                    <a:pt x="857" y="491"/>
                    <a:pt x="857" y="491"/>
                  </a:cubicBezTo>
                  <a:cubicBezTo>
                    <a:pt x="830" y="490"/>
                    <a:pt x="830" y="490"/>
                    <a:pt x="830" y="490"/>
                  </a:cubicBezTo>
                  <a:cubicBezTo>
                    <a:pt x="824" y="490"/>
                    <a:pt x="819" y="489"/>
                    <a:pt x="817" y="488"/>
                  </a:cubicBezTo>
                  <a:cubicBezTo>
                    <a:pt x="814" y="488"/>
                    <a:pt x="812" y="486"/>
                    <a:pt x="811" y="485"/>
                  </a:cubicBezTo>
                  <a:cubicBezTo>
                    <a:pt x="809" y="483"/>
                    <a:pt x="808" y="481"/>
                    <a:pt x="807" y="478"/>
                  </a:cubicBezTo>
                  <a:cubicBezTo>
                    <a:pt x="806" y="475"/>
                    <a:pt x="805" y="471"/>
                    <a:pt x="805" y="467"/>
                  </a:cubicBezTo>
                  <a:cubicBezTo>
                    <a:pt x="806" y="461"/>
                    <a:pt x="806" y="457"/>
                    <a:pt x="808" y="455"/>
                  </a:cubicBezTo>
                  <a:cubicBezTo>
                    <a:pt x="809" y="452"/>
                    <a:pt x="810" y="450"/>
                    <a:pt x="812" y="448"/>
                  </a:cubicBezTo>
                  <a:cubicBezTo>
                    <a:pt x="814" y="447"/>
                    <a:pt x="816" y="446"/>
                    <a:pt x="818" y="445"/>
                  </a:cubicBezTo>
                  <a:cubicBezTo>
                    <a:pt x="821" y="444"/>
                    <a:pt x="825" y="444"/>
                    <a:pt x="831" y="444"/>
                  </a:cubicBezTo>
                  <a:cubicBezTo>
                    <a:pt x="859" y="445"/>
                    <a:pt x="859" y="445"/>
                    <a:pt x="859" y="445"/>
                  </a:cubicBezTo>
                  <a:cubicBezTo>
                    <a:pt x="858" y="457"/>
                    <a:pt x="858" y="457"/>
                    <a:pt x="858" y="457"/>
                  </a:cubicBezTo>
                  <a:cubicBezTo>
                    <a:pt x="830" y="456"/>
                    <a:pt x="830" y="456"/>
                    <a:pt x="830" y="456"/>
                  </a:cubicBezTo>
                  <a:cubicBezTo>
                    <a:pt x="826" y="456"/>
                    <a:pt x="823" y="456"/>
                    <a:pt x="822" y="456"/>
                  </a:cubicBezTo>
                  <a:cubicBezTo>
                    <a:pt x="819" y="456"/>
                    <a:pt x="818" y="457"/>
                    <a:pt x="816" y="459"/>
                  </a:cubicBezTo>
                  <a:cubicBezTo>
                    <a:pt x="815" y="461"/>
                    <a:pt x="814" y="464"/>
                    <a:pt x="814" y="467"/>
                  </a:cubicBezTo>
                  <a:cubicBezTo>
                    <a:pt x="814" y="470"/>
                    <a:pt x="815" y="473"/>
                    <a:pt x="816" y="4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0" name="Freeform 68">
              <a:extLst>
                <a:ext uri="{FF2B5EF4-FFF2-40B4-BE49-F238E27FC236}">
                  <a16:creationId xmlns:a16="http://schemas.microsoft.com/office/drawing/2014/main" id="{D03EA49C-0014-44EE-981A-8EBA7CBBFDEA}"/>
                </a:ext>
              </a:extLst>
            </p:cNvPr>
            <p:cNvSpPr>
              <a:spLocks/>
            </p:cNvSpPr>
            <p:nvPr/>
          </p:nvSpPr>
          <p:spPr bwMode="auto">
            <a:xfrm>
              <a:off x="6087558" y="4249111"/>
              <a:ext cx="41275" cy="39688"/>
            </a:xfrm>
            <a:custGeom>
              <a:avLst/>
              <a:gdLst>
                <a:gd name="T0" fmla="*/ 13 w 22"/>
                <a:gd name="T1" fmla="*/ 20 h 21"/>
                <a:gd name="T2" fmla="*/ 17 w 22"/>
                <a:gd name="T3" fmla="*/ 20 h 21"/>
                <a:gd name="T4" fmla="*/ 21 w 22"/>
                <a:gd name="T5" fmla="*/ 17 h 21"/>
                <a:gd name="T6" fmla="*/ 22 w 22"/>
                <a:gd name="T7" fmla="*/ 13 h 21"/>
                <a:gd name="T8" fmla="*/ 19 w 22"/>
                <a:gd name="T9" fmla="*/ 8 h 21"/>
                <a:gd name="T10" fmla="*/ 13 w 22"/>
                <a:gd name="T11" fmla="*/ 3 h 21"/>
                <a:gd name="T12" fmla="*/ 8 w 22"/>
                <a:gd name="T13" fmla="*/ 0 h 21"/>
                <a:gd name="T14" fmla="*/ 0 w 22"/>
                <a:gd name="T15" fmla="*/ 12 h 21"/>
                <a:gd name="T16" fmla="*/ 5 w 22"/>
                <a:gd name="T17" fmla="*/ 16 h 21"/>
                <a:gd name="T18" fmla="*/ 13 w 22"/>
                <a:gd name="T19" fmla="*/ 2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 h="21">
                  <a:moveTo>
                    <a:pt x="13" y="20"/>
                  </a:moveTo>
                  <a:cubicBezTo>
                    <a:pt x="14" y="21"/>
                    <a:pt x="16" y="21"/>
                    <a:pt x="17" y="20"/>
                  </a:cubicBezTo>
                  <a:cubicBezTo>
                    <a:pt x="19" y="20"/>
                    <a:pt x="20" y="19"/>
                    <a:pt x="21" y="17"/>
                  </a:cubicBezTo>
                  <a:cubicBezTo>
                    <a:pt x="22" y="16"/>
                    <a:pt x="22" y="14"/>
                    <a:pt x="22" y="13"/>
                  </a:cubicBezTo>
                  <a:cubicBezTo>
                    <a:pt x="22" y="11"/>
                    <a:pt x="21" y="9"/>
                    <a:pt x="19" y="8"/>
                  </a:cubicBezTo>
                  <a:cubicBezTo>
                    <a:pt x="18" y="7"/>
                    <a:pt x="16" y="5"/>
                    <a:pt x="13" y="3"/>
                  </a:cubicBezTo>
                  <a:cubicBezTo>
                    <a:pt x="8" y="0"/>
                    <a:pt x="8" y="0"/>
                    <a:pt x="8" y="0"/>
                  </a:cubicBezTo>
                  <a:cubicBezTo>
                    <a:pt x="0" y="12"/>
                    <a:pt x="0" y="12"/>
                    <a:pt x="0" y="12"/>
                  </a:cubicBezTo>
                  <a:cubicBezTo>
                    <a:pt x="5" y="16"/>
                    <a:pt x="5" y="16"/>
                    <a:pt x="5" y="16"/>
                  </a:cubicBezTo>
                  <a:cubicBezTo>
                    <a:pt x="9" y="18"/>
                    <a:pt x="11" y="20"/>
                    <a:pt x="13"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1" name="Freeform 69">
              <a:extLst>
                <a:ext uri="{FF2B5EF4-FFF2-40B4-BE49-F238E27FC236}">
                  <a16:creationId xmlns:a16="http://schemas.microsoft.com/office/drawing/2014/main" id="{28C81247-07F6-4443-861F-F380CA393BDF}"/>
                </a:ext>
              </a:extLst>
            </p:cNvPr>
            <p:cNvSpPr>
              <a:spLocks/>
            </p:cNvSpPr>
            <p:nvPr/>
          </p:nvSpPr>
          <p:spPr bwMode="auto">
            <a:xfrm>
              <a:off x="5819270" y="5563561"/>
              <a:ext cx="33338" cy="52388"/>
            </a:xfrm>
            <a:custGeom>
              <a:avLst/>
              <a:gdLst>
                <a:gd name="T0" fmla="*/ 3 w 18"/>
                <a:gd name="T1" fmla="*/ 3 h 28"/>
                <a:gd name="T2" fmla="*/ 5 w 18"/>
                <a:gd name="T3" fmla="*/ 6 h 28"/>
                <a:gd name="T4" fmla="*/ 7 w 18"/>
                <a:gd name="T5" fmla="*/ 8 h 28"/>
                <a:gd name="T6" fmla="*/ 7 w 18"/>
                <a:gd name="T7" fmla="*/ 11 h 28"/>
                <a:gd name="T8" fmla="*/ 6 w 18"/>
                <a:gd name="T9" fmla="*/ 13 h 28"/>
                <a:gd name="T10" fmla="*/ 2 w 18"/>
                <a:gd name="T11" fmla="*/ 19 h 28"/>
                <a:gd name="T12" fmla="*/ 3 w 18"/>
                <a:gd name="T13" fmla="*/ 25 h 28"/>
                <a:gd name="T14" fmla="*/ 8 w 18"/>
                <a:gd name="T15" fmla="*/ 22 h 28"/>
                <a:gd name="T16" fmla="*/ 9 w 18"/>
                <a:gd name="T17" fmla="*/ 21 h 28"/>
                <a:gd name="T18" fmla="*/ 10 w 18"/>
                <a:gd name="T19" fmla="*/ 19 h 28"/>
                <a:gd name="T20" fmla="*/ 14 w 18"/>
                <a:gd name="T21" fmla="*/ 13 h 28"/>
                <a:gd name="T22" fmla="*/ 17 w 18"/>
                <a:gd name="T23" fmla="*/ 6 h 28"/>
                <a:gd name="T24" fmla="*/ 17 w 18"/>
                <a:gd name="T25" fmla="*/ 4 h 28"/>
                <a:gd name="T26" fmla="*/ 12 w 18"/>
                <a:gd name="T27" fmla="*/ 1 h 28"/>
                <a:gd name="T28" fmla="*/ 7 w 18"/>
                <a:gd name="T29" fmla="*/ 0 h 28"/>
                <a:gd name="T30" fmla="*/ 4 w 18"/>
                <a:gd name="T31" fmla="*/ 0 h 28"/>
                <a:gd name="T32" fmla="*/ 3 w 18"/>
                <a:gd name="T33" fmla="*/ 3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8" h="28">
                  <a:moveTo>
                    <a:pt x="3" y="3"/>
                  </a:moveTo>
                  <a:cubicBezTo>
                    <a:pt x="4" y="4"/>
                    <a:pt x="5" y="6"/>
                    <a:pt x="5" y="6"/>
                  </a:cubicBezTo>
                  <a:cubicBezTo>
                    <a:pt x="6" y="8"/>
                    <a:pt x="7" y="8"/>
                    <a:pt x="7" y="8"/>
                  </a:cubicBezTo>
                  <a:cubicBezTo>
                    <a:pt x="8" y="9"/>
                    <a:pt x="7" y="11"/>
                    <a:pt x="7" y="11"/>
                  </a:cubicBezTo>
                  <a:cubicBezTo>
                    <a:pt x="6" y="12"/>
                    <a:pt x="6" y="13"/>
                    <a:pt x="6" y="13"/>
                  </a:cubicBezTo>
                  <a:cubicBezTo>
                    <a:pt x="5" y="16"/>
                    <a:pt x="2" y="19"/>
                    <a:pt x="2" y="19"/>
                  </a:cubicBezTo>
                  <a:cubicBezTo>
                    <a:pt x="0" y="21"/>
                    <a:pt x="3" y="25"/>
                    <a:pt x="3" y="25"/>
                  </a:cubicBezTo>
                  <a:cubicBezTo>
                    <a:pt x="4" y="28"/>
                    <a:pt x="8" y="22"/>
                    <a:pt x="8" y="22"/>
                  </a:cubicBezTo>
                  <a:cubicBezTo>
                    <a:pt x="8" y="21"/>
                    <a:pt x="9" y="21"/>
                    <a:pt x="9" y="21"/>
                  </a:cubicBezTo>
                  <a:cubicBezTo>
                    <a:pt x="10" y="20"/>
                    <a:pt x="10" y="19"/>
                    <a:pt x="10" y="19"/>
                  </a:cubicBezTo>
                  <a:cubicBezTo>
                    <a:pt x="12" y="16"/>
                    <a:pt x="14" y="13"/>
                    <a:pt x="14" y="13"/>
                  </a:cubicBezTo>
                  <a:cubicBezTo>
                    <a:pt x="15" y="12"/>
                    <a:pt x="17" y="6"/>
                    <a:pt x="17" y="6"/>
                  </a:cubicBezTo>
                  <a:cubicBezTo>
                    <a:pt x="18" y="6"/>
                    <a:pt x="17" y="4"/>
                    <a:pt x="17" y="4"/>
                  </a:cubicBezTo>
                  <a:cubicBezTo>
                    <a:pt x="17" y="3"/>
                    <a:pt x="12" y="1"/>
                    <a:pt x="12" y="1"/>
                  </a:cubicBezTo>
                  <a:cubicBezTo>
                    <a:pt x="11" y="1"/>
                    <a:pt x="9" y="0"/>
                    <a:pt x="7" y="0"/>
                  </a:cubicBezTo>
                  <a:cubicBezTo>
                    <a:pt x="6" y="0"/>
                    <a:pt x="4" y="0"/>
                    <a:pt x="4" y="0"/>
                  </a:cubicBezTo>
                  <a:cubicBezTo>
                    <a:pt x="1" y="1"/>
                    <a:pt x="3" y="3"/>
                    <a:pt x="3"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2" name="Freeform 70">
              <a:extLst>
                <a:ext uri="{FF2B5EF4-FFF2-40B4-BE49-F238E27FC236}">
                  <a16:creationId xmlns:a16="http://schemas.microsoft.com/office/drawing/2014/main" id="{006FEBEF-16D8-43CF-8411-4654AA63EB1D}"/>
                </a:ext>
              </a:extLst>
            </p:cNvPr>
            <p:cNvSpPr>
              <a:spLocks/>
            </p:cNvSpPr>
            <p:nvPr/>
          </p:nvSpPr>
          <p:spPr bwMode="auto">
            <a:xfrm>
              <a:off x="6317745" y="4565023"/>
              <a:ext cx="68263" cy="63500"/>
            </a:xfrm>
            <a:custGeom>
              <a:avLst/>
              <a:gdLst>
                <a:gd name="T0" fmla="*/ 25 w 37"/>
                <a:gd name="T1" fmla="*/ 32 h 34"/>
                <a:gd name="T2" fmla="*/ 35 w 37"/>
                <a:gd name="T3" fmla="*/ 23 h 34"/>
                <a:gd name="T4" fmla="*/ 35 w 37"/>
                <a:gd name="T5" fmla="*/ 10 h 34"/>
                <a:gd name="T6" fmla="*/ 27 w 37"/>
                <a:gd name="T7" fmla="*/ 2 h 34"/>
                <a:gd name="T8" fmla="*/ 13 w 37"/>
                <a:gd name="T9" fmla="*/ 3 h 34"/>
                <a:gd name="T10" fmla="*/ 2 w 37"/>
                <a:gd name="T11" fmla="*/ 12 h 34"/>
                <a:gd name="T12" fmla="*/ 2 w 37"/>
                <a:gd name="T13" fmla="*/ 24 h 34"/>
                <a:gd name="T14" fmla="*/ 11 w 37"/>
                <a:gd name="T15" fmla="*/ 33 h 34"/>
                <a:gd name="T16" fmla="*/ 25 w 37"/>
                <a:gd name="T17" fmla="*/ 3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34">
                  <a:moveTo>
                    <a:pt x="25" y="32"/>
                  </a:moveTo>
                  <a:cubicBezTo>
                    <a:pt x="30" y="29"/>
                    <a:pt x="34" y="26"/>
                    <a:pt x="35" y="23"/>
                  </a:cubicBezTo>
                  <a:cubicBezTo>
                    <a:pt x="37" y="19"/>
                    <a:pt x="37" y="15"/>
                    <a:pt x="35" y="10"/>
                  </a:cubicBezTo>
                  <a:cubicBezTo>
                    <a:pt x="33" y="6"/>
                    <a:pt x="31" y="3"/>
                    <a:pt x="27" y="2"/>
                  </a:cubicBezTo>
                  <a:cubicBezTo>
                    <a:pt x="23" y="0"/>
                    <a:pt x="18" y="0"/>
                    <a:pt x="13" y="3"/>
                  </a:cubicBezTo>
                  <a:cubicBezTo>
                    <a:pt x="7" y="5"/>
                    <a:pt x="4" y="8"/>
                    <a:pt x="2" y="12"/>
                  </a:cubicBezTo>
                  <a:cubicBezTo>
                    <a:pt x="0" y="16"/>
                    <a:pt x="0" y="20"/>
                    <a:pt x="2" y="24"/>
                  </a:cubicBezTo>
                  <a:cubicBezTo>
                    <a:pt x="4" y="28"/>
                    <a:pt x="7" y="31"/>
                    <a:pt x="11" y="33"/>
                  </a:cubicBezTo>
                  <a:cubicBezTo>
                    <a:pt x="14" y="34"/>
                    <a:pt x="19" y="34"/>
                    <a:pt x="25" y="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sp>
        <p:nvSpPr>
          <p:cNvPr id="4" name="文本框 3">
            <a:extLst>
              <a:ext uri="{FF2B5EF4-FFF2-40B4-BE49-F238E27FC236}">
                <a16:creationId xmlns:a16="http://schemas.microsoft.com/office/drawing/2014/main" id="{66A19AAD-1CDF-4899-8D9B-772D397CF09A}"/>
              </a:ext>
            </a:extLst>
          </p:cNvPr>
          <p:cNvSpPr txBox="1"/>
          <p:nvPr userDrawn="1"/>
        </p:nvSpPr>
        <p:spPr>
          <a:xfrm>
            <a:off x="1043939" y="1761846"/>
            <a:ext cx="9758680" cy="1323439"/>
          </a:xfrm>
          <a:prstGeom prst="rect">
            <a:avLst/>
          </a:prstGeom>
          <a:noFill/>
        </p:spPr>
        <p:txBody>
          <a:bodyPr wrap="square" rtlCol="0">
            <a:spAutoFit/>
          </a:bodyPr>
          <a:lstStyle/>
          <a:p>
            <a:pPr algn="ctr"/>
            <a:r>
              <a:rPr lang="en-US" altLang="zh-CN" sz="8000" dirty="0">
                <a:gradFill>
                  <a:gsLst>
                    <a:gs pos="0">
                      <a:schemeClr val="accent1"/>
                    </a:gs>
                    <a:gs pos="100000">
                      <a:schemeClr val="bg1">
                        <a:alpha val="0"/>
                      </a:schemeClr>
                    </a:gs>
                  </a:gsLst>
                  <a:lin ang="5400000" scaled="1"/>
                </a:gradFill>
                <a:latin typeface="Impact" panose="020B0806030902050204" pitchFamily="34" charset="0"/>
              </a:rPr>
              <a:t>THANKS FOR LISTENING</a:t>
            </a:r>
            <a:endParaRPr lang="zh-CN" altLang="en-US" sz="8000" dirty="0">
              <a:gradFill>
                <a:gsLst>
                  <a:gs pos="0">
                    <a:schemeClr val="accent1"/>
                  </a:gs>
                  <a:gs pos="100000">
                    <a:schemeClr val="bg1">
                      <a:alpha val="0"/>
                    </a:schemeClr>
                  </a:gs>
                </a:gsLst>
                <a:lin ang="5400000" scaled="1"/>
              </a:gradFill>
              <a:latin typeface="Impact" panose="020B0806030902050204" pitchFamily="34" charset="0"/>
            </a:endParaRPr>
          </a:p>
        </p:txBody>
      </p:sp>
      <p:sp>
        <p:nvSpPr>
          <p:cNvPr id="2" name="标题 1">
            <a:extLst>
              <a:ext uri="{FF2B5EF4-FFF2-40B4-BE49-F238E27FC236}">
                <a16:creationId xmlns:a16="http://schemas.microsoft.com/office/drawing/2014/main" id="{ABB4B086-4071-4C4C-9FF8-B987D7306B9B}"/>
              </a:ext>
            </a:extLst>
          </p:cNvPr>
          <p:cNvSpPr>
            <a:spLocks noGrp="1"/>
          </p:cNvSpPr>
          <p:nvPr>
            <p:ph type="ctrTitle"/>
          </p:nvPr>
        </p:nvSpPr>
        <p:spPr>
          <a:xfrm>
            <a:off x="2002549" y="2332940"/>
            <a:ext cx="8186902" cy="833759"/>
          </a:xfrm>
        </p:spPr>
        <p:txBody>
          <a:bodyPr lIns="0" rIns="0" bIns="0" anchor="b" anchorCtr="0">
            <a:normAutofit/>
          </a:bodyPr>
          <a:lstStyle>
            <a:lvl1pPr algn="ctr">
              <a:defRPr lang="zh-CN" altLang="en-US" sz="4400" b="1" kern="1200" dirty="0">
                <a:solidFill>
                  <a:schemeClr val="tx1">
                    <a:lumMod val="95000"/>
                    <a:lumOff val="5000"/>
                  </a:schemeClr>
                </a:solidFill>
                <a:latin typeface="+mj-lt"/>
                <a:ea typeface="+mj-ea"/>
                <a:cs typeface="+mj-cs"/>
              </a:defRPr>
            </a:lvl1pPr>
          </a:lstStyle>
          <a:p>
            <a:r>
              <a:rPr lang="zh-CN" altLang="en-US" dirty="0"/>
              <a:t>单击此处编辑母版标题样式</a:t>
            </a:r>
          </a:p>
        </p:txBody>
      </p:sp>
      <p:sp>
        <p:nvSpPr>
          <p:cNvPr id="3" name="副标题 2">
            <a:extLst>
              <a:ext uri="{FF2B5EF4-FFF2-40B4-BE49-F238E27FC236}">
                <a16:creationId xmlns:a16="http://schemas.microsoft.com/office/drawing/2014/main" id="{14A60CE9-1EA3-4611-84E6-17C89EA4377F}"/>
              </a:ext>
            </a:extLst>
          </p:cNvPr>
          <p:cNvSpPr>
            <a:spLocks noGrp="1"/>
          </p:cNvSpPr>
          <p:nvPr>
            <p:ph type="subTitle" idx="1"/>
          </p:nvPr>
        </p:nvSpPr>
        <p:spPr>
          <a:xfrm>
            <a:off x="2002549" y="4013895"/>
            <a:ext cx="8186902" cy="472251"/>
          </a:xfrm>
        </p:spPr>
        <p:txBody>
          <a:bodyPr wrap="square" lIns="0" rIns="0" anchor="t" anchorCtr="0">
            <a:normAutofit/>
          </a:bodyPr>
          <a:lstStyle>
            <a:lvl1pPr marL="0" indent="0" algn="ctr">
              <a:buNone/>
              <a:defRPr sz="1800">
                <a:solidFill>
                  <a:schemeClr val="bg1">
                    <a:lumMod val="50000"/>
                  </a:schemeClr>
                </a:solidFill>
                <a:latin typeface="+mj-ea"/>
                <a:ea typeface="+mj-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p>
        </p:txBody>
      </p:sp>
      <p:pic>
        <p:nvPicPr>
          <p:cNvPr id="84" name="图片 83">
            <a:extLst>
              <a:ext uri="{FF2B5EF4-FFF2-40B4-BE49-F238E27FC236}">
                <a16:creationId xmlns:a16="http://schemas.microsoft.com/office/drawing/2014/main" id="{48F930BE-2181-49E9-923D-B47EE281802C}"/>
              </a:ext>
            </a:extLst>
          </p:cNvPr>
          <p:cNvPicPr>
            <a:picLocks noChangeAspect="1"/>
          </p:cNvPicPr>
          <p:nvPr userDrawn="1"/>
        </p:nvPicPr>
        <p:blipFill>
          <a:blip r:embed="rId2"/>
          <a:stretch>
            <a:fillRect/>
          </a:stretch>
        </p:blipFill>
        <p:spPr>
          <a:xfrm>
            <a:off x="5100338" y="5571410"/>
            <a:ext cx="1991324" cy="475325"/>
          </a:xfrm>
          <a:prstGeom prst="rect">
            <a:avLst/>
          </a:prstGeom>
        </p:spPr>
      </p:pic>
      <p:cxnSp>
        <p:nvCxnSpPr>
          <p:cNvPr id="85" name="直接连接符 84">
            <a:extLst>
              <a:ext uri="{FF2B5EF4-FFF2-40B4-BE49-F238E27FC236}">
                <a16:creationId xmlns:a16="http://schemas.microsoft.com/office/drawing/2014/main" id="{088BDD40-E24E-4746-A412-A7D5C0F30B2D}"/>
              </a:ext>
            </a:extLst>
          </p:cNvPr>
          <p:cNvCxnSpPr/>
          <p:nvPr userDrawn="1"/>
        </p:nvCxnSpPr>
        <p:spPr>
          <a:xfrm>
            <a:off x="5186680" y="3632200"/>
            <a:ext cx="1818640" cy="0"/>
          </a:xfrm>
          <a:prstGeom prst="line">
            <a:avLst/>
          </a:prstGeom>
          <a:ln w="190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031949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40550F8C-09E3-4442-8DC6-E0C639E8B1D8}"/>
              </a:ext>
            </a:extLst>
          </p:cNvPr>
          <p:cNvSpPr/>
          <p:nvPr userDrawn="1"/>
        </p:nvSpPr>
        <p:spPr>
          <a:xfrm>
            <a:off x="0" y="0"/>
            <a:ext cx="12192000" cy="6492875"/>
          </a:xfrm>
          <a:prstGeom prst="rect">
            <a:avLst/>
          </a:prstGeom>
          <a:solidFill>
            <a:schemeClr val="bg1">
              <a:alpha val="93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latin typeface="Microsoft YaHei UI" panose="020B0503020204020204" pitchFamily="34" charset="-122"/>
              <a:ea typeface="Microsoft YaHei UI" panose="020B0503020204020204" pitchFamily="34" charset="-122"/>
            </a:endParaRPr>
          </a:p>
        </p:txBody>
      </p:sp>
      <p:sp>
        <p:nvSpPr>
          <p:cNvPr id="2" name="标题 1">
            <a:extLst>
              <a:ext uri="{FF2B5EF4-FFF2-40B4-BE49-F238E27FC236}">
                <a16:creationId xmlns:a16="http://schemas.microsoft.com/office/drawing/2014/main" id="{F3F78BD0-F462-4621-8C34-D1893B6B97AE}"/>
              </a:ext>
            </a:extLst>
          </p:cNvPr>
          <p:cNvSpPr>
            <a:spLocks noGrp="1"/>
          </p:cNvSpPr>
          <p:nvPr>
            <p:ph type="title"/>
          </p:nvPr>
        </p:nvSpPr>
        <p:spPr>
          <a:xfrm>
            <a:off x="792481" y="574395"/>
            <a:ext cx="7315200" cy="341874"/>
          </a:xfrm>
        </p:spPr>
        <p:txBody>
          <a:bodyPr lIns="0" tIns="0" rIns="0" bIns="0">
            <a:noAutofit/>
          </a:bodyPr>
          <a:lstStyle>
            <a:lvl1pPr>
              <a:defRPr sz="2600" b="1">
                <a:solidFill>
                  <a:schemeClr val="tx1"/>
                </a:solidFill>
              </a:defRPr>
            </a:lvl1pPr>
          </a:lstStyle>
          <a:p>
            <a:r>
              <a:rPr lang="zh-CN" altLang="en-US" dirty="0"/>
              <a:t>单击此处编辑母版标题样式</a:t>
            </a:r>
          </a:p>
        </p:txBody>
      </p:sp>
      <p:sp>
        <p:nvSpPr>
          <p:cNvPr id="3" name="内容占位符 2">
            <a:extLst>
              <a:ext uri="{FF2B5EF4-FFF2-40B4-BE49-F238E27FC236}">
                <a16:creationId xmlns:a16="http://schemas.microsoft.com/office/drawing/2014/main" id="{383BA538-016A-4651-BD25-C4067E19EB84}"/>
              </a:ext>
            </a:extLst>
          </p:cNvPr>
          <p:cNvSpPr>
            <a:spLocks noGrp="1"/>
          </p:cNvSpPr>
          <p:nvPr>
            <p:ph idx="1"/>
          </p:nvPr>
        </p:nvSpPr>
        <p:spPr>
          <a:xfrm>
            <a:off x="660400" y="1165224"/>
            <a:ext cx="10858500" cy="4737731"/>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矩形 6">
            <a:extLst>
              <a:ext uri="{FF2B5EF4-FFF2-40B4-BE49-F238E27FC236}">
                <a16:creationId xmlns:a16="http://schemas.microsoft.com/office/drawing/2014/main" id="{273664E7-E6D5-4929-9178-9AD3110374FA}"/>
              </a:ext>
            </a:extLst>
          </p:cNvPr>
          <p:cNvSpPr/>
          <p:nvPr userDrawn="1"/>
        </p:nvSpPr>
        <p:spPr>
          <a:xfrm>
            <a:off x="0" y="6492875"/>
            <a:ext cx="12192000" cy="365125"/>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a:extLst>
              <a:ext uri="{FF2B5EF4-FFF2-40B4-BE49-F238E27FC236}">
                <a16:creationId xmlns:a16="http://schemas.microsoft.com/office/drawing/2014/main" id="{CC1AFDE3-17F7-4C68-81A1-E196F75F6412}"/>
              </a:ext>
            </a:extLst>
          </p:cNvPr>
          <p:cNvPicPr>
            <a:picLocks noChangeAspect="1"/>
          </p:cNvPicPr>
          <p:nvPr userDrawn="1"/>
        </p:nvPicPr>
        <p:blipFill>
          <a:blip r:embed="rId2"/>
          <a:stretch>
            <a:fillRect/>
          </a:stretch>
        </p:blipFill>
        <p:spPr>
          <a:xfrm>
            <a:off x="673100" y="6580054"/>
            <a:ext cx="1330959" cy="203465"/>
          </a:xfrm>
          <a:prstGeom prst="rect">
            <a:avLst/>
          </a:prstGeom>
        </p:spPr>
      </p:pic>
      <p:pic>
        <p:nvPicPr>
          <p:cNvPr id="9" name="图片 8">
            <a:extLst>
              <a:ext uri="{FF2B5EF4-FFF2-40B4-BE49-F238E27FC236}">
                <a16:creationId xmlns:a16="http://schemas.microsoft.com/office/drawing/2014/main" id="{F17405B7-37A0-4A9E-87D3-E7F07F5B2459}"/>
              </a:ext>
            </a:extLst>
          </p:cNvPr>
          <p:cNvPicPr>
            <a:picLocks noChangeAspect="1"/>
          </p:cNvPicPr>
          <p:nvPr userDrawn="1"/>
        </p:nvPicPr>
        <p:blipFill>
          <a:blip r:embed="rId3"/>
          <a:stretch>
            <a:fillRect/>
          </a:stretch>
        </p:blipFill>
        <p:spPr>
          <a:xfrm>
            <a:off x="9997440" y="530517"/>
            <a:ext cx="1521460" cy="380209"/>
          </a:xfrm>
          <a:prstGeom prst="rect">
            <a:avLst/>
          </a:prstGeom>
        </p:spPr>
      </p:pic>
      <p:pic>
        <p:nvPicPr>
          <p:cNvPr id="12" name="图片 11">
            <a:extLst>
              <a:ext uri="{FF2B5EF4-FFF2-40B4-BE49-F238E27FC236}">
                <a16:creationId xmlns:a16="http://schemas.microsoft.com/office/drawing/2014/main" id="{A4F36DF7-8FB7-494A-AB7D-676726F71429}"/>
              </a:ext>
            </a:extLst>
          </p:cNvPr>
          <p:cNvPicPr>
            <a:picLocks noChangeAspect="1"/>
          </p:cNvPicPr>
          <p:nvPr userDrawn="1"/>
        </p:nvPicPr>
        <p:blipFill>
          <a:blip r:embed="rId4"/>
          <a:stretch>
            <a:fillRect/>
          </a:stretch>
        </p:blipFill>
        <p:spPr>
          <a:xfrm>
            <a:off x="8610600" y="6626002"/>
            <a:ext cx="2908300" cy="111568"/>
          </a:xfrm>
          <a:prstGeom prst="rect">
            <a:avLst/>
          </a:prstGeom>
        </p:spPr>
      </p:pic>
      <p:sp>
        <p:nvSpPr>
          <p:cNvPr id="13" name="Freeform 52">
            <a:extLst>
              <a:ext uri="{FF2B5EF4-FFF2-40B4-BE49-F238E27FC236}">
                <a16:creationId xmlns:a16="http://schemas.microsoft.com/office/drawing/2014/main" id="{8C821F99-9CAC-4AF4-A510-C489D83FB6B7}"/>
              </a:ext>
            </a:extLst>
          </p:cNvPr>
          <p:cNvSpPr>
            <a:spLocks noEditPoints="1"/>
          </p:cNvSpPr>
          <p:nvPr userDrawn="1"/>
        </p:nvSpPr>
        <p:spPr bwMode="auto">
          <a:xfrm>
            <a:off x="114520" y="450603"/>
            <a:ext cx="563441" cy="659948"/>
          </a:xfrm>
          <a:custGeom>
            <a:avLst/>
            <a:gdLst>
              <a:gd name="T0" fmla="*/ 342 w 495"/>
              <a:gd name="T1" fmla="*/ 490 h 581"/>
              <a:gd name="T2" fmla="*/ 267 w 495"/>
              <a:gd name="T3" fmla="*/ 393 h 581"/>
              <a:gd name="T4" fmla="*/ 155 w 495"/>
              <a:gd name="T5" fmla="*/ 426 h 581"/>
              <a:gd name="T6" fmla="*/ 159 w 495"/>
              <a:gd name="T7" fmla="*/ 351 h 581"/>
              <a:gd name="T8" fmla="*/ 108 w 495"/>
              <a:gd name="T9" fmla="*/ 266 h 581"/>
              <a:gd name="T10" fmla="*/ 118 w 495"/>
              <a:gd name="T11" fmla="*/ 114 h 581"/>
              <a:gd name="T12" fmla="*/ 157 w 495"/>
              <a:gd name="T13" fmla="*/ 118 h 581"/>
              <a:gd name="T14" fmla="*/ 168 w 495"/>
              <a:gd name="T15" fmla="*/ 129 h 581"/>
              <a:gd name="T16" fmla="*/ 173 w 495"/>
              <a:gd name="T17" fmla="*/ 168 h 581"/>
              <a:gd name="T18" fmla="*/ 68 w 495"/>
              <a:gd name="T19" fmla="*/ 266 h 581"/>
              <a:gd name="T20" fmla="*/ 153 w 495"/>
              <a:gd name="T21" fmla="*/ 111 h 581"/>
              <a:gd name="T22" fmla="*/ 142 w 495"/>
              <a:gd name="T23" fmla="*/ 149 h 581"/>
              <a:gd name="T24" fmla="*/ 181 w 495"/>
              <a:gd name="T25" fmla="*/ 133 h 581"/>
              <a:gd name="T26" fmla="*/ 182 w 495"/>
              <a:gd name="T27" fmla="*/ 47 h 581"/>
              <a:gd name="T28" fmla="*/ 197 w 495"/>
              <a:gd name="T29" fmla="*/ 282 h 581"/>
              <a:gd name="T30" fmla="*/ 199 w 495"/>
              <a:gd name="T31" fmla="*/ 136 h 581"/>
              <a:gd name="T32" fmla="*/ 201 w 495"/>
              <a:gd name="T33" fmla="*/ 5 h 581"/>
              <a:gd name="T34" fmla="*/ 212 w 495"/>
              <a:gd name="T35" fmla="*/ 61 h 581"/>
              <a:gd name="T36" fmla="*/ 256 w 495"/>
              <a:gd name="T37" fmla="*/ 145 h 581"/>
              <a:gd name="T38" fmla="*/ 279 w 495"/>
              <a:gd name="T39" fmla="*/ 84 h 581"/>
              <a:gd name="T40" fmla="*/ 358 w 495"/>
              <a:gd name="T41" fmla="*/ 54 h 581"/>
              <a:gd name="T42" fmla="*/ 412 w 495"/>
              <a:gd name="T43" fmla="*/ 93 h 581"/>
              <a:gd name="T44" fmla="*/ 431 w 495"/>
              <a:gd name="T45" fmla="*/ 95 h 581"/>
              <a:gd name="T46" fmla="*/ 463 w 495"/>
              <a:gd name="T47" fmla="*/ 155 h 581"/>
              <a:gd name="T48" fmla="*/ 222 w 495"/>
              <a:gd name="T49" fmla="*/ 279 h 581"/>
              <a:gd name="T50" fmla="*/ 350 w 495"/>
              <a:gd name="T51" fmla="*/ 257 h 581"/>
              <a:gd name="T52" fmla="*/ 398 w 495"/>
              <a:gd name="T53" fmla="*/ 210 h 581"/>
              <a:gd name="T54" fmla="*/ 407 w 495"/>
              <a:gd name="T55" fmla="*/ 219 h 581"/>
              <a:gd name="T56" fmla="*/ 412 w 495"/>
              <a:gd name="T57" fmla="*/ 451 h 581"/>
              <a:gd name="T58" fmla="*/ 406 w 495"/>
              <a:gd name="T59" fmla="*/ 320 h 581"/>
              <a:gd name="T60" fmla="*/ 469 w 495"/>
              <a:gd name="T61" fmla="*/ 184 h 581"/>
              <a:gd name="T62" fmla="*/ 460 w 495"/>
              <a:gd name="T63" fmla="*/ 233 h 581"/>
              <a:gd name="T64" fmla="*/ 384 w 495"/>
              <a:gd name="T65" fmla="*/ 222 h 581"/>
              <a:gd name="T66" fmla="*/ 421 w 495"/>
              <a:gd name="T67" fmla="*/ 188 h 581"/>
              <a:gd name="T68" fmla="*/ 364 w 495"/>
              <a:gd name="T69" fmla="*/ 225 h 581"/>
              <a:gd name="T70" fmla="*/ 361 w 495"/>
              <a:gd name="T71" fmla="*/ 188 h 581"/>
              <a:gd name="T72" fmla="*/ 387 w 495"/>
              <a:gd name="T73" fmla="*/ 356 h 581"/>
              <a:gd name="T74" fmla="*/ 220 w 495"/>
              <a:gd name="T75" fmla="*/ 351 h 581"/>
              <a:gd name="T76" fmla="*/ 236 w 495"/>
              <a:gd name="T77" fmla="*/ 315 h 581"/>
              <a:gd name="T78" fmla="*/ 207 w 495"/>
              <a:gd name="T79" fmla="*/ 171 h 581"/>
              <a:gd name="T80" fmla="*/ 239 w 495"/>
              <a:gd name="T81" fmla="*/ 166 h 581"/>
              <a:gd name="T82" fmla="*/ 252 w 495"/>
              <a:gd name="T83" fmla="*/ 158 h 581"/>
              <a:gd name="T84" fmla="*/ 270 w 495"/>
              <a:gd name="T85" fmla="*/ 130 h 581"/>
              <a:gd name="T86" fmla="*/ 279 w 495"/>
              <a:gd name="T87" fmla="*/ 100 h 581"/>
              <a:gd name="T88" fmla="*/ 394 w 495"/>
              <a:gd name="T89" fmla="*/ 130 h 581"/>
              <a:gd name="T90" fmla="*/ 438 w 495"/>
              <a:gd name="T91" fmla="*/ 100 h 581"/>
              <a:gd name="T92" fmla="*/ 439 w 495"/>
              <a:gd name="T93" fmla="*/ 153 h 581"/>
              <a:gd name="T94" fmla="*/ 457 w 495"/>
              <a:gd name="T95" fmla="*/ 159 h 581"/>
              <a:gd name="T96" fmla="*/ 475 w 495"/>
              <a:gd name="T97" fmla="*/ 100 h 581"/>
              <a:gd name="T98" fmla="*/ 456 w 495"/>
              <a:gd name="T99" fmla="*/ 80 h 581"/>
              <a:gd name="T100" fmla="*/ 344 w 495"/>
              <a:gd name="T101" fmla="*/ 34 h 581"/>
              <a:gd name="T102" fmla="*/ 207 w 495"/>
              <a:gd name="T103" fmla="*/ 0 h 581"/>
              <a:gd name="T104" fmla="*/ 173 w 495"/>
              <a:gd name="T105" fmla="*/ 7 h 581"/>
              <a:gd name="T106" fmla="*/ 144 w 495"/>
              <a:gd name="T107" fmla="*/ 23 h 581"/>
              <a:gd name="T108" fmla="*/ 122 w 495"/>
              <a:gd name="T109" fmla="*/ 51 h 581"/>
              <a:gd name="T110" fmla="*/ 149 w 495"/>
              <a:gd name="T111" fmla="*/ 82 h 581"/>
              <a:gd name="T112" fmla="*/ 59 w 495"/>
              <a:gd name="T113" fmla="*/ 98 h 581"/>
              <a:gd name="T114" fmla="*/ 108 w 495"/>
              <a:gd name="T115" fmla="*/ 286 h 581"/>
              <a:gd name="T116" fmla="*/ 153 w 495"/>
              <a:gd name="T117" fmla="*/ 307 h 581"/>
              <a:gd name="T118" fmla="*/ 103 w 495"/>
              <a:gd name="T119" fmla="*/ 418 h 581"/>
              <a:gd name="T120" fmla="*/ 495 w 495"/>
              <a:gd name="T121" fmla="*/ 512 h 5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95" h="581">
                <a:moveTo>
                  <a:pt x="370" y="368"/>
                </a:moveTo>
                <a:cubicBezTo>
                  <a:pt x="334" y="361"/>
                  <a:pt x="334" y="361"/>
                  <a:pt x="334" y="361"/>
                </a:cubicBezTo>
                <a:cubicBezTo>
                  <a:pt x="290" y="370"/>
                  <a:pt x="290" y="370"/>
                  <a:pt x="290" y="370"/>
                </a:cubicBezTo>
                <a:cubicBezTo>
                  <a:pt x="299" y="361"/>
                  <a:pt x="299" y="361"/>
                  <a:pt x="299" y="361"/>
                </a:cubicBezTo>
                <a:cubicBezTo>
                  <a:pt x="338" y="349"/>
                  <a:pt x="338" y="349"/>
                  <a:pt x="338" y="349"/>
                </a:cubicBezTo>
                <a:cubicBezTo>
                  <a:pt x="377" y="362"/>
                  <a:pt x="377" y="362"/>
                  <a:pt x="377" y="362"/>
                </a:cubicBezTo>
                <a:lnTo>
                  <a:pt x="370" y="368"/>
                </a:lnTo>
                <a:close/>
                <a:moveTo>
                  <a:pt x="342" y="490"/>
                </a:moveTo>
                <a:cubicBezTo>
                  <a:pt x="338" y="469"/>
                  <a:pt x="338" y="469"/>
                  <a:pt x="338" y="469"/>
                </a:cubicBezTo>
                <a:cubicBezTo>
                  <a:pt x="350" y="422"/>
                  <a:pt x="350" y="422"/>
                  <a:pt x="350" y="422"/>
                </a:cubicBezTo>
                <a:cubicBezTo>
                  <a:pt x="350" y="422"/>
                  <a:pt x="350" y="422"/>
                  <a:pt x="350" y="422"/>
                </a:cubicBezTo>
                <a:cubicBezTo>
                  <a:pt x="350" y="422"/>
                  <a:pt x="350" y="422"/>
                  <a:pt x="350" y="422"/>
                </a:cubicBezTo>
                <a:cubicBezTo>
                  <a:pt x="365" y="420"/>
                  <a:pt x="365" y="420"/>
                  <a:pt x="365" y="420"/>
                </a:cubicBezTo>
                <a:cubicBezTo>
                  <a:pt x="376" y="493"/>
                  <a:pt x="376" y="493"/>
                  <a:pt x="376" y="493"/>
                </a:cubicBezTo>
                <a:cubicBezTo>
                  <a:pt x="365" y="492"/>
                  <a:pt x="354" y="491"/>
                  <a:pt x="342" y="490"/>
                </a:cubicBezTo>
                <a:close/>
                <a:moveTo>
                  <a:pt x="267" y="393"/>
                </a:moveTo>
                <a:cubicBezTo>
                  <a:pt x="300" y="401"/>
                  <a:pt x="300" y="401"/>
                  <a:pt x="300" y="401"/>
                </a:cubicBezTo>
                <a:cubicBezTo>
                  <a:pt x="345" y="384"/>
                  <a:pt x="345" y="384"/>
                  <a:pt x="345" y="384"/>
                </a:cubicBezTo>
                <a:cubicBezTo>
                  <a:pt x="370" y="396"/>
                  <a:pt x="370" y="396"/>
                  <a:pt x="370" y="396"/>
                </a:cubicBezTo>
                <a:cubicBezTo>
                  <a:pt x="345" y="392"/>
                  <a:pt x="345" y="392"/>
                  <a:pt x="345" y="392"/>
                </a:cubicBezTo>
                <a:cubicBezTo>
                  <a:pt x="299" y="409"/>
                  <a:pt x="299" y="409"/>
                  <a:pt x="299" y="409"/>
                </a:cubicBezTo>
                <a:lnTo>
                  <a:pt x="267" y="393"/>
                </a:lnTo>
                <a:close/>
                <a:moveTo>
                  <a:pt x="172" y="472"/>
                </a:moveTo>
                <a:cubicBezTo>
                  <a:pt x="155" y="426"/>
                  <a:pt x="155" y="426"/>
                  <a:pt x="155" y="426"/>
                </a:cubicBezTo>
                <a:cubicBezTo>
                  <a:pt x="132" y="419"/>
                  <a:pt x="132" y="419"/>
                  <a:pt x="132" y="419"/>
                </a:cubicBezTo>
                <a:cubicBezTo>
                  <a:pt x="171" y="407"/>
                  <a:pt x="171" y="407"/>
                  <a:pt x="171" y="407"/>
                </a:cubicBezTo>
                <a:cubicBezTo>
                  <a:pt x="186" y="457"/>
                  <a:pt x="186" y="457"/>
                  <a:pt x="186" y="457"/>
                </a:cubicBezTo>
                <a:cubicBezTo>
                  <a:pt x="278" y="443"/>
                  <a:pt x="278" y="443"/>
                  <a:pt x="278" y="443"/>
                </a:cubicBezTo>
                <a:lnTo>
                  <a:pt x="172" y="472"/>
                </a:lnTo>
                <a:close/>
                <a:moveTo>
                  <a:pt x="155" y="326"/>
                </a:moveTo>
                <a:cubicBezTo>
                  <a:pt x="159" y="326"/>
                  <a:pt x="159" y="326"/>
                  <a:pt x="159" y="326"/>
                </a:cubicBezTo>
                <a:cubicBezTo>
                  <a:pt x="159" y="351"/>
                  <a:pt x="159" y="351"/>
                  <a:pt x="159" y="351"/>
                </a:cubicBezTo>
                <a:cubicBezTo>
                  <a:pt x="155" y="351"/>
                  <a:pt x="155" y="351"/>
                  <a:pt x="155" y="351"/>
                </a:cubicBezTo>
                <a:lnTo>
                  <a:pt x="155" y="326"/>
                </a:lnTo>
                <a:close/>
                <a:moveTo>
                  <a:pt x="164" y="326"/>
                </a:moveTo>
                <a:cubicBezTo>
                  <a:pt x="187" y="326"/>
                  <a:pt x="187" y="326"/>
                  <a:pt x="187" y="326"/>
                </a:cubicBezTo>
                <a:cubicBezTo>
                  <a:pt x="187" y="351"/>
                  <a:pt x="187" y="351"/>
                  <a:pt x="187" y="351"/>
                </a:cubicBezTo>
                <a:cubicBezTo>
                  <a:pt x="164" y="351"/>
                  <a:pt x="164" y="351"/>
                  <a:pt x="164" y="351"/>
                </a:cubicBezTo>
                <a:lnTo>
                  <a:pt x="164" y="326"/>
                </a:lnTo>
                <a:close/>
                <a:moveTo>
                  <a:pt x="108" y="266"/>
                </a:moveTo>
                <a:cubicBezTo>
                  <a:pt x="108" y="266"/>
                  <a:pt x="108" y="266"/>
                  <a:pt x="108" y="266"/>
                </a:cubicBezTo>
                <a:cubicBezTo>
                  <a:pt x="79" y="266"/>
                  <a:pt x="79" y="266"/>
                  <a:pt x="79" y="266"/>
                </a:cubicBezTo>
                <a:cubicBezTo>
                  <a:pt x="79" y="100"/>
                  <a:pt x="79" y="100"/>
                  <a:pt x="79" y="100"/>
                </a:cubicBezTo>
                <a:cubicBezTo>
                  <a:pt x="110" y="100"/>
                  <a:pt x="110" y="100"/>
                  <a:pt x="110" y="100"/>
                </a:cubicBezTo>
                <a:cubicBezTo>
                  <a:pt x="110" y="98"/>
                  <a:pt x="110" y="98"/>
                  <a:pt x="110" y="98"/>
                </a:cubicBezTo>
                <a:cubicBezTo>
                  <a:pt x="149" y="98"/>
                  <a:pt x="149" y="98"/>
                  <a:pt x="149" y="98"/>
                </a:cubicBezTo>
                <a:cubicBezTo>
                  <a:pt x="149" y="99"/>
                  <a:pt x="149" y="100"/>
                  <a:pt x="150" y="101"/>
                </a:cubicBezTo>
                <a:cubicBezTo>
                  <a:pt x="118" y="114"/>
                  <a:pt x="118" y="114"/>
                  <a:pt x="118" y="114"/>
                </a:cubicBezTo>
                <a:cubicBezTo>
                  <a:pt x="117" y="112"/>
                  <a:pt x="117" y="112"/>
                  <a:pt x="117" y="112"/>
                </a:cubicBezTo>
                <a:cubicBezTo>
                  <a:pt x="117" y="112"/>
                  <a:pt x="117" y="112"/>
                  <a:pt x="117" y="112"/>
                </a:cubicBezTo>
                <a:cubicBezTo>
                  <a:pt x="113" y="114"/>
                  <a:pt x="113" y="114"/>
                  <a:pt x="113" y="114"/>
                </a:cubicBezTo>
                <a:cubicBezTo>
                  <a:pt x="120" y="132"/>
                  <a:pt x="120" y="132"/>
                  <a:pt x="120" y="132"/>
                </a:cubicBezTo>
                <a:cubicBezTo>
                  <a:pt x="124" y="130"/>
                  <a:pt x="124" y="130"/>
                  <a:pt x="124" y="130"/>
                </a:cubicBezTo>
                <a:cubicBezTo>
                  <a:pt x="123" y="128"/>
                  <a:pt x="123" y="128"/>
                  <a:pt x="123" y="128"/>
                </a:cubicBezTo>
                <a:cubicBezTo>
                  <a:pt x="155" y="115"/>
                  <a:pt x="155" y="115"/>
                  <a:pt x="155" y="115"/>
                </a:cubicBezTo>
                <a:cubicBezTo>
                  <a:pt x="156" y="116"/>
                  <a:pt x="157" y="117"/>
                  <a:pt x="157" y="118"/>
                </a:cubicBezTo>
                <a:cubicBezTo>
                  <a:pt x="134" y="142"/>
                  <a:pt x="134" y="142"/>
                  <a:pt x="134" y="142"/>
                </a:cubicBezTo>
                <a:cubicBezTo>
                  <a:pt x="132" y="141"/>
                  <a:pt x="132" y="141"/>
                  <a:pt x="132" y="141"/>
                </a:cubicBezTo>
                <a:cubicBezTo>
                  <a:pt x="132" y="141"/>
                  <a:pt x="132" y="141"/>
                  <a:pt x="132" y="141"/>
                </a:cubicBezTo>
                <a:cubicBezTo>
                  <a:pt x="129" y="144"/>
                  <a:pt x="129" y="144"/>
                  <a:pt x="129" y="144"/>
                </a:cubicBezTo>
                <a:cubicBezTo>
                  <a:pt x="143" y="158"/>
                  <a:pt x="143" y="158"/>
                  <a:pt x="143" y="158"/>
                </a:cubicBezTo>
                <a:cubicBezTo>
                  <a:pt x="146" y="155"/>
                  <a:pt x="146" y="155"/>
                  <a:pt x="146" y="155"/>
                </a:cubicBezTo>
                <a:cubicBezTo>
                  <a:pt x="144" y="153"/>
                  <a:pt x="144" y="153"/>
                  <a:pt x="144" y="153"/>
                </a:cubicBezTo>
                <a:cubicBezTo>
                  <a:pt x="168" y="129"/>
                  <a:pt x="168" y="129"/>
                  <a:pt x="168" y="129"/>
                </a:cubicBezTo>
                <a:cubicBezTo>
                  <a:pt x="169" y="130"/>
                  <a:pt x="170" y="131"/>
                  <a:pt x="171" y="131"/>
                </a:cubicBezTo>
                <a:cubicBezTo>
                  <a:pt x="159" y="163"/>
                  <a:pt x="159" y="163"/>
                  <a:pt x="159" y="163"/>
                </a:cubicBezTo>
                <a:cubicBezTo>
                  <a:pt x="157" y="162"/>
                  <a:pt x="157" y="162"/>
                  <a:pt x="157" y="162"/>
                </a:cubicBezTo>
                <a:cubicBezTo>
                  <a:pt x="157" y="162"/>
                  <a:pt x="157" y="162"/>
                  <a:pt x="157" y="162"/>
                </a:cubicBezTo>
                <a:cubicBezTo>
                  <a:pt x="155" y="166"/>
                  <a:pt x="155" y="166"/>
                  <a:pt x="155" y="166"/>
                </a:cubicBezTo>
                <a:cubicBezTo>
                  <a:pt x="173" y="173"/>
                  <a:pt x="173" y="173"/>
                  <a:pt x="173" y="173"/>
                </a:cubicBezTo>
                <a:cubicBezTo>
                  <a:pt x="175" y="169"/>
                  <a:pt x="175" y="169"/>
                  <a:pt x="175" y="169"/>
                </a:cubicBezTo>
                <a:cubicBezTo>
                  <a:pt x="173" y="168"/>
                  <a:pt x="173" y="168"/>
                  <a:pt x="173" y="168"/>
                </a:cubicBezTo>
                <a:cubicBezTo>
                  <a:pt x="185" y="137"/>
                  <a:pt x="185" y="137"/>
                  <a:pt x="185" y="137"/>
                </a:cubicBezTo>
                <a:cubicBezTo>
                  <a:pt x="187" y="137"/>
                  <a:pt x="188" y="138"/>
                  <a:pt x="190" y="138"/>
                </a:cubicBezTo>
                <a:cubicBezTo>
                  <a:pt x="190" y="171"/>
                  <a:pt x="190" y="171"/>
                  <a:pt x="190" y="171"/>
                </a:cubicBezTo>
                <a:cubicBezTo>
                  <a:pt x="187" y="171"/>
                  <a:pt x="187" y="171"/>
                  <a:pt x="187" y="171"/>
                </a:cubicBezTo>
                <a:cubicBezTo>
                  <a:pt x="187" y="266"/>
                  <a:pt x="187" y="266"/>
                  <a:pt x="187" y="266"/>
                </a:cubicBezTo>
                <a:lnTo>
                  <a:pt x="108" y="266"/>
                </a:lnTo>
                <a:close/>
                <a:moveTo>
                  <a:pt x="74" y="266"/>
                </a:moveTo>
                <a:cubicBezTo>
                  <a:pt x="68" y="266"/>
                  <a:pt x="68" y="266"/>
                  <a:pt x="68" y="266"/>
                </a:cubicBezTo>
                <a:cubicBezTo>
                  <a:pt x="68" y="100"/>
                  <a:pt x="68" y="100"/>
                  <a:pt x="68" y="100"/>
                </a:cubicBezTo>
                <a:cubicBezTo>
                  <a:pt x="74" y="100"/>
                  <a:pt x="74" y="100"/>
                  <a:pt x="74" y="100"/>
                </a:cubicBezTo>
                <a:lnTo>
                  <a:pt x="74" y="266"/>
                </a:lnTo>
                <a:close/>
                <a:moveTo>
                  <a:pt x="153" y="111"/>
                </a:moveTo>
                <a:cubicBezTo>
                  <a:pt x="153" y="112"/>
                  <a:pt x="154" y="112"/>
                  <a:pt x="154" y="113"/>
                </a:cubicBezTo>
                <a:cubicBezTo>
                  <a:pt x="125" y="125"/>
                  <a:pt x="125" y="125"/>
                  <a:pt x="125" y="125"/>
                </a:cubicBezTo>
                <a:cubicBezTo>
                  <a:pt x="124" y="123"/>
                  <a:pt x="124" y="123"/>
                  <a:pt x="124" y="123"/>
                </a:cubicBezTo>
                <a:lnTo>
                  <a:pt x="153" y="111"/>
                </a:lnTo>
                <a:close/>
                <a:moveTo>
                  <a:pt x="122" y="57"/>
                </a:moveTo>
                <a:cubicBezTo>
                  <a:pt x="123" y="55"/>
                  <a:pt x="123" y="55"/>
                  <a:pt x="123" y="55"/>
                </a:cubicBezTo>
                <a:cubicBezTo>
                  <a:pt x="156" y="69"/>
                  <a:pt x="156" y="69"/>
                  <a:pt x="156" y="69"/>
                </a:cubicBezTo>
                <a:cubicBezTo>
                  <a:pt x="155" y="70"/>
                  <a:pt x="155" y="70"/>
                  <a:pt x="155" y="70"/>
                </a:cubicBezTo>
                <a:lnTo>
                  <a:pt x="122" y="57"/>
                </a:lnTo>
                <a:close/>
                <a:moveTo>
                  <a:pt x="166" y="124"/>
                </a:moveTo>
                <a:cubicBezTo>
                  <a:pt x="166" y="125"/>
                  <a:pt x="167" y="125"/>
                  <a:pt x="168" y="126"/>
                </a:cubicBezTo>
                <a:cubicBezTo>
                  <a:pt x="142" y="149"/>
                  <a:pt x="142" y="149"/>
                  <a:pt x="142" y="149"/>
                </a:cubicBezTo>
                <a:cubicBezTo>
                  <a:pt x="141" y="148"/>
                  <a:pt x="141" y="148"/>
                  <a:pt x="141" y="148"/>
                </a:cubicBezTo>
                <a:lnTo>
                  <a:pt x="166" y="124"/>
                </a:lnTo>
                <a:close/>
                <a:moveTo>
                  <a:pt x="140" y="29"/>
                </a:moveTo>
                <a:cubicBezTo>
                  <a:pt x="144" y="30"/>
                  <a:pt x="144" y="30"/>
                  <a:pt x="144" y="30"/>
                </a:cubicBezTo>
                <a:cubicBezTo>
                  <a:pt x="168" y="54"/>
                  <a:pt x="168" y="54"/>
                  <a:pt x="168" y="54"/>
                </a:cubicBezTo>
                <a:cubicBezTo>
                  <a:pt x="166" y="56"/>
                  <a:pt x="166" y="56"/>
                  <a:pt x="166" y="56"/>
                </a:cubicBezTo>
                <a:lnTo>
                  <a:pt x="140" y="29"/>
                </a:lnTo>
                <a:close/>
                <a:moveTo>
                  <a:pt x="181" y="133"/>
                </a:moveTo>
                <a:cubicBezTo>
                  <a:pt x="182" y="133"/>
                  <a:pt x="182" y="134"/>
                  <a:pt x="183" y="134"/>
                </a:cubicBezTo>
                <a:cubicBezTo>
                  <a:pt x="170" y="166"/>
                  <a:pt x="170" y="166"/>
                  <a:pt x="170" y="166"/>
                </a:cubicBezTo>
                <a:cubicBezTo>
                  <a:pt x="168" y="165"/>
                  <a:pt x="168" y="165"/>
                  <a:pt x="168" y="165"/>
                </a:cubicBezTo>
                <a:lnTo>
                  <a:pt x="181" y="133"/>
                </a:lnTo>
                <a:close/>
                <a:moveTo>
                  <a:pt x="167" y="10"/>
                </a:moveTo>
                <a:cubicBezTo>
                  <a:pt x="171" y="17"/>
                  <a:pt x="171" y="17"/>
                  <a:pt x="171" y="17"/>
                </a:cubicBezTo>
                <a:cubicBezTo>
                  <a:pt x="185" y="46"/>
                  <a:pt x="185" y="46"/>
                  <a:pt x="185" y="46"/>
                </a:cubicBezTo>
                <a:cubicBezTo>
                  <a:pt x="184" y="46"/>
                  <a:pt x="183" y="47"/>
                  <a:pt x="182" y="47"/>
                </a:cubicBezTo>
                <a:lnTo>
                  <a:pt x="167" y="10"/>
                </a:lnTo>
                <a:close/>
                <a:moveTo>
                  <a:pt x="197" y="323"/>
                </a:moveTo>
                <a:cubicBezTo>
                  <a:pt x="197" y="323"/>
                  <a:pt x="197" y="323"/>
                  <a:pt x="197" y="323"/>
                </a:cubicBezTo>
                <a:cubicBezTo>
                  <a:pt x="201" y="328"/>
                  <a:pt x="201" y="328"/>
                  <a:pt x="201" y="328"/>
                </a:cubicBezTo>
                <a:cubicBezTo>
                  <a:pt x="201" y="351"/>
                  <a:pt x="201" y="351"/>
                  <a:pt x="201" y="351"/>
                </a:cubicBezTo>
                <a:cubicBezTo>
                  <a:pt x="197" y="351"/>
                  <a:pt x="197" y="351"/>
                  <a:pt x="197" y="351"/>
                </a:cubicBezTo>
                <a:lnTo>
                  <a:pt x="197" y="323"/>
                </a:lnTo>
                <a:close/>
                <a:moveTo>
                  <a:pt x="197" y="282"/>
                </a:moveTo>
                <a:cubicBezTo>
                  <a:pt x="197" y="282"/>
                  <a:pt x="197" y="282"/>
                  <a:pt x="197" y="282"/>
                </a:cubicBezTo>
                <a:cubicBezTo>
                  <a:pt x="201" y="287"/>
                  <a:pt x="201" y="287"/>
                  <a:pt x="201" y="287"/>
                </a:cubicBezTo>
                <a:cubicBezTo>
                  <a:pt x="201" y="307"/>
                  <a:pt x="201" y="307"/>
                  <a:pt x="201" y="307"/>
                </a:cubicBezTo>
                <a:cubicBezTo>
                  <a:pt x="197" y="307"/>
                  <a:pt x="197" y="307"/>
                  <a:pt x="197" y="307"/>
                </a:cubicBezTo>
                <a:lnTo>
                  <a:pt x="197" y="282"/>
                </a:lnTo>
                <a:close/>
                <a:moveTo>
                  <a:pt x="197" y="171"/>
                </a:moveTo>
                <a:cubicBezTo>
                  <a:pt x="199" y="171"/>
                  <a:pt x="199" y="171"/>
                  <a:pt x="199" y="171"/>
                </a:cubicBezTo>
                <a:cubicBezTo>
                  <a:pt x="199" y="136"/>
                  <a:pt x="199" y="136"/>
                  <a:pt x="199" y="136"/>
                </a:cubicBezTo>
                <a:cubicBezTo>
                  <a:pt x="200" y="136"/>
                  <a:pt x="201" y="136"/>
                  <a:pt x="201" y="136"/>
                </a:cubicBezTo>
                <a:cubicBezTo>
                  <a:pt x="201" y="171"/>
                  <a:pt x="201" y="171"/>
                  <a:pt x="201" y="171"/>
                </a:cubicBezTo>
                <a:cubicBezTo>
                  <a:pt x="201" y="171"/>
                  <a:pt x="201" y="171"/>
                  <a:pt x="201" y="171"/>
                </a:cubicBezTo>
                <a:cubicBezTo>
                  <a:pt x="201" y="267"/>
                  <a:pt x="201" y="267"/>
                  <a:pt x="201" y="267"/>
                </a:cubicBezTo>
                <a:cubicBezTo>
                  <a:pt x="197" y="267"/>
                  <a:pt x="197" y="267"/>
                  <a:pt x="197" y="267"/>
                </a:cubicBezTo>
                <a:lnTo>
                  <a:pt x="197" y="171"/>
                </a:lnTo>
                <a:close/>
                <a:moveTo>
                  <a:pt x="199" y="5"/>
                </a:moveTo>
                <a:cubicBezTo>
                  <a:pt x="201" y="5"/>
                  <a:pt x="201" y="5"/>
                  <a:pt x="201" y="5"/>
                </a:cubicBezTo>
                <a:cubicBezTo>
                  <a:pt x="201" y="45"/>
                  <a:pt x="201" y="45"/>
                  <a:pt x="201" y="45"/>
                </a:cubicBezTo>
                <a:cubicBezTo>
                  <a:pt x="201" y="45"/>
                  <a:pt x="200" y="45"/>
                  <a:pt x="199" y="44"/>
                </a:cubicBezTo>
                <a:lnTo>
                  <a:pt x="199" y="5"/>
                </a:lnTo>
                <a:close/>
                <a:moveTo>
                  <a:pt x="212" y="61"/>
                </a:moveTo>
                <a:cubicBezTo>
                  <a:pt x="217" y="61"/>
                  <a:pt x="222" y="66"/>
                  <a:pt x="222" y="71"/>
                </a:cubicBezTo>
                <a:cubicBezTo>
                  <a:pt x="222" y="77"/>
                  <a:pt x="217" y="81"/>
                  <a:pt x="212" y="81"/>
                </a:cubicBezTo>
                <a:cubicBezTo>
                  <a:pt x="206" y="81"/>
                  <a:pt x="202" y="77"/>
                  <a:pt x="202" y="71"/>
                </a:cubicBezTo>
                <a:cubicBezTo>
                  <a:pt x="202" y="66"/>
                  <a:pt x="206" y="61"/>
                  <a:pt x="212" y="61"/>
                </a:cubicBezTo>
                <a:close/>
                <a:moveTo>
                  <a:pt x="231" y="164"/>
                </a:moveTo>
                <a:cubicBezTo>
                  <a:pt x="230" y="164"/>
                  <a:pt x="230" y="164"/>
                  <a:pt x="230" y="164"/>
                </a:cubicBezTo>
                <a:cubicBezTo>
                  <a:pt x="217" y="131"/>
                  <a:pt x="217" y="131"/>
                  <a:pt x="217" y="131"/>
                </a:cubicBezTo>
                <a:cubicBezTo>
                  <a:pt x="220" y="130"/>
                  <a:pt x="220" y="130"/>
                  <a:pt x="220" y="130"/>
                </a:cubicBezTo>
                <a:lnTo>
                  <a:pt x="231" y="164"/>
                </a:lnTo>
                <a:close/>
                <a:moveTo>
                  <a:pt x="233" y="119"/>
                </a:moveTo>
                <a:cubicBezTo>
                  <a:pt x="258" y="143"/>
                  <a:pt x="258" y="143"/>
                  <a:pt x="258" y="143"/>
                </a:cubicBezTo>
                <a:cubicBezTo>
                  <a:pt x="256" y="145"/>
                  <a:pt x="256" y="145"/>
                  <a:pt x="256" y="145"/>
                </a:cubicBezTo>
                <a:cubicBezTo>
                  <a:pt x="231" y="120"/>
                  <a:pt x="231" y="120"/>
                  <a:pt x="231" y="120"/>
                </a:cubicBezTo>
                <a:cubicBezTo>
                  <a:pt x="232" y="120"/>
                  <a:pt x="232" y="119"/>
                  <a:pt x="233" y="119"/>
                </a:cubicBezTo>
                <a:close/>
                <a:moveTo>
                  <a:pt x="241" y="103"/>
                </a:moveTo>
                <a:cubicBezTo>
                  <a:pt x="273" y="116"/>
                  <a:pt x="273" y="116"/>
                  <a:pt x="273" y="116"/>
                </a:cubicBezTo>
                <a:cubicBezTo>
                  <a:pt x="272" y="118"/>
                  <a:pt x="272" y="118"/>
                  <a:pt x="272" y="118"/>
                </a:cubicBezTo>
                <a:cubicBezTo>
                  <a:pt x="240" y="104"/>
                  <a:pt x="240" y="104"/>
                  <a:pt x="240" y="104"/>
                </a:cubicBezTo>
                <a:cubicBezTo>
                  <a:pt x="240" y="104"/>
                  <a:pt x="241" y="103"/>
                  <a:pt x="241" y="103"/>
                </a:cubicBezTo>
                <a:close/>
                <a:moveTo>
                  <a:pt x="279" y="84"/>
                </a:moveTo>
                <a:cubicBezTo>
                  <a:pt x="375" y="84"/>
                  <a:pt x="375" y="84"/>
                  <a:pt x="375" y="84"/>
                </a:cubicBezTo>
                <a:cubicBezTo>
                  <a:pt x="375" y="88"/>
                  <a:pt x="375" y="88"/>
                  <a:pt x="375" y="88"/>
                </a:cubicBezTo>
                <a:cubicBezTo>
                  <a:pt x="279" y="88"/>
                  <a:pt x="279" y="88"/>
                  <a:pt x="279" y="88"/>
                </a:cubicBezTo>
                <a:lnTo>
                  <a:pt x="279" y="84"/>
                </a:lnTo>
                <a:close/>
                <a:moveTo>
                  <a:pt x="359" y="55"/>
                </a:moveTo>
                <a:cubicBezTo>
                  <a:pt x="362" y="80"/>
                  <a:pt x="362" y="80"/>
                  <a:pt x="362" y="80"/>
                </a:cubicBezTo>
                <a:cubicBezTo>
                  <a:pt x="360" y="80"/>
                  <a:pt x="360" y="80"/>
                  <a:pt x="360" y="80"/>
                </a:cubicBezTo>
                <a:cubicBezTo>
                  <a:pt x="358" y="54"/>
                  <a:pt x="358" y="54"/>
                  <a:pt x="358" y="54"/>
                </a:cubicBezTo>
                <a:lnTo>
                  <a:pt x="359" y="55"/>
                </a:lnTo>
                <a:close/>
                <a:moveTo>
                  <a:pt x="370" y="67"/>
                </a:moveTo>
                <a:cubicBezTo>
                  <a:pt x="397" y="83"/>
                  <a:pt x="397" y="83"/>
                  <a:pt x="397" y="83"/>
                </a:cubicBezTo>
                <a:cubicBezTo>
                  <a:pt x="397" y="85"/>
                  <a:pt x="397" y="85"/>
                  <a:pt x="397" y="85"/>
                </a:cubicBezTo>
                <a:cubicBezTo>
                  <a:pt x="370" y="72"/>
                  <a:pt x="370" y="72"/>
                  <a:pt x="370" y="72"/>
                </a:cubicBezTo>
                <a:lnTo>
                  <a:pt x="370" y="67"/>
                </a:lnTo>
                <a:close/>
                <a:moveTo>
                  <a:pt x="411" y="89"/>
                </a:moveTo>
                <a:cubicBezTo>
                  <a:pt x="412" y="93"/>
                  <a:pt x="412" y="93"/>
                  <a:pt x="412" y="93"/>
                </a:cubicBezTo>
                <a:cubicBezTo>
                  <a:pt x="382" y="99"/>
                  <a:pt x="382" y="99"/>
                  <a:pt x="382" y="99"/>
                </a:cubicBezTo>
                <a:cubicBezTo>
                  <a:pt x="378" y="97"/>
                  <a:pt x="378" y="97"/>
                  <a:pt x="378" y="97"/>
                </a:cubicBezTo>
                <a:lnTo>
                  <a:pt x="411" y="89"/>
                </a:lnTo>
                <a:close/>
                <a:moveTo>
                  <a:pt x="431" y="95"/>
                </a:moveTo>
                <a:cubicBezTo>
                  <a:pt x="403" y="130"/>
                  <a:pt x="403" y="130"/>
                  <a:pt x="403" y="130"/>
                </a:cubicBezTo>
                <a:cubicBezTo>
                  <a:pt x="400" y="127"/>
                  <a:pt x="400" y="127"/>
                  <a:pt x="400" y="127"/>
                </a:cubicBezTo>
                <a:cubicBezTo>
                  <a:pt x="428" y="91"/>
                  <a:pt x="428" y="91"/>
                  <a:pt x="428" y="91"/>
                </a:cubicBezTo>
                <a:lnTo>
                  <a:pt x="431" y="95"/>
                </a:lnTo>
                <a:close/>
                <a:moveTo>
                  <a:pt x="447" y="98"/>
                </a:moveTo>
                <a:cubicBezTo>
                  <a:pt x="432" y="144"/>
                  <a:pt x="432" y="144"/>
                  <a:pt x="432" y="144"/>
                </a:cubicBezTo>
                <a:cubicBezTo>
                  <a:pt x="430" y="143"/>
                  <a:pt x="430" y="143"/>
                  <a:pt x="430" y="143"/>
                </a:cubicBezTo>
                <a:cubicBezTo>
                  <a:pt x="445" y="96"/>
                  <a:pt x="445" y="96"/>
                  <a:pt x="445" y="96"/>
                </a:cubicBezTo>
                <a:lnTo>
                  <a:pt x="447" y="98"/>
                </a:lnTo>
                <a:close/>
                <a:moveTo>
                  <a:pt x="461" y="95"/>
                </a:moveTo>
                <a:cubicBezTo>
                  <a:pt x="463" y="95"/>
                  <a:pt x="463" y="95"/>
                  <a:pt x="463" y="95"/>
                </a:cubicBezTo>
                <a:cubicBezTo>
                  <a:pt x="463" y="155"/>
                  <a:pt x="463" y="155"/>
                  <a:pt x="463" y="155"/>
                </a:cubicBezTo>
                <a:cubicBezTo>
                  <a:pt x="461" y="155"/>
                  <a:pt x="461" y="155"/>
                  <a:pt x="461" y="155"/>
                </a:cubicBezTo>
                <a:lnTo>
                  <a:pt x="461" y="95"/>
                </a:lnTo>
                <a:close/>
                <a:moveTo>
                  <a:pt x="207" y="286"/>
                </a:moveTo>
                <a:cubicBezTo>
                  <a:pt x="217" y="286"/>
                  <a:pt x="217" y="286"/>
                  <a:pt x="217" y="286"/>
                </a:cubicBezTo>
                <a:cubicBezTo>
                  <a:pt x="217" y="307"/>
                  <a:pt x="217" y="307"/>
                  <a:pt x="217" y="307"/>
                </a:cubicBezTo>
                <a:cubicBezTo>
                  <a:pt x="207" y="307"/>
                  <a:pt x="207" y="307"/>
                  <a:pt x="207" y="307"/>
                </a:cubicBezTo>
                <a:lnTo>
                  <a:pt x="207" y="286"/>
                </a:lnTo>
                <a:close/>
                <a:moveTo>
                  <a:pt x="222" y="279"/>
                </a:moveTo>
                <a:cubicBezTo>
                  <a:pt x="226" y="276"/>
                  <a:pt x="226" y="276"/>
                  <a:pt x="226" y="276"/>
                </a:cubicBezTo>
                <a:cubicBezTo>
                  <a:pt x="226" y="311"/>
                  <a:pt x="226" y="311"/>
                  <a:pt x="226" y="311"/>
                </a:cubicBezTo>
                <a:cubicBezTo>
                  <a:pt x="222" y="309"/>
                  <a:pt x="222" y="309"/>
                  <a:pt x="222" y="309"/>
                </a:cubicBezTo>
                <a:lnTo>
                  <a:pt x="222" y="279"/>
                </a:lnTo>
                <a:close/>
                <a:moveTo>
                  <a:pt x="345" y="260"/>
                </a:moveTo>
                <a:cubicBezTo>
                  <a:pt x="345" y="236"/>
                  <a:pt x="345" y="236"/>
                  <a:pt x="345" y="236"/>
                </a:cubicBezTo>
                <a:cubicBezTo>
                  <a:pt x="348" y="236"/>
                  <a:pt x="348" y="236"/>
                  <a:pt x="348" y="236"/>
                </a:cubicBezTo>
                <a:cubicBezTo>
                  <a:pt x="350" y="257"/>
                  <a:pt x="350" y="257"/>
                  <a:pt x="350" y="257"/>
                </a:cubicBezTo>
                <a:cubicBezTo>
                  <a:pt x="365" y="285"/>
                  <a:pt x="365" y="285"/>
                  <a:pt x="365" y="285"/>
                </a:cubicBezTo>
                <a:lnTo>
                  <a:pt x="345" y="260"/>
                </a:lnTo>
                <a:close/>
                <a:moveTo>
                  <a:pt x="397" y="192"/>
                </a:moveTo>
                <a:cubicBezTo>
                  <a:pt x="397" y="182"/>
                  <a:pt x="397" y="182"/>
                  <a:pt x="397" y="182"/>
                </a:cubicBezTo>
                <a:cubicBezTo>
                  <a:pt x="401" y="182"/>
                  <a:pt x="401" y="182"/>
                  <a:pt x="401" y="182"/>
                </a:cubicBezTo>
                <a:cubicBezTo>
                  <a:pt x="409" y="190"/>
                  <a:pt x="409" y="190"/>
                  <a:pt x="409" y="190"/>
                </a:cubicBezTo>
                <a:cubicBezTo>
                  <a:pt x="407" y="204"/>
                  <a:pt x="407" y="204"/>
                  <a:pt x="407" y="204"/>
                </a:cubicBezTo>
                <a:cubicBezTo>
                  <a:pt x="398" y="210"/>
                  <a:pt x="398" y="210"/>
                  <a:pt x="398" y="210"/>
                </a:cubicBezTo>
                <a:cubicBezTo>
                  <a:pt x="395" y="210"/>
                  <a:pt x="395" y="210"/>
                  <a:pt x="395" y="210"/>
                </a:cubicBezTo>
                <a:cubicBezTo>
                  <a:pt x="395" y="203"/>
                  <a:pt x="395" y="203"/>
                  <a:pt x="395" y="203"/>
                </a:cubicBezTo>
                <a:cubicBezTo>
                  <a:pt x="400" y="203"/>
                  <a:pt x="400" y="203"/>
                  <a:pt x="400" y="203"/>
                </a:cubicBezTo>
                <a:cubicBezTo>
                  <a:pt x="400" y="201"/>
                  <a:pt x="400" y="201"/>
                  <a:pt x="400" y="201"/>
                </a:cubicBezTo>
                <a:cubicBezTo>
                  <a:pt x="395" y="201"/>
                  <a:pt x="395" y="201"/>
                  <a:pt x="395" y="201"/>
                </a:cubicBezTo>
                <a:cubicBezTo>
                  <a:pt x="395" y="192"/>
                  <a:pt x="395" y="192"/>
                  <a:pt x="395" y="192"/>
                </a:cubicBezTo>
                <a:lnTo>
                  <a:pt x="397" y="192"/>
                </a:lnTo>
                <a:close/>
                <a:moveTo>
                  <a:pt x="407" y="219"/>
                </a:moveTo>
                <a:cubicBezTo>
                  <a:pt x="401" y="219"/>
                  <a:pt x="401" y="219"/>
                  <a:pt x="401" y="219"/>
                </a:cubicBezTo>
                <a:cubicBezTo>
                  <a:pt x="401" y="212"/>
                  <a:pt x="401" y="212"/>
                  <a:pt x="401" y="212"/>
                </a:cubicBezTo>
                <a:cubicBezTo>
                  <a:pt x="412" y="206"/>
                  <a:pt x="412" y="206"/>
                  <a:pt x="412" y="206"/>
                </a:cubicBezTo>
                <a:lnTo>
                  <a:pt x="407" y="219"/>
                </a:lnTo>
                <a:close/>
                <a:moveTo>
                  <a:pt x="413" y="497"/>
                </a:moveTo>
                <a:cubicBezTo>
                  <a:pt x="426" y="428"/>
                  <a:pt x="426" y="428"/>
                  <a:pt x="426" y="428"/>
                </a:cubicBezTo>
                <a:cubicBezTo>
                  <a:pt x="423" y="403"/>
                  <a:pt x="423" y="403"/>
                  <a:pt x="423" y="403"/>
                </a:cubicBezTo>
                <a:cubicBezTo>
                  <a:pt x="412" y="451"/>
                  <a:pt x="412" y="451"/>
                  <a:pt x="412" y="451"/>
                </a:cubicBezTo>
                <a:cubicBezTo>
                  <a:pt x="406" y="451"/>
                  <a:pt x="406" y="451"/>
                  <a:pt x="406" y="451"/>
                </a:cubicBezTo>
                <a:cubicBezTo>
                  <a:pt x="406" y="408"/>
                  <a:pt x="406" y="408"/>
                  <a:pt x="406" y="408"/>
                </a:cubicBezTo>
                <a:cubicBezTo>
                  <a:pt x="424" y="395"/>
                  <a:pt x="424" y="395"/>
                  <a:pt x="424" y="395"/>
                </a:cubicBezTo>
                <a:cubicBezTo>
                  <a:pt x="433" y="320"/>
                  <a:pt x="433" y="320"/>
                  <a:pt x="433" y="320"/>
                </a:cubicBezTo>
                <a:cubicBezTo>
                  <a:pt x="398" y="400"/>
                  <a:pt x="398" y="400"/>
                  <a:pt x="398" y="400"/>
                </a:cubicBezTo>
                <a:cubicBezTo>
                  <a:pt x="395" y="400"/>
                  <a:pt x="395" y="400"/>
                  <a:pt x="395" y="400"/>
                </a:cubicBezTo>
                <a:cubicBezTo>
                  <a:pt x="395" y="351"/>
                  <a:pt x="395" y="351"/>
                  <a:pt x="395" y="351"/>
                </a:cubicBezTo>
                <a:cubicBezTo>
                  <a:pt x="406" y="320"/>
                  <a:pt x="406" y="320"/>
                  <a:pt x="406" y="320"/>
                </a:cubicBezTo>
                <a:cubicBezTo>
                  <a:pt x="385" y="302"/>
                  <a:pt x="385" y="302"/>
                  <a:pt x="385" y="302"/>
                </a:cubicBezTo>
                <a:cubicBezTo>
                  <a:pt x="406" y="280"/>
                  <a:pt x="406" y="280"/>
                  <a:pt x="406" y="280"/>
                </a:cubicBezTo>
                <a:cubicBezTo>
                  <a:pt x="413" y="284"/>
                  <a:pt x="413" y="284"/>
                  <a:pt x="413" y="284"/>
                </a:cubicBezTo>
                <a:cubicBezTo>
                  <a:pt x="404" y="301"/>
                  <a:pt x="404" y="301"/>
                  <a:pt x="404" y="301"/>
                </a:cubicBezTo>
                <a:cubicBezTo>
                  <a:pt x="425" y="319"/>
                  <a:pt x="425" y="319"/>
                  <a:pt x="425" y="319"/>
                </a:cubicBezTo>
                <a:cubicBezTo>
                  <a:pt x="456" y="296"/>
                  <a:pt x="456" y="296"/>
                  <a:pt x="456" y="296"/>
                </a:cubicBezTo>
                <a:cubicBezTo>
                  <a:pt x="478" y="218"/>
                  <a:pt x="478" y="218"/>
                  <a:pt x="478" y="218"/>
                </a:cubicBezTo>
                <a:cubicBezTo>
                  <a:pt x="469" y="184"/>
                  <a:pt x="469" y="184"/>
                  <a:pt x="469" y="184"/>
                </a:cubicBezTo>
                <a:cubicBezTo>
                  <a:pt x="482" y="173"/>
                  <a:pt x="482" y="173"/>
                  <a:pt x="482" y="173"/>
                </a:cubicBezTo>
                <a:cubicBezTo>
                  <a:pt x="486" y="167"/>
                  <a:pt x="486" y="167"/>
                  <a:pt x="486" y="167"/>
                </a:cubicBezTo>
                <a:cubicBezTo>
                  <a:pt x="485" y="167"/>
                  <a:pt x="485" y="167"/>
                  <a:pt x="485" y="167"/>
                </a:cubicBezTo>
                <a:cubicBezTo>
                  <a:pt x="485" y="167"/>
                  <a:pt x="485" y="167"/>
                  <a:pt x="485" y="167"/>
                </a:cubicBezTo>
                <a:cubicBezTo>
                  <a:pt x="462" y="176"/>
                  <a:pt x="462" y="176"/>
                  <a:pt x="462" y="176"/>
                </a:cubicBezTo>
                <a:cubicBezTo>
                  <a:pt x="457" y="226"/>
                  <a:pt x="457" y="226"/>
                  <a:pt x="457" y="226"/>
                </a:cubicBezTo>
                <a:cubicBezTo>
                  <a:pt x="417" y="228"/>
                  <a:pt x="417" y="228"/>
                  <a:pt x="417" y="228"/>
                </a:cubicBezTo>
                <a:cubicBezTo>
                  <a:pt x="460" y="233"/>
                  <a:pt x="460" y="233"/>
                  <a:pt x="460" y="233"/>
                </a:cubicBezTo>
                <a:cubicBezTo>
                  <a:pt x="416" y="240"/>
                  <a:pt x="416" y="240"/>
                  <a:pt x="416" y="240"/>
                </a:cubicBezTo>
                <a:cubicBezTo>
                  <a:pt x="421" y="255"/>
                  <a:pt x="421" y="255"/>
                  <a:pt x="421" y="255"/>
                </a:cubicBezTo>
                <a:cubicBezTo>
                  <a:pt x="413" y="265"/>
                  <a:pt x="413" y="265"/>
                  <a:pt x="413" y="265"/>
                </a:cubicBezTo>
                <a:cubicBezTo>
                  <a:pt x="394" y="257"/>
                  <a:pt x="394" y="257"/>
                  <a:pt x="394" y="257"/>
                </a:cubicBezTo>
                <a:cubicBezTo>
                  <a:pt x="377" y="266"/>
                  <a:pt x="377" y="266"/>
                  <a:pt x="377" y="266"/>
                </a:cubicBezTo>
                <a:cubicBezTo>
                  <a:pt x="368" y="256"/>
                  <a:pt x="368" y="256"/>
                  <a:pt x="368" y="256"/>
                </a:cubicBezTo>
                <a:cubicBezTo>
                  <a:pt x="379" y="222"/>
                  <a:pt x="379" y="222"/>
                  <a:pt x="379" y="222"/>
                </a:cubicBezTo>
                <a:cubicBezTo>
                  <a:pt x="384" y="222"/>
                  <a:pt x="384" y="222"/>
                  <a:pt x="384" y="222"/>
                </a:cubicBezTo>
                <a:cubicBezTo>
                  <a:pt x="387" y="251"/>
                  <a:pt x="387" y="251"/>
                  <a:pt x="387" y="251"/>
                </a:cubicBezTo>
                <a:cubicBezTo>
                  <a:pt x="394" y="230"/>
                  <a:pt x="394" y="230"/>
                  <a:pt x="394" y="230"/>
                </a:cubicBezTo>
                <a:cubicBezTo>
                  <a:pt x="411" y="231"/>
                  <a:pt x="411" y="231"/>
                  <a:pt x="411" y="231"/>
                </a:cubicBezTo>
                <a:cubicBezTo>
                  <a:pt x="404" y="228"/>
                  <a:pt x="404" y="228"/>
                  <a:pt x="404" y="228"/>
                </a:cubicBezTo>
                <a:cubicBezTo>
                  <a:pt x="415" y="227"/>
                  <a:pt x="415" y="227"/>
                  <a:pt x="415" y="227"/>
                </a:cubicBezTo>
                <a:cubicBezTo>
                  <a:pt x="412" y="220"/>
                  <a:pt x="412" y="220"/>
                  <a:pt x="412" y="220"/>
                </a:cubicBezTo>
                <a:cubicBezTo>
                  <a:pt x="418" y="210"/>
                  <a:pt x="418" y="210"/>
                  <a:pt x="418" y="210"/>
                </a:cubicBezTo>
                <a:cubicBezTo>
                  <a:pt x="421" y="188"/>
                  <a:pt x="421" y="188"/>
                  <a:pt x="421" y="188"/>
                </a:cubicBezTo>
                <a:cubicBezTo>
                  <a:pt x="406" y="175"/>
                  <a:pt x="406" y="175"/>
                  <a:pt x="406" y="175"/>
                </a:cubicBezTo>
                <a:cubicBezTo>
                  <a:pt x="394" y="176"/>
                  <a:pt x="394" y="176"/>
                  <a:pt x="394" y="176"/>
                </a:cubicBezTo>
                <a:cubicBezTo>
                  <a:pt x="384" y="184"/>
                  <a:pt x="384" y="184"/>
                  <a:pt x="384" y="184"/>
                </a:cubicBezTo>
                <a:cubicBezTo>
                  <a:pt x="381" y="122"/>
                  <a:pt x="381" y="122"/>
                  <a:pt x="381" y="122"/>
                </a:cubicBezTo>
                <a:cubicBezTo>
                  <a:pt x="378" y="118"/>
                  <a:pt x="378" y="118"/>
                  <a:pt x="378" y="118"/>
                </a:cubicBezTo>
                <a:cubicBezTo>
                  <a:pt x="375" y="221"/>
                  <a:pt x="375" y="221"/>
                  <a:pt x="375" y="221"/>
                </a:cubicBezTo>
                <a:cubicBezTo>
                  <a:pt x="367" y="233"/>
                  <a:pt x="367" y="233"/>
                  <a:pt x="367" y="233"/>
                </a:cubicBezTo>
                <a:cubicBezTo>
                  <a:pt x="367" y="233"/>
                  <a:pt x="366" y="232"/>
                  <a:pt x="364" y="225"/>
                </a:cubicBezTo>
                <a:cubicBezTo>
                  <a:pt x="362" y="218"/>
                  <a:pt x="365" y="200"/>
                  <a:pt x="365" y="200"/>
                </a:cubicBezTo>
                <a:cubicBezTo>
                  <a:pt x="373" y="120"/>
                  <a:pt x="373" y="120"/>
                  <a:pt x="373" y="120"/>
                </a:cubicBezTo>
                <a:cubicBezTo>
                  <a:pt x="367" y="127"/>
                  <a:pt x="367" y="127"/>
                  <a:pt x="367" y="127"/>
                </a:cubicBezTo>
                <a:cubicBezTo>
                  <a:pt x="363" y="176"/>
                  <a:pt x="363" y="176"/>
                  <a:pt x="363" y="176"/>
                </a:cubicBezTo>
                <a:cubicBezTo>
                  <a:pt x="345" y="189"/>
                  <a:pt x="345" y="189"/>
                  <a:pt x="345" y="189"/>
                </a:cubicBezTo>
                <a:cubicBezTo>
                  <a:pt x="340" y="215"/>
                  <a:pt x="340" y="215"/>
                  <a:pt x="340" y="215"/>
                </a:cubicBezTo>
                <a:cubicBezTo>
                  <a:pt x="347" y="195"/>
                  <a:pt x="347" y="195"/>
                  <a:pt x="347" y="195"/>
                </a:cubicBezTo>
                <a:cubicBezTo>
                  <a:pt x="361" y="188"/>
                  <a:pt x="361" y="188"/>
                  <a:pt x="361" y="188"/>
                </a:cubicBezTo>
                <a:cubicBezTo>
                  <a:pt x="359" y="201"/>
                  <a:pt x="359" y="201"/>
                  <a:pt x="359" y="201"/>
                </a:cubicBezTo>
                <a:cubicBezTo>
                  <a:pt x="350" y="207"/>
                  <a:pt x="350" y="207"/>
                  <a:pt x="350" y="207"/>
                </a:cubicBezTo>
                <a:cubicBezTo>
                  <a:pt x="332" y="230"/>
                  <a:pt x="332" y="230"/>
                  <a:pt x="332" y="230"/>
                </a:cubicBezTo>
                <a:cubicBezTo>
                  <a:pt x="330" y="270"/>
                  <a:pt x="330" y="270"/>
                  <a:pt x="330" y="270"/>
                </a:cubicBezTo>
                <a:cubicBezTo>
                  <a:pt x="370" y="304"/>
                  <a:pt x="370" y="304"/>
                  <a:pt x="370" y="304"/>
                </a:cubicBezTo>
                <a:cubicBezTo>
                  <a:pt x="361" y="327"/>
                  <a:pt x="361" y="327"/>
                  <a:pt x="361" y="327"/>
                </a:cubicBezTo>
                <a:cubicBezTo>
                  <a:pt x="394" y="351"/>
                  <a:pt x="394" y="351"/>
                  <a:pt x="394" y="351"/>
                </a:cubicBezTo>
                <a:cubicBezTo>
                  <a:pt x="387" y="356"/>
                  <a:pt x="387" y="356"/>
                  <a:pt x="387" y="356"/>
                </a:cubicBezTo>
                <a:cubicBezTo>
                  <a:pt x="350" y="337"/>
                  <a:pt x="350" y="337"/>
                  <a:pt x="350" y="337"/>
                </a:cubicBezTo>
                <a:cubicBezTo>
                  <a:pt x="361" y="327"/>
                  <a:pt x="361" y="327"/>
                  <a:pt x="361" y="327"/>
                </a:cubicBezTo>
                <a:cubicBezTo>
                  <a:pt x="290" y="318"/>
                  <a:pt x="290" y="318"/>
                  <a:pt x="290" y="318"/>
                </a:cubicBezTo>
                <a:cubicBezTo>
                  <a:pt x="253" y="336"/>
                  <a:pt x="253" y="336"/>
                  <a:pt x="253" y="336"/>
                </a:cubicBezTo>
                <a:cubicBezTo>
                  <a:pt x="253" y="350"/>
                  <a:pt x="253" y="350"/>
                  <a:pt x="253" y="350"/>
                </a:cubicBezTo>
                <a:cubicBezTo>
                  <a:pt x="253" y="367"/>
                  <a:pt x="253" y="367"/>
                  <a:pt x="253" y="367"/>
                </a:cubicBezTo>
                <a:cubicBezTo>
                  <a:pt x="229" y="367"/>
                  <a:pt x="229" y="367"/>
                  <a:pt x="229" y="367"/>
                </a:cubicBezTo>
                <a:cubicBezTo>
                  <a:pt x="220" y="351"/>
                  <a:pt x="220" y="351"/>
                  <a:pt x="220" y="351"/>
                </a:cubicBezTo>
                <a:cubicBezTo>
                  <a:pt x="207" y="351"/>
                  <a:pt x="207" y="351"/>
                  <a:pt x="207" y="351"/>
                </a:cubicBezTo>
                <a:cubicBezTo>
                  <a:pt x="207" y="326"/>
                  <a:pt x="207" y="326"/>
                  <a:pt x="207" y="326"/>
                </a:cubicBezTo>
                <a:cubicBezTo>
                  <a:pt x="227" y="326"/>
                  <a:pt x="227" y="326"/>
                  <a:pt x="227" y="326"/>
                </a:cubicBezTo>
                <a:cubicBezTo>
                  <a:pt x="227" y="326"/>
                  <a:pt x="227" y="326"/>
                  <a:pt x="227" y="326"/>
                </a:cubicBezTo>
                <a:cubicBezTo>
                  <a:pt x="232" y="326"/>
                  <a:pt x="235" y="323"/>
                  <a:pt x="235" y="318"/>
                </a:cubicBezTo>
                <a:cubicBezTo>
                  <a:pt x="235" y="318"/>
                  <a:pt x="235" y="318"/>
                  <a:pt x="235" y="318"/>
                </a:cubicBezTo>
                <a:cubicBezTo>
                  <a:pt x="235" y="315"/>
                  <a:pt x="235" y="315"/>
                  <a:pt x="235" y="315"/>
                </a:cubicBezTo>
                <a:cubicBezTo>
                  <a:pt x="236" y="315"/>
                  <a:pt x="236" y="315"/>
                  <a:pt x="236" y="315"/>
                </a:cubicBezTo>
                <a:cubicBezTo>
                  <a:pt x="236" y="286"/>
                  <a:pt x="236" y="286"/>
                  <a:pt x="236" y="286"/>
                </a:cubicBezTo>
                <a:cubicBezTo>
                  <a:pt x="236" y="286"/>
                  <a:pt x="236" y="286"/>
                  <a:pt x="236" y="286"/>
                </a:cubicBezTo>
                <a:cubicBezTo>
                  <a:pt x="236" y="275"/>
                  <a:pt x="236" y="275"/>
                  <a:pt x="236" y="275"/>
                </a:cubicBezTo>
                <a:cubicBezTo>
                  <a:pt x="236" y="275"/>
                  <a:pt x="236" y="275"/>
                  <a:pt x="236" y="274"/>
                </a:cubicBezTo>
                <a:cubicBezTo>
                  <a:pt x="236" y="270"/>
                  <a:pt x="232" y="266"/>
                  <a:pt x="228" y="266"/>
                </a:cubicBezTo>
                <a:cubicBezTo>
                  <a:pt x="227" y="266"/>
                  <a:pt x="227" y="266"/>
                  <a:pt x="227" y="266"/>
                </a:cubicBezTo>
                <a:cubicBezTo>
                  <a:pt x="207" y="266"/>
                  <a:pt x="207" y="266"/>
                  <a:pt x="207" y="266"/>
                </a:cubicBezTo>
                <a:cubicBezTo>
                  <a:pt x="207" y="171"/>
                  <a:pt x="207" y="171"/>
                  <a:pt x="207" y="171"/>
                </a:cubicBezTo>
                <a:cubicBezTo>
                  <a:pt x="205" y="171"/>
                  <a:pt x="205" y="171"/>
                  <a:pt x="205" y="171"/>
                </a:cubicBezTo>
                <a:cubicBezTo>
                  <a:pt x="205" y="138"/>
                  <a:pt x="205" y="138"/>
                  <a:pt x="205" y="138"/>
                </a:cubicBezTo>
                <a:cubicBezTo>
                  <a:pt x="206" y="137"/>
                  <a:pt x="208" y="137"/>
                  <a:pt x="209" y="137"/>
                </a:cubicBezTo>
                <a:cubicBezTo>
                  <a:pt x="221" y="168"/>
                  <a:pt x="221" y="168"/>
                  <a:pt x="221" y="168"/>
                </a:cubicBezTo>
                <a:cubicBezTo>
                  <a:pt x="219" y="169"/>
                  <a:pt x="219" y="169"/>
                  <a:pt x="219" y="169"/>
                </a:cubicBezTo>
                <a:cubicBezTo>
                  <a:pt x="219" y="169"/>
                  <a:pt x="219" y="169"/>
                  <a:pt x="219" y="169"/>
                </a:cubicBezTo>
                <a:cubicBezTo>
                  <a:pt x="220" y="173"/>
                  <a:pt x="220" y="173"/>
                  <a:pt x="220" y="173"/>
                </a:cubicBezTo>
                <a:cubicBezTo>
                  <a:pt x="239" y="166"/>
                  <a:pt x="239" y="166"/>
                  <a:pt x="239" y="166"/>
                </a:cubicBezTo>
                <a:cubicBezTo>
                  <a:pt x="237" y="162"/>
                  <a:pt x="237" y="162"/>
                  <a:pt x="237" y="162"/>
                </a:cubicBezTo>
                <a:cubicBezTo>
                  <a:pt x="235" y="163"/>
                  <a:pt x="235" y="163"/>
                  <a:pt x="235" y="163"/>
                </a:cubicBezTo>
                <a:cubicBezTo>
                  <a:pt x="223" y="131"/>
                  <a:pt x="223" y="131"/>
                  <a:pt x="223" y="131"/>
                </a:cubicBezTo>
                <a:cubicBezTo>
                  <a:pt x="224" y="130"/>
                  <a:pt x="225" y="129"/>
                  <a:pt x="226" y="129"/>
                </a:cubicBezTo>
                <a:cubicBezTo>
                  <a:pt x="250" y="153"/>
                  <a:pt x="250" y="153"/>
                  <a:pt x="250" y="153"/>
                </a:cubicBezTo>
                <a:cubicBezTo>
                  <a:pt x="249" y="155"/>
                  <a:pt x="249" y="155"/>
                  <a:pt x="249" y="155"/>
                </a:cubicBezTo>
                <a:cubicBezTo>
                  <a:pt x="249" y="155"/>
                  <a:pt x="249" y="155"/>
                  <a:pt x="249" y="155"/>
                </a:cubicBezTo>
                <a:cubicBezTo>
                  <a:pt x="252" y="158"/>
                  <a:pt x="252" y="158"/>
                  <a:pt x="252" y="158"/>
                </a:cubicBezTo>
                <a:cubicBezTo>
                  <a:pt x="265" y="144"/>
                  <a:pt x="265" y="144"/>
                  <a:pt x="265" y="144"/>
                </a:cubicBezTo>
                <a:cubicBezTo>
                  <a:pt x="262" y="141"/>
                  <a:pt x="262" y="141"/>
                  <a:pt x="262" y="141"/>
                </a:cubicBezTo>
                <a:cubicBezTo>
                  <a:pt x="261" y="142"/>
                  <a:pt x="261" y="142"/>
                  <a:pt x="261" y="142"/>
                </a:cubicBezTo>
                <a:cubicBezTo>
                  <a:pt x="236" y="118"/>
                  <a:pt x="236" y="118"/>
                  <a:pt x="236" y="118"/>
                </a:cubicBezTo>
                <a:cubicBezTo>
                  <a:pt x="237" y="117"/>
                  <a:pt x="237" y="116"/>
                  <a:pt x="238" y="115"/>
                </a:cubicBezTo>
                <a:cubicBezTo>
                  <a:pt x="271" y="128"/>
                  <a:pt x="271" y="128"/>
                  <a:pt x="271" y="128"/>
                </a:cubicBezTo>
                <a:cubicBezTo>
                  <a:pt x="270" y="130"/>
                  <a:pt x="270" y="130"/>
                  <a:pt x="270" y="130"/>
                </a:cubicBezTo>
                <a:cubicBezTo>
                  <a:pt x="270" y="130"/>
                  <a:pt x="270" y="130"/>
                  <a:pt x="270" y="130"/>
                </a:cubicBezTo>
                <a:cubicBezTo>
                  <a:pt x="274" y="132"/>
                  <a:pt x="274" y="132"/>
                  <a:pt x="274" y="132"/>
                </a:cubicBezTo>
                <a:cubicBezTo>
                  <a:pt x="281" y="114"/>
                  <a:pt x="281" y="114"/>
                  <a:pt x="281" y="114"/>
                </a:cubicBezTo>
                <a:cubicBezTo>
                  <a:pt x="277" y="112"/>
                  <a:pt x="277" y="112"/>
                  <a:pt x="277" y="112"/>
                </a:cubicBezTo>
                <a:cubicBezTo>
                  <a:pt x="277" y="114"/>
                  <a:pt x="277" y="114"/>
                  <a:pt x="277" y="114"/>
                </a:cubicBezTo>
                <a:cubicBezTo>
                  <a:pt x="244" y="101"/>
                  <a:pt x="244" y="101"/>
                  <a:pt x="244" y="101"/>
                </a:cubicBezTo>
                <a:cubicBezTo>
                  <a:pt x="244" y="100"/>
                  <a:pt x="244" y="99"/>
                  <a:pt x="244" y="98"/>
                </a:cubicBezTo>
                <a:cubicBezTo>
                  <a:pt x="279" y="98"/>
                  <a:pt x="279" y="98"/>
                  <a:pt x="279" y="98"/>
                </a:cubicBezTo>
                <a:cubicBezTo>
                  <a:pt x="279" y="100"/>
                  <a:pt x="279" y="100"/>
                  <a:pt x="279" y="100"/>
                </a:cubicBezTo>
                <a:cubicBezTo>
                  <a:pt x="368" y="100"/>
                  <a:pt x="368" y="100"/>
                  <a:pt x="368" y="100"/>
                </a:cubicBezTo>
                <a:cubicBezTo>
                  <a:pt x="369" y="101"/>
                  <a:pt x="369" y="103"/>
                  <a:pt x="370" y="105"/>
                </a:cubicBezTo>
                <a:cubicBezTo>
                  <a:pt x="371" y="109"/>
                  <a:pt x="374" y="112"/>
                  <a:pt x="375" y="112"/>
                </a:cubicBezTo>
                <a:cubicBezTo>
                  <a:pt x="375" y="112"/>
                  <a:pt x="375" y="112"/>
                  <a:pt x="375" y="112"/>
                </a:cubicBezTo>
                <a:cubicBezTo>
                  <a:pt x="375" y="112"/>
                  <a:pt x="375" y="112"/>
                  <a:pt x="375" y="112"/>
                </a:cubicBezTo>
                <a:cubicBezTo>
                  <a:pt x="406" y="100"/>
                  <a:pt x="406" y="100"/>
                  <a:pt x="406" y="100"/>
                </a:cubicBezTo>
                <a:cubicBezTo>
                  <a:pt x="416" y="100"/>
                  <a:pt x="416" y="100"/>
                  <a:pt x="416" y="100"/>
                </a:cubicBezTo>
                <a:cubicBezTo>
                  <a:pt x="394" y="130"/>
                  <a:pt x="394" y="130"/>
                  <a:pt x="394" y="130"/>
                </a:cubicBezTo>
                <a:cubicBezTo>
                  <a:pt x="394" y="130"/>
                  <a:pt x="394" y="130"/>
                  <a:pt x="394" y="130"/>
                </a:cubicBezTo>
                <a:cubicBezTo>
                  <a:pt x="394" y="130"/>
                  <a:pt x="394" y="130"/>
                  <a:pt x="394" y="130"/>
                </a:cubicBezTo>
                <a:cubicBezTo>
                  <a:pt x="394" y="130"/>
                  <a:pt x="394" y="130"/>
                  <a:pt x="394" y="130"/>
                </a:cubicBezTo>
                <a:cubicBezTo>
                  <a:pt x="394" y="130"/>
                  <a:pt x="394" y="130"/>
                  <a:pt x="394" y="130"/>
                </a:cubicBezTo>
                <a:cubicBezTo>
                  <a:pt x="393" y="131"/>
                  <a:pt x="395" y="134"/>
                  <a:pt x="399" y="136"/>
                </a:cubicBezTo>
                <a:cubicBezTo>
                  <a:pt x="403" y="139"/>
                  <a:pt x="406" y="140"/>
                  <a:pt x="407" y="139"/>
                </a:cubicBezTo>
                <a:cubicBezTo>
                  <a:pt x="407" y="139"/>
                  <a:pt x="407" y="139"/>
                  <a:pt x="407" y="139"/>
                </a:cubicBezTo>
                <a:cubicBezTo>
                  <a:pt x="438" y="100"/>
                  <a:pt x="438" y="100"/>
                  <a:pt x="438" y="100"/>
                </a:cubicBezTo>
                <a:cubicBezTo>
                  <a:pt x="439" y="100"/>
                  <a:pt x="439" y="100"/>
                  <a:pt x="439" y="100"/>
                </a:cubicBezTo>
                <a:cubicBezTo>
                  <a:pt x="423" y="147"/>
                  <a:pt x="423" y="147"/>
                  <a:pt x="423" y="147"/>
                </a:cubicBezTo>
                <a:cubicBezTo>
                  <a:pt x="423" y="147"/>
                  <a:pt x="423" y="147"/>
                  <a:pt x="423" y="147"/>
                </a:cubicBezTo>
                <a:cubicBezTo>
                  <a:pt x="423" y="147"/>
                  <a:pt x="423" y="147"/>
                  <a:pt x="423" y="147"/>
                </a:cubicBezTo>
                <a:cubicBezTo>
                  <a:pt x="422" y="149"/>
                  <a:pt x="426" y="151"/>
                  <a:pt x="430" y="153"/>
                </a:cubicBezTo>
                <a:cubicBezTo>
                  <a:pt x="434" y="154"/>
                  <a:pt x="438" y="155"/>
                  <a:pt x="439" y="153"/>
                </a:cubicBezTo>
                <a:cubicBezTo>
                  <a:pt x="439" y="153"/>
                  <a:pt x="439" y="153"/>
                  <a:pt x="439" y="153"/>
                </a:cubicBezTo>
                <a:cubicBezTo>
                  <a:pt x="439" y="153"/>
                  <a:pt x="439" y="153"/>
                  <a:pt x="439" y="153"/>
                </a:cubicBezTo>
                <a:cubicBezTo>
                  <a:pt x="439" y="153"/>
                  <a:pt x="439" y="153"/>
                  <a:pt x="439" y="153"/>
                </a:cubicBezTo>
                <a:cubicBezTo>
                  <a:pt x="439" y="153"/>
                  <a:pt x="439" y="153"/>
                  <a:pt x="439" y="153"/>
                </a:cubicBezTo>
                <a:cubicBezTo>
                  <a:pt x="457" y="100"/>
                  <a:pt x="457" y="100"/>
                  <a:pt x="457" y="100"/>
                </a:cubicBezTo>
                <a:cubicBezTo>
                  <a:pt x="457" y="100"/>
                  <a:pt x="457" y="100"/>
                  <a:pt x="457" y="100"/>
                </a:cubicBezTo>
                <a:cubicBezTo>
                  <a:pt x="457" y="159"/>
                  <a:pt x="457" y="159"/>
                  <a:pt x="457" y="159"/>
                </a:cubicBezTo>
                <a:cubicBezTo>
                  <a:pt x="457" y="159"/>
                  <a:pt x="457" y="159"/>
                  <a:pt x="457" y="159"/>
                </a:cubicBezTo>
                <a:cubicBezTo>
                  <a:pt x="457" y="159"/>
                  <a:pt x="457" y="159"/>
                  <a:pt x="457" y="159"/>
                </a:cubicBezTo>
                <a:cubicBezTo>
                  <a:pt x="457" y="159"/>
                  <a:pt x="457" y="159"/>
                  <a:pt x="457" y="159"/>
                </a:cubicBezTo>
                <a:cubicBezTo>
                  <a:pt x="457" y="159"/>
                  <a:pt x="457" y="159"/>
                  <a:pt x="457" y="159"/>
                </a:cubicBezTo>
                <a:cubicBezTo>
                  <a:pt x="457" y="160"/>
                  <a:pt x="461" y="161"/>
                  <a:pt x="466" y="161"/>
                </a:cubicBezTo>
                <a:cubicBezTo>
                  <a:pt x="471" y="161"/>
                  <a:pt x="474" y="160"/>
                  <a:pt x="475" y="159"/>
                </a:cubicBezTo>
                <a:cubicBezTo>
                  <a:pt x="475" y="159"/>
                  <a:pt x="475" y="159"/>
                  <a:pt x="475" y="159"/>
                </a:cubicBezTo>
                <a:cubicBezTo>
                  <a:pt x="475" y="159"/>
                  <a:pt x="475" y="159"/>
                  <a:pt x="475" y="159"/>
                </a:cubicBezTo>
                <a:cubicBezTo>
                  <a:pt x="475" y="159"/>
                  <a:pt x="475" y="159"/>
                  <a:pt x="475" y="159"/>
                </a:cubicBezTo>
                <a:cubicBezTo>
                  <a:pt x="475" y="159"/>
                  <a:pt x="475" y="159"/>
                  <a:pt x="475" y="159"/>
                </a:cubicBezTo>
                <a:cubicBezTo>
                  <a:pt x="475" y="100"/>
                  <a:pt x="475" y="100"/>
                  <a:pt x="475" y="100"/>
                </a:cubicBezTo>
                <a:cubicBezTo>
                  <a:pt x="481" y="100"/>
                  <a:pt x="481" y="100"/>
                  <a:pt x="481" y="100"/>
                </a:cubicBezTo>
                <a:cubicBezTo>
                  <a:pt x="481" y="88"/>
                  <a:pt x="481" y="88"/>
                  <a:pt x="481" y="88"/>
                </a:cubicBezTo>
                <a:cubicBezTo>
                  <a:pt x="412" y="88"/>
                  <a:pt x="412" y="88"/>
                  <a:pt x="412" y="88"/>
                </a:cubicBezTo>
                <a:cubicBezTo>
                  <a:pt x="412" y="84"/>
                  <a:pt x="412" y="84"/>
                  <a:pt x="412" y="84"/>
                </a:cubicBezTo>
                <a:cubicBezTo>
                  <a:pt x="481" y="84"/>
                  <a:pt x="481" y="84"/>
                  <a:pt x="481" y="84"/>
                </a:cubicBezTo>
                <a:cubicBezTo>
                  <a:pt x="481" y="80"/>
                  <a:pt x="481" y="80"/>
                  <a:pt x="481" y="80"/>
                </a:cubicBezTo>
                <a:cubicBezTo>
                  <a:pt x="456" y="80"/>
                  <a:pt x="456" y="80"/>
                  <a:pt x="456" y="80"/>
                </a:cubicBezTo>
                <a:cubicBezTo>
                  <a:pt x="456" y="80"/>
                  <a:pt x="456" y="80"/>
                  <a:pt x="456" y="80"/>
                </a:cubicBezTo>
                <a:cubicBezTo>
                  <a:pt x="411" y="80"/>
                  <a:pt x="411" y="80"/>
                  <a:pt x="411" y="80"/>
                </a:cubicBezTo>
                <a:cubicBezTo>
                  <a:pt x="404" y="79"/>
                  <a:pt x="386" y="75"/>
                  <a:pt x="374" y="63"/>
                </a:cubicBezTo>
                <a:cubicBezTo>
                  <a:pt x="357" y="46"/>
                  <a:pt x="357" y="34"/>
                  <a:pt x="357" y="34"/>
                </a:cubicBezTo>
                <a:cubicBezTo>
                  <a:pt x="354" y="34"/>
                  <a:pt x="354" y="34"/>
                  <a:pt x="354" y="34"/>
                </a:cubicBezTo>
                <a:cubicBezTo>
                  <a:pt x="354" y="80"/>
                  <a:pt x="354" y="80"/>
                  <a:pt x="354" y="80"/>
                </a:cubicBezTo>
                <a:cubicBezTo>
                  <a:pt x="350" y="80"/>
                  <a:pt x="350" y="80"/>
                  <a:pt x="350" y="80"/>
                </a:cubicBezTo>
                <a:cubicBezTo>
                  <a:pt x="350" y="34"/>
                  <a:pt x="350" y="34"/>
                  <a:pt x="350" y="34"/>
                </a:cubicBezTo>
                <a:cubicBezTo>
                  <a:pt x="344" y="34"/>
                  <a:pt x="344" y="34"/>
                  <a:pt x="344" y="34"/>
                </a:cubicBezTo>
                <a:cubicBezTo>
                  <a:pt x="344" y="80"/>
                  <a:pt x="344" y="80"/>
                  <a:pt x="344" y="80"/>
                </a:cubicBezTo>
                <a:cubicBezTo>
                  <a:pt x="279" y="80"/>
                  <a:pt x="279" y="80"/>
                  <a:pt x="279" y="80"/>
                </a:cubicBezTo>
                <a:cubicBezTo>
                  <a:pt x="279" y="82"/>
                  <a:pt x="279" y="82"/>
                  <a:pt x="279" y="82"/>
                </a:cubicBezTo>
                <a:cubicBezTo>
                  <a:pt x="244" y="82"/>
                  <a:pt x="244" y="82"/>
                  <a:pt x="244" y="82"/>
                </a:cubicBezTo>
                <a:cubicBezTo>
                  <a:pt x="241" y="62"/>
                  <a:pt x="225" y="46"/>
                  <a:pt x="205" y="43"/>
                </a:cubicBezTo>
                <a:cubicBezTo>
                  <a:pt x="205" y="4"/>
                  <a:pt x="205" y="4"/>
                  <a:pt x="205" y="4"/>
                </a:cubicBezTo>
                <a:cubicBezTo>
                  <a:pt x="207" y="4"/>
                  <a:pt x="207" y="4"/>
                  <a:pt x="207" y="4"/>
                </a:cubicBezTo>
                <a:cubicBezTo>
                  <a:pt x="207" y="0"/>
                  <a:pt x="207" y="0"/>
                  <a:pt x="207" y="0"/>
                </a:cubicBezTo>
                <a:cubicBezTo>
                  <a:pt x="187" y="0"/>
                  <a:pt x="187" y="0"/>
                  <a:pt x="187" y="0"/>
                </a:cubicBezTo>
                <a:cubicBezTo>
                  <a:pt x="187" y="4"/>
                  <a:pt x="187" y="4"/>
                  <a:pt x="187" y="4"/>
                </a:cubicBezTo>
                <a:cubicBezTo>
                  <a:pt x="190" y="4"/>
                  <a:pt x="190" y="4"/>
                  <a:pt x="190" y="4"/>
                </a:cubicBezTo>
                <a:cubicBezTo>
                  <a:pt x="190" y="43"/>
                  <a:pt x="190" y="43"/>
                  <a:pt x="190" y="43"/>
                </a:cubicBezTo>
                <a:cubicBezTo>
                  <a:pt x="188" y="43"/>
                  <a:pt x="187" y="43"/>
                  <a:pt x="186" y="43"/>
                </a:cubicBezTo>
                <a:cubicBezTo>
                  <a:pt x="171" y="8"/>
                  <a:pt x="171" y="8"/>
                  <a:pt x="171" y="8"/>
                </a:cubicBezTo>
                <a:cubicBezTo>
                  <a:pt x="173" y="7"/>
                  <a:pt x="173" y="7"/>
                  <a:pt x="173" y="7"/>
                </a:cubicBezTo>
                <a:cubicBezTo>
                  <a:pt x="173" y="7"/>
                  <a:pt x="173" y="7"/>
                  <a:pt x="173" y="7"/>
                </a:cubicBezTo>
                <a:cubicBezTo>
                  <a:pt x="172" y="3"/>
                  <a:pt x="172" y="3"/>
                  <a:pt x="172" y="3"/>
                </a:cubicBezTo>
                <a:cubicBezTo>
                  <a:pt x="154" y="11"/>
                  <a:pt x="154" y="11"/>
                  <a:pt x="154" y="11"/>
                </a:cubicBezTo>
                <a:cubicBezTo>
                  <a:pt x="155" y="15"/>
                  <a:pt x="155" y="15"/>
                  <a:pt x="155" y="15"/>
                </a:cubicBezTo>
                <a:cubicBezTo>
                  <a:pt x="157" y="14"/>
                  <a:pt x="157" y="14"/>
                  <a:pt x="157" y="14"/>
                </a:cubicBezTo>
                <a:cubicBezTo>
                  <a:pt x="172" y="49"/>
                  <a:pt x="172" y="49"/>
                  <a:pt x="172" y="49"/>
                </a:cubicBezTo>
                <a:cubicBezTo>
                  <a:pt x="171" y="49"/>
                  <a:pt x="170" y="50"/>
                  <a:pt x="169" y="51"/>
                </a:cubicBezTo>
                <a:cubicBezTo>
                  <a:pt x="142" y="24"/>
                  <a:pt x="142" y="24"/>
                  <a:pt x="142" y="24"/>
                </a:cubicBezTo>
                <a:cubicBezTo>
                  <a:pt x="144" y="23"/>
                  <a:pt x="144" y="23"/>
                  <a:pt x="144" y="23"/>
                </a:cubicBezTo>
                <a:cubicBezTo>
                  <a:pt x="144" y="23"/>
                  <a:pt x="144" y="23"/>
                  <a:pt x="144" y="23"/>
                </a:cubicBezTo>
                <a:cubicBezTo>
                  <a:pt x="141" y="20"/>
                  <a:pt x="141" y="20"/>
                  <a:pt x="141" y="20"/>
                </a:cubicBezTo>
                <a:cubicBezTo>
                  <a:pt x="127" y="34"/>
                  <a:pt x="127" y="34"/>
                  <a:pt x="127" y="34"/>
                </a:cubicBezTo>
                <a:cubicBezTo>
                  <a:pt x="130" y="37"/>
                  <a:pt x="130" y="37"/>
                  <a:pt x="130" y="37"/>
                </a:cubicBezTo>
                <a:cubicBezTo>
                  <a:pt x="132" y="35"/>
                  <a:pt x="132" y="35"/>
                  <a:pt x="132" y="35"/>
                </a:cubicBezTo>
                <a:cubicBezTo>
                  <a:pt x="158" y="61"/>
                  <a:pt x="158" y="61"/>
                  <a:pt x="158" y="61"/>
                </a:cubicBezTo>
                <a:cubicBezTo>
                  <a:pt x="157" y="62"/>
                  <a:pt x="157" y="63"/>
                  <a:pt x="156" y="64"/>
                </a:cubicBezTo>
                <a:cubicBezTo>
                  <a:pt x="122" y="51"/>
                  <a:pt x="122" y="51"/>
                  <a:pt x="122" y="51"/>
                </a:cubicBezTo>
                <a:cubicBezTo>
                  <a:pt x="123" y="48"/>
                  <a:pt x="123" y="48"/>
                  <a:pt x="123" y="48"/>
                </a:cubicBezTo>
                <a:cubicBezTo>
                  <a:pt x="123" y="48"/>
                  <a:pt x="123" y="48"/>
                  <a:pt x="123" y="48"/>
                </a:cubicBezTo>
                <a:cubicBezTo>
                  <a:pt x="119" y="47"/>
                  <a:pt x="119" y="47"/>
                  <a:pt x="119" y="47"/>
                </a:cubicBezTo>
                <a:cubicBezTo>
                  <a:pt x="112" y="65"/>
                  <a:pt x="112" y="65"/>
                  <a:pt x="112" y="65"/>
                </a:cubicBezTo>
                <a:cubicBezTo>
                  <a:pt x="116" y="66"/>
                  <a:pt x="116" y="66"/>
                  <a:pt x="116" y="66"/>
                </a:cubicBezTo>
                <a:cubicBezTo>
                  <a:pt x="116" y="64"/>
                  <a:pt x="116" y="64"/>
                  <a:pt x="116" y="64"/>
                </a:cubicBezTo>
                <a:cubicBezTo>
                  <a:pt x="150" y="78"/>
                  <a:pt x="150" y="78"/>
                  <a:pt x="150" y="78"/>
                </a:cubicBezTo>
                <a:cubicBezTo>
                  <a:pt x="150" y="79"/>
                  <a:pt x="149" y="81"/>
                  <a:pt x="149" y="82"/>
                </a:cubicBezTo>
                <a:cubicBezTo>
                  <a:pt x="110" y="82"/>
                  <a:pt x="110" y="82"/>
                  <a:pt x="110" y="82"/>
                </a:cubicBezTo>
                <a:cubicBezTo>
                  <a:pt x="110" y="80"/>
                  <a:pt x="110" y="80"/>
                  <a:pt x="110" y="80"/>
                </a:cubicBezTo>
                <a:cubicBezTo>
                  <a:pt x="68" y="80"/>
                  <a:pt x="68" y="80"/>
                  <a:pt x="68" y="80"/>
                </a:cubicBezTo>
                <a:cubicBezTo>
                  <a:pt x="68" y="80"/>
                  <a:pt x="68" y="80"/>
                  <a:pt x="67" y="80"/>
                </a:cubicBezTo>
                <a:cubicBezTo>
                  <a:pt x="63" y="80"/>
                  <a:pt x="59" y="84"/>
                  <a:pt x="59" y="89"/>
                </a:cubicBezTo>
                <a:cubicBezTo>
                  <a:pt x="59" y="89"/>
                  <a:pt x="59" y="89"/>
                  <a:pt x="59" y="89"/>
                </a:cubicBezTo>
                <a:cubicBezTo>
                  <a:pt x="59" y="98"/>
                  <a:pt x="59" y="98"/>
                  <a:pt x="59" y="98"/>
                </a:cubicBezTo>
                <a:cubicBezTo>
                  <a:pt x="59" y="98"/>
                  <a:pt x="59" y="98"/>
                  <a:pt x="59" y="98"/>
                </a:cubicBezTo>
                <a:cubicBezTo>
                  <a:pt x="59" y="266"/>
                  <a:pt x="59" y="266"/>
                  <a:pt x="59" y="266"/>
                </a:cubicBezTo>
                <a:cubicBezTo>
                  <a:pt x="59" y="266"/>
                  <a:pt x="59" y="266"/>
                  <a:pt x="59" y="266"/>
                </a:cubicBezTo>
                <a:cubicBezTo>
                  <a:pt x="59" y="277"/>
                  <a:pt x="59" y="277"/>
                  <a:pt x="59" y="277"/>
                </a:cubicBezTo>
                <a:cubicBezTo>
                  <a:pt x="59" y="277"/>
                  <a:pt x="59" y="277"/>
                  <a:pt x="59" y="277"/>
                </a:cubicBezTo>
                <a:cubicBezTo>
                  <a:pt x="59" y="282"/>
                  <a:pt x="63" y="286"/>
                  <a:pt x="67" y="286"/>
                </a:cubicBezTo>
                <a:cubicBezTo>
                  <a:pt x="68" y="286"/>
                  <a:pt x="68" y="286"/>
                  <a:pt x="68" y="286"/>
                </a:cubicBezTo>
                <a:cubicBezTo>
                  <a:pt x="108" y="286"/>
                  <a:pt x="108" y="286"/>
                  <a:pt x="108" y="286"/>
                </a:cubicBezTo>
                <a:cubicBezTo>
                  <a:pt x="108" y="286"/>
                  <a:pt x="108" y="286"/>
                  <a:pt x="108" y="286"/>
                </a:cubicBezTo>
                <a:cubicBezTo>
                  <a:pt x="185" y="286"/>
                  <a:pt x="185" y="286"/>
                  <a:pt x="185" y="286"/>
                </a:cubicBezTo>
                <a:cubicBezTo>
                  <a:pt x="185" y="286"/>
                  <a:pt x="185" y="286"/>
                  <a:pt x="185" y="286"/>
                </a:cubicBezTo>
                <a:cubicBezTo>
                  <a:pt x="187" y="286"/>
                  <a:pt x="187" y="286"/>
                  <a:pt x="187" y="286"/>
                </a:cubicBezTo>
                <a:cubicBezTo>
                  <a:pt x="187" y="307"/>
                  <a:pt x="187" y="307"/>
                  <a:pt x="187" y="307"/>
                </a:cubicBezTo>
                <a:cubicBezTo>
                  <a:pt x="185" y="307"/>
                  <a:pt x="185" y="307"/>
                  <a:pt x="185" y="307"/>
                </a:cubicBezTo>
                <a:cubicBezTo>
                  <a:pt x="185" y="307"/>
                  <a:pt x="185" y="307"/>
                  <a:pt x="185" y="307"/>
                </a:cubicBezTo>
                <a:cubicBezTo>
                  <a:pt x="153" y="307"/>
                  <a:pt x="153" y="307"/>
                  <a:pt x="153" y="307"/>
                </a:cubicBezTo>
                <a:cubicBezTo>
                  <a:pt x="153" y="307"/>
                  <a:pt x="153" y="307"/>
                  <a:pt x="153" y="307"/>
                </a:cubicBezTo>
                <a:cubicBezTo>
                  <a:pt x="148" y="307"/>
                  <a:pt x="145" y="310"/>
                  <a:pt x="145" y="315"/>
                </a:cubicBezTo>
                <a:cubicBezTo>
                  <a:pt x="145" y="315"/>
                  <a:pt x="145" y="315"/>
                  <a:pt x="145" y="315"/>
                </a:cubicBezTo>
                <a:cubicBezTo>
                  <a:pt x="145" y="326"/>
                  <a:pt x="145" y="326"/>
                  <a:pt x="145" y="326"/>
                </a:cubicBezTo>
                <a:cubicBezTo>
                  <a:pt x="145" y="326"/>
                  <a:pt x="145" y="326"/>
                  <a:pt x="145" y="326"/>
                </a:cubicBezTo>
                <a:cubicBezTo>
                  <a:pt x="145" y="351"/>
                  <a:pt x="145" y="351"/>
                  <a:pt x="145" y="351"/>
                </a:cubicBezTo>
                <a:cubicBezTo>
                  <a:pt x="86" y="351"/>
                  <a:pt x="86" y="351"/>
                  <a:pt x="86" y="351"/>
                </a:cubicBezTo>
                <a:cubicBezTo>
                  <a:pt x="87" y="400"/>
                  <a:pt x="87" y="400"/>
                  <a:pt x="87" y="400"/>
                </a:cubicBezTo>
                <a:cubicBezTo>
                  <a:pt x="103" y="418"/>
                  <a:pt x="103" y="418"/>
                  <a:pt x="103" y="418"/>
                </a:cubicBezTo>
                <a:cubicBezTo>
                  <a:pt x="103" y="451"/>
                  <a:pt x="103" y="451"/>
                  <a:pt x="103" y="451"/>
                </a:cubicBezTo>
                <a:cubicBezTo>
                  <a:pt x="122" y="459"/>
                  <a:pt x="122" y="459"/>
                  <a:pt x="122" y="459"/>
                </a:cubicBezTo>
                <a:cubicBezTo>
                  <a:pt x="122" y="505"/>
                  <a:pt x="122" y="505"/>
                  <a:pt x="122" y="505"/>
                </a:cubicBezTo>
                <a:cubicBezTo>
                  <a:pt x="38" y="520"/>
                  <a:pt x="7" y="539"/>
                  <a:pt x="4" y="540"/>
                </a:cubicBezTo>
                <a:cubicBezTo>
                  <a:pt x="0" y="540"/>
                  <a:pt x="19" y="543"/>
                  <a:pt x="46" y="556"/>
                </a:cubicBezTo>
                <a:cubicBezTo>
                  <a:pt x="80" y="572"/>
                  <a:pt x="76" y="581"/>
                  <a:pt x="76" y="581"/>
                </a:cubicBezTo>
                <a:cubicBezTo>
                  <a:pt x="76" y="581"/>
                  <a:pt x="135" y="543"/>
                  <a:pt x="263" y="520"/>
                </a:cubicBezTo>
                <a:cubicBezTo>
                  <a:pt x="330" y="508"/>
                  <a:pt x="451" y="503"/>
                  <a:pt x="495" y="512"/>
                </a:cubicBezTo>
                <a:cubicBezTo>
                  <a:pt x="495" y="512"/>
                  <a:pt x="461" y="504"/>
                  <a:pt x="413" y="497"/>
                </a:cubicBezTo>
                <a:close/>
              </a:path>
            </a:pathLst>
          </a:custGeom>
          <a:solidFill>
            <a:srgbClr val="003778"/>
          </a:solidFill>
          <a:ln>
            <a:noFill/>
          </a:ln>
        </p:spPr>
        <p:txBody>
          <a:bodyPr vert="horz" wrap="square" lIns="91440" tIns="45720" rIns="91440" bIns="45720" numCol="1" anchor="t" anchorCtr="0" compatLnSpc="1">
            <a:prstTxWarp prst="textNoShape">
              <a:avLst/>
            </a:prstTxWarp>
          </a:bodyPr>
          <a:lstStyle/>
          <a:p>
            <a:endParaRPr lang="zh-CN" altLang="en-US" dirty="0"/>
          </a:p>
        </p:txBody>
      </p:sp>
      <p:cxnSp>
        <p:nvCxnSpPr>
          <p:cNvPr id="16" name="直接连接符 15">
            <a:extLst>
              <a:ext uri="{FF2B5EF4-FFF2-40B4-BE49-F238E27FC236}">
                <a16:creationId xmlns:a16="http://schemas.microsoft.com/office/drawing/2014/main" id="{37B9A614-BC4E-4B23-B9D1-2B209AB0743B}"/>
              </a:ext>
            </a:extLst>
          </p:cNvPr>
          <p:cNvCxnSpPr>
            <a:cxnSpLocks/>
          </p:cNvCxnSpPr>
          <p:nvPr userDrawn="1"/>
        </p:nvCxnSpPr>
        <p:spPr>
          <a:xfrm>
            <a:off x="659130" y="1027048"/>
            <a:ext cx="10864850" cy="0"/>
          </a:xfrm>
          <a:prstGeom prst="line">
            <a:avLst/>
          </a:prstGeom>
          <a:ln cap="rnd">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967482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40550F8C-09E3-4442-8DC6-E0C639E8B1D8}"/>
              </a:ext>
            </a:extLst>
          </p:cNvPr>
          <p:cNvSpPr/>
          <p:nvPr userDrawn="1"/>
        </p:nvSpPr>
        <p:spPr>
          <a:xfrm>
            <a:off x="0" y="0"/>
            <a:ext cx="12192000" cy="6492875"/>
          </a:xfrm>
          <a:prstGeom prst="rect">
            <a:avLst/>
          </a:prstGeom>
          <a:solidFill>
            <a:schemeClr val="bg1">
              <a:alpha val="93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latin typeface="Microsoft YaHei UI" panose="020B0503020204020204" pitchFamily="34" charset="-122"/>
              <a:ea typeface="Microsoft YaHei UI" panose="020B0503020204020204" pitchFamily="34" charset="-122"/>
            </a:endParaRPr>
          </a:p>
        </p:txBody>
      </p:sp>
      <p:sp>
        <p:nvSpPr>
          <p:cNvPr id="2" name="标题 1">
            <a:extLst>
              <a:ext uri="{FF2B5EF4-FFF2-40B4-BE49-F238E27FC236}">
                <a16:creationId xmlns:a16="http://schemas.microsoft.com/office/drawing/2014/main" id="{F3F78BD0-F462-4621-8C34-D1893B6B97AE}"/>
              </a:ext>
            </a:extLst>
          </p:cNvPr>
          <p:cNvSpPr>
            <a:spLocks noGrp="1"/>
          </p:cNvSpPr>
          <p:nvPr>
            <p:ph type="title"/>
          </p:nvPr>
        </p:nvSpPr>
        <p:spPr>
          <a:xfrm>
            <a:off x="792481" y="574395"/>
            <a:ext cx="7315200" cy="341874"/>
          </a:xfrm>
        </p:spPr>
        <p:txBody>
          <a:bodyPr lIns="0" tIns="0" rIns="0" bIns="0">
            <a:noAutofit/>
          </a:bodyPr>
          <a:lstStyle>
            <a:lvl1pPr>
              <a:defRPr sz="2600" b="1">
                <a:solidFill>
                  <a:schemeClr val="accent1"/>
                </a:solidFill>
              </a:defRPr>
            </a:lvl1pPr>
          </a:lstStyle>
          <a:p>
            <a:r>
              <a:rPr lang="zh-CN" altLang="en-US" dirty="0"/>
              <a:t>单击此处编辑母版标题样式</a:t>
            </a:r>
          </a:p>
        </p:txBody>
      </p:sp>
      <p:sp>
        <p:nvSpPr>
          <p:cNvPr id="7" name="矩形 6">
            <a:extLst>
              <a:ext uri="{FF2B5EF4-FFF2-40B4-BE49-F238E27FC236}">
                <a16:creationId xmlns:a16="http://schemas.microsoft.com/office/drawing/2014/main" id="{273664E7-E6D5-4929-9178-9AD3110374FA}"/>
              </a:ext>
            </a:extLst>
          </p:cNvPr>
          <p:cNvSpPr/>
          <p:nvPr userDrawn="1"/>
        </p:nvSpPr>
        <p:spPr>
          <a:xfrm>
            <a:off x="0" y="6492875"/>
            <a:ext cx="12192000" cy="365125"/>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a:extLst>
              <a:ext uri="{FF2B5EF4-FFF2-40B4-BE49-F238E27FC236}">
                <a16:creationId xmlns:a16="http://schemas.microsoft.com/office/drawing/2014/main" id="{CC1AFDE3-17F7-4C68-81A1-E196F75F6412}"/>
              </a:ext>
            </a:extLst>
          </p:cNvPr>
          <p:cNvPicPr>
            <a:picLocks noChangeAspect="1"/>
          </p:cNvPicPr>
          <p:nvPr userDrawn="1"/>
        </p:nvPicPr>
        <p:blipFill>
          <a:blip r:embed="rId2"/>
          <a:stretch>
            <a:fillRect/>
          </a:stretch>
        </p:blipFill>
        <p:spPr>
          <a:xfrm>
            <a:off x="673100" y="6580054"/>
            <a:ext cx="1330959" cy="203465"/>
          </a:xfrm>
          <a:prstGeom prst="rect">
            <a:avLst/>
          </a:prstGeom>
        </p:spPr>
      </p:pic>
      <p:pic>
        <p:nvPicPr>
          <p:cNvPr id="9" name="图片 8">
            <a:extLst>
              <a:ext uri="{FF2B5EF4-FFF2-40B4-BE49-F238E27FC236}">
                <a16:creationId xmlns:a16="http://schemas.microsoft.com/office/drawing/2014/main" id="{F17405B7-37A0-4A9E-87D3-E7F07F5B2459}"/>
              </a:ext>
            </a:extLst>
          </p:cNvPr>
          <p:cNvPicPr>
            <a:picLocks noChangeAspect="1"/>
          </p:cNvPicPr>
          <p:nvPr userDrawn="1"/>
        </p:nvPicPr>
        <p:blipFill>
          <a:blip r:embed="rId3"/>
          <a:stretch>
            <a:fillRect/>
          </a:stretch>
        </p:blipFill>
        <p:spPr>
          <a:xfrm>
            <a:off x="9997440" y="530517"/>
            <a:ext cx="1521460" cy="380209"/>
          </a:xfrm>
          <a:prstGeom prst="rect">
            <a:avLst/>
          </a:prstGeom>
        </p:spPr>
      </p:pic>
      <p:pic>
        <p:nvPicPr>
          <p:cNvPr id="12" name="图片 11">
            <a:extLst>
              <a:ext uri="{FF2B5EF4-FFF2-40B4-BE49-F238E27FC236}">
                <a16:creationId xmlns:a16="http://schemas.microsoft.com/office/drawing/2014/main" id="{A4F36DF7-8FB7-494A-AB7D-676726F71429}"/>
              </a:ext>
            </a:extLst>
          </p:cNvPr>
          <p:cNvPicPr>
            <a:picLocks noChangeAspect="1"/>
          </p:cNvPicPr>
          <p:nvPr userDrawn="1"/>
        </p:nvPicPr>
        <p:blipFill>
          <a:blip r:embed="rId4"/>
          <a:stretch>
            <a:fillRect/>
          </a:stretch>
        </p:blipFill>
        <p:spPr>
          <a:xfrm>
            <a:off x="8610600" y="6626002"/>
            <a:ext cx="2908300" cy="111568"/>
          </a:xfrm>
          <a:prstGeom prst="rect">
            <a:avLst/>
          </a:prstGeom>
        </p:spPr>
      </p:pic>
      <p:sp>
        <p:nvSpPr>
          <p:cNvPr id="13" name="Freeform 52">
            <a:extLst>
              <a:ext uri="{FF2B5EF4-FFF2-40B4-BE49-F238E27FC236}">
                <a16:creationId xmlns:a16="http://schemas.microsoft.com/office/drawing/2014/main" id="{8C821F99-9CAC-4AF4-A510-C489D83FB6B7}"/>
              </a:ext>
            </a:extLst>
          </p:cNvPr>
          <p:cNvSpPr>
            <a:spLocks noEditPoints="1"/>
          </p:cNvSpPr>
          <p:nvPr userDrawn="1"/>
        </p:nvSpPr>
        <p:spPr bwMode="auto">
          <a:xfrm>
            <a:off x="114520" y="450603"/>
            <a:ext cx="563441" cy="659948"/>
          </a:xfrm>
          <a:custGeom>
            <a:avLst/>
            <a:gdLst>
              <a:gd name="T0" fmla="*/ 342 w 495"/>
              <a:gd name="T1" fmla="*/ 490 h 581"/>
              <a:gd name="T2" fmla="*/ 267 w 495"/>
              <a:gd name="T3" fmla="*/ 393 h 581"/>
              <a:gd name="T4" fmla="*/ 155 w 495"/>
              <a:gd name="T5" fmla="*/ 426 h 581"/>
              <a:gd name="T6" fmla="*/ 159 w 495"/>
              <a:gd name="T7" fmla="*/ 351 h 581"/>
              <a:gd name="T8" fmla="*/ 108 w 495"/>
              <a:gd name="T9" fmla="*/ 266 h 581"/>
              <a:gd name="T10" fmla="*/ 118 w 495"/>
              <a:gd name="T11" fmla="*/ 114 h 581"/>
              <a:gd name="T12" fmla="*/ 157 w 495"/>
              <a:gd name="T13" fmla="*/ 118 h 581"/>
              <a:gd name="T14" fmla="*/ 168 w 495"/>
              <a:gd name="T15" fmla="*/ 129 h 581"/>
              <a:gd name="T16" fmla="*/ 173 w 495"/>
              <a:gd name="T17" fmla="*/ 168 h 581"/>
              <a:gd name="T18" fmla="*/ 68 w 495"/>
              <a:gd name="T19" fmla="*/ 266 h 581"/>
              <a:gd name="T20" fmla="*/ 153 w 495"/>
              <a:gd name="T21" fmla="*/ 111 h 581"/>
              <a:gd name="T22" fmla="*/ 142 w 495"/>
              <a:gd name="T23" fmla="*/ 149 h 581"/>
              <a:gd name="T24" fmla="*/ 181 w 495"/>
              <a:gd name="T25" fmla="*/ 133 h 581"/>
              <a:gd name="T26" fmla="*/ 182 w 495"/>
              <a:gd name="T27" fmla="*/ 47 h 581"/>
              <a:gd name="T28" fmla="*/ 197 w 495"/>
              <a:gd name="T29" fmla="*/ 282 h 581"/>
              <a:gd name="T30" fmla="*/ 199 w 495"/>
              <a:gd name="T31" fmla="*/ 136 h 581"/>
              <a:gd name="T32" fmla="*/ 201 w 495"/>
              <a:gd name="T33" fmla="*/ 5 h 581"/>
              <a:gd name="T34" fmla="*/ 212 w 495"/>
              <a:gd name="T35" fmla="*/ 61 h 581"/>
              <a:gd name="T36" fmla="*/ 256 w 495"/>
              <a:gd name="T37" fmla="*/ 145 h 581"/>
              <a:gd name="T38" fmla="*/ 279 w 495"/>
              <a:gd name="T39" fmla="*/ 84 h 581"/>
              <a:gd name="T40" fmla="*/ 358 w 495"/>
              <a:gd name="T41" fmla="*/ 54 h 581"/>
              <a:gd name="T42" fmla="*/ 412 w 495"/>
              <a:gd name="T43" fmla="*/ 93 h 581"/>
              <a:gd name="T44" fmla="*/ 431 w 495"/>
              <a:gd name="T45" fmla="*/ 95 h 581"/>
              <a:gd name="T46" fmla="*/ 463 w 495"/>
              <a:gd name="T47" fmla="*/ 155 h 581"/>
              <a:gd name="T48" fmla="*/ 222 w 495"/>
              <a:gd name="T49" fmla="*/ 279 h 581"/>
              <a:gd name="T50" fmla="*/ 350 w 495"/>
              <a:gd name="T51" fmla="*/ 257 h 581"/>
              <a:gd name="T52" fmla="*/ 398 w 495"/>
              <a:gd name="T53" fmla="*/ 210 h 581"/>
              <a:gd name="T54" fmla="*/ 407 w 495"/>
              <a:gd name="T55" fmla="*/ 219 h 581"/>
              <a:gd name="T56" fmla="*/ 412 w 495"/>
              <a:gd name="T57" fmla="*/ 451 h 581"/>
              <a:gd name="T58" fmla="*/ 406 w 495"/>
              <a:gd name="T59" fmla="*/ 320 h 581"/>
              <a:gd name="T60" fmla="*/ 469 w 495"/>
              <a:gd name="T61" fmla="*/ 184 h 581"/>
              <a:gd name="T62" fmla="*/ 460 w 495"/>
              <a:gd name="T63" fmla="*/ 233 h 581"/>
              <a:gd name="T64" fmla="*/ 384 w 495"/>
              <a:gd name="T65" fmla="*/ 222 h 581"/>
              <a:gd name="T66" fmla="*/ 421 w 495"/>
              <a:gd name="T67" fmla="*/ 188 h 581"/>
              <a:gd name="T68" fmla="*/ 364 w 495"/>
              <a:gd name="T69" fmla="*/ 225 h 581"/>
              <a:gd name="T70" fmla="*/ 361 w 495"/>
              <a:gd name="T71" fmla="*/ 188 h 581"/>
              <a:gd name="T72" fmla="*/ 387 w 495"/>
              <a:gd name="T73" fmla="*/ 356 h 581"/>
              <a:gd name="T74" fmla="*/ 220 w 495"/>
              <a:gd name="T75" fmla="*/ 351 h 581"/>
              <a:gd name="T76" fmla="*/ 236 w 495"/>
              <a:gd name="T77" fmla="*/ 315 h 581"/>
              <a:gd name="T78" fmla="*/ 207 w 495"/>
              <a:gd name="T79" fmla="*/ 171 h 581"/>
              <a:gd name="T80" fmla="*/ 239 w 495"/>
              <a:gd name="T81" fmla="*/ 166 h 581"/>
              <a:gd name="T82" fmla="*/ 252 w 495"/>
              <a:gd name="T83" fmla="*/ 158 h 581"/>
              <a:gd name="T84" fmla="*/ 270 w 495"/>
              <a:gd name="T85" fmla="*/ 130 h 581"/>
              <a:gd name="T86" fmla="*/ 279 w 495"/>
              <a:gd name="T87" fmla="*/ 100 h 581"/>
              <a:gd name="T88" fmla="*/ 394 w 495"/>
              <a:gd name="T89" fmla="*/ 130 h 581"/>
              <a:gd name="T90" fmla="*/ 438 w 495"/>
              <a:gd name="T91" fmla="*/ 100 h 581"/>
              <a:gd name="T92" fmla="*/ 439 w 495"/>
              <a:gd name="T93" fmla="*/ 153 h 581"/>
              <a:gd name="T94" fmla="*/ 457 w 495"/>
              <a:gd name="T95" fmla="*/ 159 h 581"/>
              <a:gd name="T96" fmla="*/ 475 w 495"/>
              <a:gd name="T97" fmla="*/ 100 h 581"/>
              <a:gd name="T98" fmla="*/ 456 w 495"/>
              <a:gd name="T99" fmla="*/ 80 h 581"/>
              <a:gd name="T100" fmla="*/ 344 w 495"/>
              <a:gd name="T101" fmla="*/ 34 h 581"/>
              <a:gd name="T102" fmla="*/ 207 w 495"/>
              <a:gd name="T103" fmla="*/ 0 h 581"/>
              <a:gd name="T104" fmla="*/ 173 w 495"/>
              <a:gd name="T105" fmla="*/ 7 h 581"/>
              <a:gd name="T106" fmla="*/ 144 w 495"/>
              <a:gd name="T107" fmla="*/ 23 h 581"/>
              <a:gd name="T108" fmla="*/ 122 w 495"/>
              <a:gd name="T109" fmla="*/ 51 h 581"/>
              <a:gd name="T110" fmla="*/ 149 w 495"/>
              <a:gd name="T111" fmla="*/ 82 h 581"/>
              <a:gd name="T112" fmla="*/ 59 w 495"/>
              <a:gd name="T113" fmla="*/ 98 h 581"/>
              <a:gd name="T114" fmla="*/ 108 w 495"/>
              <a:gd name="T115" fmla="*/ 286 h 581"/>
              <a:gd name="T116" fmla="*/ 153 w 495"/>
              <a:gd name="T117" fmla="*/ 307 h 581"/>
              <a:gd name="T118" fmla="*/ 103 w 495"/>
              <a:gd name="T119" fmla="*/ 418 h 581"/>
              <a:gd name="T120" fmla="*/ 495 w 495"/>
              <a:gd name="T121" fmla="*/ 512 h 5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95" h="581">
                <a:moveTo>
                  <a:pt x="370" y="368"/>
                </a:moveTo>
                <a:cubicBezTo>
                  <a:pt x="334" y="361"/>
                  <a:pt x="334" y="361"/>
                  <a:pt x="334" y="361"/>
                </a:cubicBezTo>
                <a:cubicBezTo>
                  <a:pt x="290" y="370"/>
                  <a:pt x="290" y="370"/>
                  <a:pt x="290" y="370"/>
                </a:cubicBezTo>
                <a:cubicBezTo>
                  <a:pt x="299" y="361"/>
                  <a:pt x="299" y="361"/>
                  <a:pt x="299" y="361"/>
                </a:cubicBezTo>
                <a:cubicBezTo>
                  <a:pt x="338" y="349"/>
                  <a:pt x="338" y="349"/>
                  <a:pt x="338" y="349"/>
                </a:cubicBezTo>
                <a:cubicBezTo>
                  <a:pt x="377" y="362"/>
                  <a:pt x="377" y="362"/>
                  <a:pt x="377" y="362"/>
                </a:cubicBezTo>
                <a:lnTo>
                  <a:pt x="370" y="368"/>
                </a:lnTo>
                <a:close/>
                <a:moveTo>
                  <a:pt x="342" y="490"/>
                </a:moveTo>
                <a:cubicBezTo>
                  <a:pt x="338" y="469"/>
                  <a:pt x="338" y="469"/>
                  <a:pt x="338" y="469"/>
                </a:cubicBezTo>
                <a:cubicBezTo>
                  <a:pt x="350" y="422"/>
                  <a:pt x="350" y="422"/>
                  <a:pt x="350" y="422"/>
                </a:cubicBezTo>
                <a:cubicBezTo>
                  <a:pt x="350" y="422"/>
                  <a:pt x="350" y="422"/>
                  <a:pt x="350" y="422"/>
                </a:cubicBezTo>
                <a:cubicBezTo>
                  <a:pt x="350" y="422"/>
                  <a:pt x="350" y="422"/>
                  <a:pt x="350" y="422"/>
                </a:cubicBezTo>
                <a:cubicBezTo>
                  <a:pt x="365" y="420"/>
                  <a:pt x="365" y="420"/>
                  <a:pt x="365" y="420"/>
                </a:cubicBezTo>
                <a:cubicBezTo>
                  <a:pt x="376" y="493"/>
                  <a:pt x="376" y="493"/>
                  <a:pt x="376" y="493"/>
                </a:cubicBezTo>
                <a:cubicBezTo>
                  <a:pt x="365" y="492"/>
                  <a:pt x="354" y="491"/>
                  <a:pt x="342" y="490"/>
                </a:cubicBezTo>
                <a:close/>
                <a:moveTo>
                  <a:pt x="267" y="393"/>
                </a:moveTo>
                <a:cubicBezTo>
                  <a:pt x="300" y="401"/>
                  <a:pt x="300" y="401"/>
                  <a:pt x="300" y="401"/>
                </a:cubicBezTo>
                <a:cubicBezTo>
                  <a:pt x="345" y="384"/>
                  <a:pt x="345" y="384"/>
                  <a:pt x="345" y="384"/>
                </a:cubicBezTo>
                <a:cubicBezTo>
                  <a:pt x="370" y="396"/>
                  <a:pt x="370" y="396"/>
                  <a:pt x="370" y="396"/>
                </a:cubicBezTo>
                <a:cubicBezTo>
                  <a:pt x="345" y="392"/>
                  <a:pt x="345" y="392"/>
                  <a:pt x="345" y="392"/>
                </a:cubicBezTo>
                <a:cubicBezTo>
                  <a:pt x="299" y="409"/>
                  <a:pt x="299" y="409"/>
                  <a:pt x="299" y="409"/>
                </a:cubicBezTo>
                <a:lnTo>
                  <a:pt x="267" y="393"/>
                </a:lnTo>
                <a:close/>
                <a:moveTo>
                  <a:pt x="172" y="472"/>
                </a:moveTo>
                <a:cubicBezTo>
                  <a:pt x="155" y="426"/>
                  <a:pt x="155" y="426"/>
                  <a:pt x="155" y="426"/>
                </a:cubicBezTo>
                <a:cubicBezTo>
                  <a:pt x="132" y="419"/>
                  <a:pt x="132" y="419"/>
                  <a:pt x="132" y="419"/>
                </a:cubicBezTo>
                <a:cubicBezTo>
                  <a:pt x="171" y="407"/>
                  <a:pt x="171" y="407"/>
                  <a:pt x="171" y="407"/>
                </a:cubicBezTo>
                <a:cubicBezTo>
                  <a:pt x="186" y="457"/>
                  <a:pt x="186" y="457"/>
                  <a:pt x="186" y="457"/>
                </a:cubicBezTo>
                <a:cubicBezTo>
                  <a:pt x="278" y="443"/>
                  <a:pt x="278" y="443"/>
                  <a:pt x="278" y="443"/>
                </a:cubicBezTo>
                <a:lnTo>
                  <a:pt x="172" y="472"/>
                </a:lnTo>
                <a:close/>
                <a:moveTo>
                  <a:pt x="155" y="326"/>
                </a:moveTo>
                <a:cubicBezTo>
                  <a:pt x="159" y="326"/>
                  <a:pt x="159" y="326"/>
                  <a:pt x="159" y="326"/>
                </a:cubicBezTo>
                <a:cubicBezTo>
                  <a:pt x="159" y="351"/>
                  <a:pt x="159" y="351"/>
                  <a:pt x="159" y="351"/>
                </a:cubicBezTo>
                <a:cubicBezTo>
                  <a:pt x="155" y="351"/>
                  <a:pt x="155" y="351"/>
                  <a:pt x="155" y="351"/>
                </a:cubicBezTo>
                <a:lnTo>
                  <a:pt x="155" y="326"/>
                </a:lnTo>
                <a:close/>
                <a:moveTo>
                  <a:pt x="164" y="326"/>
                </a:moveTo>
                <a:cubicBezTo>
                  <a:pt x="187" y="326"/>
                  <a:pt x="187" y="326"/>
                  <a:pt x="187" y="326"/>
                </a:cubicBezTo>
                <a:cubicBezTo>
                  <a:pt x="187" y="351"/>
                  <a:pt x="187" y="351"/>
                  <a:pt x="187" y="351"/>
                </a:cubicBezTo>
                <a:cubicBezTo>
                  <a:pt x="164" y="351"/>
                  <a:pt x="164" y="351"/>
                  <a:pt x="164" y="351"/>
                </a:cubicBezTo>
                <a:lnTo>
                  <a:pt x="164" y="326"/>
                </a:lnTo>
                <a:close/>
                <a:moveTo>
                  <a:pt x="108" y="266"/>
                </a:moveTo>
                <a:cubicBezTo>
                  <a:pt x="108" y="266"/>
                  <a:pt x="108" y="266"/>
                  <a:pt x="108" y="266"/>
                </a:cubicBezTo>
                <a:cubicBezTo>
                  <a:pt x="79" y="266"/>
                  <a:pt x="79" y="266"/>
                  <a:pt x="79" y="266"/>
                </a:cubicBezTo>
                <a:cubicBezTo>
                  <a:pt x="79" y="100"/>
                  <a:pt x="79" y="100"/>
                  <a:pt x="79" y="100"/>
                </a:cubicBezTo>
                <a:cubicBezTo>
                  <a:pt x="110" y="100"/>
                  <a:pt x="110" y="100"/>
                  <a:pt x="110" y="100"/>
                </a:cubicBezTo>
                <a:cubicBezTo>
                  <a:pt x="110" y="98"/>
                  <a:pt x="110" y="98"/>
                  <a:pt x="110" y="98"/>
                </a:cubicBezTo>
                <a:cubicBezTo>
                  <a:pt x="149" y="98"/>
                  <a:pt x="149" y="98"/>
                  <a:pt x="149" y="98"/>
                </a:cubicBezTo>
                <a:cubicBezTo>
                  <a:pt x="149" y="99"/>
                  <a:pt x="149" y="100"/>
                  <a:pt x="150" y="101"/>
                </a:cubicBezTo>
                <a:cubicBezTo>
                  <a:pt x="118" y="114"/>
                  <a:pt x="118" y="114"/>
                  <a:pt x="118" y="114"/>
                </a:cubicBezTo>
                <a:cubicBezTo>
                  <a:pt x="117" y="112"/>
                  <a:pt x="117" y="112"/>
                  <a:pt x="117" y="112"/>
                </a:cubicBezTo>
                <a:cubicBezTo>
                  <a:pt x="117" y="112"/>
                  <a:pt x="117" y="112"/>
                  <a:pt x="117" y="112"/>
                </a:cubicBezTo>
                <a:cubicBezTo>
                  <a:pt x="113" y="114"/>
                  <a:pt x="113" y="114"/>
                  <a:pt x="113" y="114"/>
                </a:cubicBezTo>
                <a:cubicBezTo>
                  <a:pt x="120" y="132"/>
                  <a:pt x="120" y="132"/>
                  <a:pt x="120" y="132"/>
                </a:cubicBezTo>
                <a:cubicBezTo>
                  <a:pt x="124" y="130"/>
                  <a:pt x="124" y="130"/>
                  <a:pt x="124" y="130"/>
                </a:cubicBezTo>
                <a:cubicBezTo>
                  <a:pt x="123" y="128"/>
                  <a:pt x="123" y="128"/>
                  <a:pt x="123" y="128"/>
                </a:cubicBezTo>
                <a:cubicBezTo>
                  <a:pt x="155" y="115"/>
                  <a:pt x="155" y="115"/>
                  <a:pt x="155" y="115"/>
                </a:cubicBezTo>
                <a:cubicBezTo>
                  <a:pt x="156" y="116"/>
                  <a:pt x="157" y="117"/>
                  <a:pt x="157" y="118"/>
                </a:cubicBezTo>
                <a:cubicBezTo>
                  <a:pt x="134" y="142"/>
                  <a:pt x="134" y="142"/>
                  <a:pt x="134" y="142"/>
                </a:cubicBezTo>
                <a:cubicBezTo>
                  <a:pt x="132" y="141"/>
                  <a:pt x="132" y="141"/>
                  <a:pt x="132" y="141"/>
                </a:cubicBezTo>
                <a:cubicBezTo>
                  <a:pt x="132" y="141"/>
                  <a:pt x="132" y="141"/>
                  <a:pt x="132" y="141"/>
                </a:cubicBezTo>
                <a:cubicBezTo>
                  <a:pt x="129" y="144"/>
                  <a:pt x="129" y="144"/>
                  <a:pt x="129" y="144"/>
                </a:cubicBezTo>
                <a:cubicBezTo>
                  <a:pt x="143" y="158"/>
                  <a:pt x="143" y="158"/>
                  <a:pt x="143" y="158"/>
                </a:cubicBezTo>
                <a:cubicBezTo>
                  <a:pt x="146" y="155"/>
                  <a:pt x="146" y="155"/>
                  <a:pt x="146" y="155"/>
                </a:cubicBezTo>
                <a:cubicBezTo>
                  <a:pt x="144" y="153"/>
                  <a:pt x="144" y="153"/>
                  <a:pt x="144" y="153"/>
                </a:cubicBezTo>
                <a:cubicBezTo>
                  <a:pt x="168" y="129"/>
                  <a:pt x="168" y="129"/>
                  <a:pt x="168" y="129"/>
                </a:cubicBezTo>
                <a:cubicBezTo>
                  <a:pt x="169" y="130"/>
                  <a:pt x="170" y="131"/>
                  <a:pt x="171" y="131"/>
                </a:cubicBezTo>
                <a:cubicBezTo>
                  <a:pt x="159" y="163"/>
                  <a:pt x="159" y="163"/>
                  <a:pt x="159" y="163"/>
                </a:cubicBezTo>
                <a:cubicBezTo>
                  <a:pt x="157" y="162"/>
                  <a:pt x="157" y="162"/>
                  <a:pt x="157" y="162"/>
                </a:cubicBezTo>
                <a:cubicBezTo>
                  <a:pt x="157" y="162"/>
                  <a:pt x="157" y="162"/>
                  <a:pt x="157" y="162"/>
                </a:cubicBezTo>
                <a:cubicBezTo>
                  <a:pt x="155" y="166"/>
                  <a:pt x="155" y="166"/>
                  <a:pt x="155" y="166"/>
                </a:cubicBezTo>
                <a:cubicBezTo>
                  <a:pt x="173" y="173"/>
                  <a:pt x="173" y="173"/>
                  <a:pt x="173" y="173"/>
                </a:cubicBezTo>
                <a:cubicBezTo>
                  <a:pt x="175" y="169"/>
                  <a:pt x="175" y="169"/>
                  <a:pt x="175" y="169"/>
                </a:cubicBezTo>
                <a:cubicBezTo>
                  <a:pt x="173" y="168"/>
                  <a:pt x="173" y="168"/>
                  <a:pt x="173" y="168"/>
                </a:cubicBezTo>
                <a:cubicBezTo>
                  <a:pt x="185" y="137"/>
                  <a:pt x="185" y="137"/>
                  <a:pt x="185" y="137"/>
                </a:cubicBezTo>
                <a:cubicBezTo>
                  <a:pt x="187" y="137"/>
                  <a:pt x="188" y="138"/>
                  <a:pt x="190" y="138"/>
                </a:cubicBezTo>
                <a:cubicBezTo>
                  <a:pt x="190" y="171"/>
                  <a:pt x="190" y="171"/>
                  <a:pt x="190" y="171"/>
                </a:cubicBezTo>
                <a:cubicBezTo>
                  <a:pt x="187" y="171"/>
                  <a:pt x="187" y="171"/>
                  <a:pt x="187" y="171"/>
                </a:cubicBezTo>
                <a:cubicBezTo>
                  <a:pt x="187" y="266"/>
                  <a:pt x="187" y="266"/>
                  <a:pt x="187" y="266"/>
                </a:cubicBezTo>
                <a:lnTo>
                  <a:pt x="108" y="266"/>
                </a:lnTo>
                <a:close/>
                <a:moveTo>
                  <a:pt x="74" y="266"/>
                </a:moveTo>
                <a:cubicBezTo>
                  <a:pt x="68" y="266"/>
                  <a:pt x="68" y="266"/>
                  <a:pt x="68" y="266"/>
                </a:cubicBezTo>
                <a:cubicBezTo>
                  <a:pt x="68" y="100"/>
                  <a:pt x="68" y="100"/>
                  <a:pt x="68" y="100"/>
                </a:cubicBezTo>
                <a:cubicBezTo>
                  <a:pt x="74" y="100"/>
                  <a:pt x="74" y="100"/>
                  <a:pt x="74" y="100"/>
                </a:cubicBezTo>
                <a:lnTo>
                  <a:pt x="74" y="266"/>
                </a:lnTo>
                <a:close/>
                <a:moveTo>
                  <a:pt x="153" y="111"/>
                </a:moveTo>
                <a:cubicBezTo>
                  <a:pt x="153" y="112"/>
                  <a:pt x="154" y="112"/>
                  <a:pt x="154" y="113"/>
                </a:cubicBezTo>
                <a:cubicBezTo>
                  <a:pt x="125" y="125"/>
                  <a:pt x="125" y="125"/>
                  <a:pt x="125" y="125"/>
                </a:cubicBezTo>
                <a:cubicBezTo>
                  <a:pt x="124" y="123"/>
                  <a:pt x="124" y="123"/>
                  <a:pt x="124" y="123"/>
                </a:cubicBezTo>
                <a:lnTo>
                  <a:pt x="153" y="111"/>
                </a:lnTo>
                <a:close/>
                <a:moveTo>
                  <a:pt x="122" y="57"/>
                </a:moveTo>
                <a:cubicBezTo>
                  <a:pt x="123" y="55"/>
                  <a:pt x="123" y="55"/>
                  <a:pt x="123" y="55"/>
                </a:cubicBezTo>
                <a:cubicBezTo>
                  <a:pt x="156" y="69"/>
                  <a:pt x="156" y="69"/>
                  <a:pt x="156" y="69"/>
                </a:cubicBezTo>
                <a:cubicBezTo>
                  <a:pt x="155" y="70"/>
                  <a:pt x="155" y="70"/>
                  <a:pt x="155" y="70"/>
                </a:cubicBezTo>
                <a:lnTo>
                  <a:pt x="122" y="57"/>
                </a:lnTo>
                <a:close/>
                <a:moveTo>
                  <a:pt x="166" y="124"/>
                </a:moveTo>
                <a:cubicBezTo>
                  <a:pt x="166" y="125"/>
                  <a:pt x="167" y="125"/>
                  <a:pt x="168" y="126"/>
                </a:cubicBezTo>
                <a:cubicBezTo>
                  <a:pt x="142" y="149"/>
                  <a:pt x="142" y="149"/>
                  <a:pt x="142" y="149"/>
                </a:cubicBezTo>
                <a:cubicBezTo>
                  <a:pt x="141" y="148"/>
                  <a:pt x="141" y="148"/>
                  <a:pt x="141" y="148"/>
                </a:cubicBezTo>
                <a:lnTo>
                  <a:pt x="166" y="124"/>
                </a:lnTo>
                <a:close/>
                <a:moveTo>
                  <a:pt x="140" y="29"/>
                </a:moveTo>
                <a:cubicBezTo>
                  <a:pt x="144" y="30"/>
                  <a:pt x="144" y="30"/>
                  <a:pt x="144" y="30"/>
                </a:cubicBezTo>
                <a:cubicBezTo>
                  <a:pt x="168" y="54"/>
                  <a:pt x="168" y="54"/>
                  <a:pt x="168" y="54"/>
                </a:cubicBezTo>
                <a:cubicBezTo>
                  <a:pt x="166" y="56"/>
                  <a:pt x="166" y="56"/>
                  <a:pt x="166" y="56"/>
                </a:cubicBezTo>
                <a:lnTo>
                  <a:pt x="140" y="29"/>
                </a:lnTo>
                <a:close/>
                <a:moveTo>
                  <a:pt x="181" y="133"/>
                </a:moveTo>
                <a:cubicBezTo>
                  <a:pt x="182" y="133"/>
                  <a:pt x="182" y="134"/>
                  <a:pt x="183" y="134"/>
                </a:cubicBezTo>
                <a:cubicBezTo>
                  <a:pt x="170" y="166"/>
                  <a:pt x="170" y="166"/>
                  <a:pt x="170" y="166"/>
                </a:cubicBezTo>
                <a:cubicBezTo>
                  <a:pt x="168" y="165"/>
                  <a:pt x="168" y="165"/>
                  <a:pt x="168" y="165"/>
                </a:cubicBezTo>
                <a:lnTo>
                  <a:pt x="181" y="133"/>
                </a:lnTo>
                <a:close/>
                <a:moveTo>
                  <a:pt x="167" y="10"/>
                </a:moveTo>
                <a:cubicBezTo>
                  <a:pt x="171" y="17"/>
                  <a:pt x="171" y="17"/>
                  <a:pt x="171" y="17"/>
                </a:cubicBezTo>
                <a:cubicBezTo>
                  <a:pt x="185" y="46"/>
                  <a:pt x="185" y="46"/>
                  <a:pt x="185" y="46"/>
                </a:cubicBezTo>
                <a:cubicBezTo>
                  <a:pt x="184" y="46"/>
                  <a:pt x="183" y="47"/>
                  <a:pt x="182" y="47"/>
                </a:cubicBezTo>
                <a:lnTo>
                  <a:pt x="167" y="10"/>
                </a:lnTo>
                <a:close/>
                <a:moveTo>
                  <a:pt x="197" y="323"/>
                </a:moveTo>
                <a:cubicBezTo>
                  <a:pt x="197" y="323"/>
                  <a:pt x="197" y="323"/>
                  <a:pt x="197" y="323"/>
                </a:cubicBezTo>
                <a:cubicBezTo>
                  <a:pt x="201" y="328"/>
                  <a:pt x="201" y="328"/>
                  <a:pt x="201" y="328"/>
                </a:cubicBezTo>
                <a:cubicBezTo>
                  <a:pt x="201" y="351"/>
                  <a:pt x="201" y="351"/>
                  <a:pt x="201" y="351"/>
                </a:cubicBezTo>
                <a:cubicBezTo>
                  <a:pt x="197" y="351"/>
                  <a:pt x="197" y="351"/>
                  <a:pt x="197" y="351"/>
                </a:cubicBezTo>
                <a:lnTo>
                  <a:pt x="197" y="323"/>
                </a:lnTo>
                <a:close/>
                <a:moveTo>
                  <a:pt x="197" y="282"/>
                </a:moveTo>
                <a:cubicBezTo>
                  <a:pt x="197" y="282"/>
                  <a:pt x="197" y="282"/>
                  <a:pt x="197" y="282"/>
                </a:cubicBezTo>
                <a:cubicBezTo>
                  <a:pt x="201" y="287"/>
                  <a:pt x="201" y="287"/>
                  <a:pt x="201" y="287"/>
                </a:cubicBezTo>
                <a:cubicBezTo>
                  <a:pt x="201" y="307"/>
                  <a:pt x="201" y="307"/>
                  <a:pt x="201" y="307"/>
                </a:cubicBezTo>
                <a:cubicBezTo>
                  <a:pt x="197" y="307"/>
                  <a:pt x="197" y="307"/>
                  <a:pt x="197" y="307"/>
                </a:cubicBezTo>
                <a:lnTo>
                  <a:pt x="197" y="282"/>
                </a:lnTo>
                <a:close/>
                <a:moveTo>
                  <a:pt x="197" y="171"/>
                </a:moveTo>
                <a:cubicBezTo>
                  <a:pt x="199" y="171"/>
                  <a:pt x="199" y="171"/>
                  <a:pt x="199" y="171"/>
                </a:cubicBezTo>
                <a:cubicBezTo>
                  <a:pt x="199" y="136"/>
                  <a:pt x="199" y="136"/>
                  <a:pt x="199" y="136"/>
                </a:cubicBezTo>
                <a:cubicBezTo>
                  <a:pt x="200" y="136"/>
                  <a:pt x="201" y="136"/>
                  <a:pt x="201" y="136"/>
                </a:cubicBezTo>
                <a:cubicBezTo>
                  <a:pt x="201" y="171"/>
                  <a:pt x="201" y="171"/>
                  <a:pt x="201" y="171"/>
                </a:cubicBezTo>
                <a:cubicBezTo>
                  <a:pt x="201" y="171"/>
                  <a:pt x="201" y="171"/>
                  <a:pt x="201" y="171"/>
                </a:cubicBezTo>
                <a:cubicBezTo>
                  <a:pt x="201" y="267"/>
                  <a:pt x="201" y="267"/>
                  <a:pt x="201" y="267"/>
                </a:cubicBezTo>
                <a:cubicBezTo>
                  <a:pt x="197" y="267"/>
                  <a:pt x="197" y="267"/>
                  <a:pt x="197" y="267"/>
                </a:cubicBezTo>
                <a:lnTo>
                  <a:pt x="197" y="171"/>
                </a:lnTo>
                <a:close/>
                <a:moveTo>
                  <a:pt x="199" y="5"/>
                </a:moveTo>
                <a:cubicBezTo>
                  <a:pt x="201" y="5"/>
                  <a:pt x="201" y="5"/>
                  <a:pt x="201" y="5"/>
                </a:cubicBezTo>
                <a:cubicBezTo>
                  <a:pt x="201" y="45"/>
                  <a:pt x="201" y="45"/>
                  <a:pt x="201" y="45"/>
                </a:cubicBezTo>
                <a:cubicBezTo>
                  <a:pt x="201" y="45"/>
                  <a:pt x="200" y="45"/>
                  <a:pt x="199" y="44"/>
                </a:cubicBezTo>
                <a:lnTo>
                  <a:pt x="199" y="5"/>
                </a:lnTo>
                <a:close/>
                <a:moveTo>
                  <a:pt x="212" y="61"/>
                </a:moveTo>
                <a:cubicBezTo>
                  <a:pt x="217" y="61"/>
                  <a:pt x="222" y="66"/>
                  <a:pt x="222" y="71"/>
                </a:cubicBezTo>
                <a:cubicBezTo>
                  <a:pt x="222" y="77"/>
                  <a:pt x="217" y="81"/>
                  <a:pt x="212" y="81"/>
                </a:cubicBezTo>
                <a:cubicBezTo>
                  <a:pt x="206" y="81"/>
                  <a:pt x="202" y="77"/>
                  <a:pt x="202" y="71"/>
                </a:cubicBezTo>
                <a:cubicBezTo>
                  <a:pt x="202" y="66"/>
                  <a:pt x="206" y="61"/>
                  <a:pt x="212" y="61"/>
                </a:cubicBezTo>
                <a:close/>
                <a:moveTo>
                  <a:pt x="231" y="164"/>
                </a:moveTo>
                <a:cubicBezTo>
                  <a:pt x="230" y="164"/>
                  <a:pt x="230" y="164"/>
                  <a:pt x="230" y="164"/>
                </a:cubicBezTo>
                <a:cubicBezTo>
                  <a:pt x="217" y="131"/>
                  <a:pt x="217" y="131"/>
                  <a:pt x="217" y="131"/>
                </a:cubicBezTo>
                <a:cubicBezTo>
                  <a:pt x="220" y="130"/>
                  <a:pt x="220" y="130"/>
                  <a:pt x="220" y="130"/>
                </a:cubicBezTo>
                <a:lnTo>
                  <a:pt x="231" y="164"/>
                </a:lnTo>
                <a:close/>
                <a:moveTo>
                  <a:pt x="233" y="119"/>
                </a:moveTo>
                <a:cubicBezTo>
                  <a:pt x="258" y="143"/>
                  <a:pt x="258" y="143"/>
                  <a:pt x="258" y="143"/>
                </a:cubicBezTo>
                <a:cubicBezTo>
                  <a:pt x="256" y="145"/>
                  <a:pt x="256" y="145"/>
                  <a:pt x="256" y="145"/>
                </a:cubicBezTo>
                <a:cubicBezTo>
                  <a:pt x="231" y="120"/>
                  <a:pt x="231" y="120"/>
                  <a:pt x="231" y="120"/>
                </a:cubicBezTo>
                <a:cubicBezTo>
                  <a:pt x="232" y="120"/>
                  <a:pt x="232" y="119"/>
                  <a:pt x="233" y="119"/>
                </a:cubicBezTo>
                <a:close/>
                <a:moveTo>
                  <a:pt x="241" y="103"/>
                </a:moveTo>
                <a:cubicBezTo>
                  <a:pt x="273" y="116"/>
                  <a:pt x="273" y="116"/>
                  <a:pt x="273" y="116"/>
                </a:cubicBezTo>
                <a:cubicBezTo>
                  <a:pt x="272" y="118"/>
                  <a:pt x="272" y="118"/>
                  <a:pt x="272" y="118"/>
                </a:cubicBezTo>
                <a:cubicBezTo>
                  <a:pt x="240" y="104"/>
                  <a:pt x="240" y="104"/>
                  <a:pt x="240" y="104"/>
                </a:cubicBezTo>
                <a:cubicBezTo>
                  <a:pt x="240" y="104"/>
                  <a:pt x="241" y="103"/>
                  <a:pt x="241" y="103"/>
                </a:cubicBezTo>
                <a:close/>
                <a:moveTo>
                  <a:pt x="279" y="84"/>
                </a:moveTo>
                <a:cubicBezTo>
                  <a:pt x="375" y="84"/>
                  <a:pt x="375" y="84"/>
                  <a:pt x="375" y="84"/>
                </a:cubicBezTo>
                <a:cubicBezTo>
                  <a:pt x="375" y="88"/>
                  <a:pt x="375" y="88"/>
                  <a:pt x="375" y="88"/>
                </a:cubicBezTo>
                <a:cubicBezTo>
                  <a:pt x="279" y="88"/>
                  <a:pt x="279" y="88"/>
                  <a:pt x="279" y="88"/>
                </a:cubicBezTo>
                <a:lnTo>
                  <a:pt x="279" y="84"/>
                </a:lnTo>
                <a:close/>
                <a:moveTo>
                  <a:pt x="359" y="55"/>
                </a:moveTo>
                <a:cubicBezTo>
                  <a:pt x="362" y="80"/>
                  <a:pt x="362" y="80"/>
                  <a:pt x="362" y="80"/>
                </a:cubicBezTo>
                <a:cubicBezTo>
                  <a:pt x="360" y="80"/>
                  <a:pt x="360" y="80"/>
                  <a:pt x="360" y="80"/>
                </a:cubicBezTo>
                <a:cubicBezTo>
                  <a:pt x="358" y="54"/>
                  <a:pt x="358" y="54"/>
                  <a:pt x="358" y="54"/>
                </a:cubicBezTo>
                <a:lnTo>
                  <a:pt x="359" y="55"/>
                </a:lnTo>
                <a:close/>
                <a:moveTo>
                  <a:pt x="370" y="67"/>
                </a:moveTo>
                <a:cubicBezTo>
                  <a:pt x="397" y="83"/>
                  <a:pt x="397" y="83"/>
                  <a:pt x="397" y="83"/>
                </a:cubicBezTo>
                <a:cubicBezTo>
                  <a:pt x="397" y="85"/>
                  <a:pt x="397" y="85"/>
                  <a:pt x="397" y="85"/>
                </a:cubicBezTo>
                <a:cubicBezTo>
                  <a:pt x="370" y="72"/>
                  <a:pt x="370" y="72"/>
                  <a:pt x="370" y="72"/>
                </a:cubicBezTo>
                <a:lnTo>
                  <a:pt x="370" y="67"/>
                </a:lnTo>
                <a:close/>
                <a:moveTo>
                  <a:pt x="411" y="89"/>
                </a:moveTo>
                <a:cubicBezTo>
                  <a:pt x="412" y="93"/>
                  <a:pt x="412" y="93"/>
                  <a:pt x="412" y="93"/>
                </a:cubicBezTo>
                <a:cubicBezTo>
                  <a:pt x="382" y="99"/>
                  <a:pt x="382" y="99"/>
                  <a:pt x="382" y="99"/>
                </a:cubicBezTo>
                <a:cubicBezTo>
                  <a:pt x="378" y="97"/>
                  <a:pt x="378" y="97"/>
                  <a:pt x="378" y="97"/>
                </a:cubicBezTo>
                <a:lnTo>
                  <a:pt x="411" y="89"/>
                </a:lnTo>
                <a:close/>
                <a:moveTo>
                  <a:pt x="431" y="95"/>
                </a:moveTo>
                <a:cubicBezTo>
                  <a:pt x="403" y="130"/>
                  <a:pt x="403" y="130"/>
                  <a:pt x="403" y="130"/>
                </a:cubicBezTo>
                <a:cubicBezTo>
                  <a:pt x="400" y="127"/>
                  <a:pt x="400" y="127"/>
                  <a:pt x="400" y="127"/>
                </a:cubicBezTo>
                <a:cubicBezTo>
                  <a:pt x="428" y="91"/>
                  <a:pt x="428" y="91"/>
                  <a:pt x="428" y="91"/>
                </a:cubicBezTo>
                <a:lnTo>
                  <a:pt x="431" y="95"/>
                </a:lnTo>
                <a:close/>
                <a:moveTo>
                  <a:pt x="447" y="98"/>
                </a:moveTo>
                <a:cubicBezTo>
                  <a:pt x="432" y="144"/>
                  <a:pt x="432" y="144"/>
                  <a:pt x="432" y="144"/>
                </a:cubicBezTo>
                <a:cubicBezTo>
                  <a:pt x="430" y="143"/>
                  <a:pt x="430" y="143"/>
                  <a:pt x="430" y="143"/>
                </a:cubicBezTo>
                <a:cubicBezTo>
                  <a:pt x="445" y="96"/>
                  <a:pt x="445" y="96"/>
                  <a:pt x="445" y="96"/>
                </a:cubicBezTo>
                <a:lnTo>
                  <a:pt x="447" y="98"/>
                </a:lnTo>
                <a:close/>
                <a:moveTo>
                  <a:pt x="461" y="95"/>
                </a:moveTo>
                <a:cubicBezTo>
                  <a:pt x="463" y="95"/>
                  <a:pt x="463" y="95"/>
                  <a:pt x="463" y="95"/>
                </a:cubicBezTo>
                <a:cubicBezTo>
                  <a:pt x="463" y="155"/>
                  <a:pt x="463" y="155"/>
                  <a:pt x="463" y="155"/>
                </a:cubicBezTo>
                <a:cubicBezTo>
                  <a:pt x="461" y="155"/>
                  <a:pt x="461" y="155"/>
                  <a:pt x="461" y="155"/>
                </a:cubicBezTo>
                <a:lnTo>
                  <a:pt x="461" y="95"/>
                </a:lnTo>
                <a:close/>
                <a:moveTo>
                  <a:pt x="207" y="286"/>
                </a:moveTo>
                <a:cubicBezTo>
                  <a:pt x="217" y="286"/>
                  <a:pt x="217" y="286"/>
                  <a:pt x="217" y="286"/>
                </a:cubicBezTo>
                <a:cubicBezTo>
                  <a:pt x="217" y="307"/>
                  <a:pt x="217" y="307"/>
                  <a:pt x="217" y="307"/>
                </a:cubicBezTo>
                <a:cubicBezTo>
                  <a:pt x="207" y="307"/>
                  <a:pt x="207" y="307"/>
                  <a:pt x="207" y="307"/>
                </a:cubicBezTo>
                <a:lnTo>
                  <a:pt x="207" y="286"/>
                </a:lnTo>
                <a:close/>
                <a:moveTo>
                  <a:pt x="222" y="279"/>
                </a:moveTo>
                <a:cubicBezTo>
                  <a:pt x="226" y="276"/>
                  <a:pt x="226" y="276"/>
                  <a:pt x="226" y="276"/>
                </a:cubicBezTo>
                <a:cubicBezTo>
                  <a:pt x="226" y="311"/>
                  <a:pt x="226" y="311"/>
                  <a:pt x="226" y="311"/>
                </a:cubicBezTo>
                <a:cubicBezTo>
                  <a:pt x="222" y="309"/>
                  <a:pt x="222" y="309"/>
                  <a:pt x="222" y="309"/>
                </a:cubicBezTo>
                <a:lnTo>
                  <a:pt x="222" y="279"/>
                </a:lnTo>
                <a:close/>
                <a:moveTo>
                  <a:pt x="345" y="260"/>
                </a:moveTo>
                <a:cubicBezTo>
                  <a:pt x="345" y="236"/>
                  <a:pt x="345" y="236"/>
                  <a:pt x="345" y="236"/>
                </a:cubicBezTo>
                <a:cubicBezTo>
                  <a:pt x="348" y="236"/>
                  <a:pt x="348" y="236"/>
                  <a:pt x="348" y="236"/>
                </a:cubicBezTo>
                <a:cubicBezTo>
                  <a:pt x="350" y="257"/>
                  <a:pt x="350" y="257"/>
                  <a:pt x="350" y="257"/>
                </a:cubicBezTo>
                <a:cubicBezTo>
                  <a:pt x="365" y="285"/>
                  <a:pt x="365" y="285"/>
                  <a:pt x="365" y="285"/>
                </a:cubicBezTo>
                <a:lnTo>
                  <a:pt x="345" y="260"/>
                </a:lnTo>
                <a:close/>
                <a:moveTo>
                  <a:pt x="397" y="192"/>
                </a:moveTo>
                <a:cubicBezTo>
                  <a:pt x="397" y="182"/>
                  <a:pt x="397" y="182"/>
                  <a:pt x="397" y="182"/>
                </a:cubicBezTo>
                <a:cubicBezTo>
                  <a:pt x="401" y="182"/>
                  <a:pt x="401" y="182"/>
                  <a:pt x="401" y="182"/>
                </a:cubicBezTo>
                <a:cubicBezTo>
                  <a:pt x="409" y="190"/>
                  <a:pt x="409" y="190"/>
                  <a:pt x="409" y="190"/>
                </a:cubicBezTo>
                <a:cubicBezTo>
                  <a:pt x="407" y="204"/>
                  <a:pt x="407" y="204"/>
                  <a:pt x="407" y="204"/>
                </a:cubicBezTo>
                <a:cubicBezTo>
                  <a:pt x="398" y="210"/>
                  <a:pt x="398" y="210"/>
                  <a:pt x="398" y="210"/>
                </a:cubicBezTo>
                <a:cubicBezTo>
                  <a:pt x="395" y="210"/>
                  <a:pt x="395" y="210"/>
                  <a:pt x="395" y="210"/>
                </a:cubicBezTo>
                <a:cubicBezTo>
                  <a:pt x="395" y="203"/>
                  <a:pt x="395" y="203"/>
                  <a:pt x="395" y="203"/>
                </a:cubicBezTo>
                <a:cubicBezTo>
                  <a:pt x="400" y="203"/>
                  <a:pt x="400" y="203"/>
                  <a:pt x="400" y="203"/>
                </a:cubicBezTo>
                <a:cubicBezTo>
                  <a:pt x="400" y="201"/>
                  <a:pt x="400" y="201"/>
                  <a:pt x="400" y="201"/>
                </a:cubicBezTo>
                <a:cubicBezTo>
                  <a:pt x="395" y="201"/>
                  <a:pt x="395" y="201"/>
                  <a:pt x="395" y="201"/>
                </a:cubicBezTo>
                <a:cubicBezTo>
                  <a:pt x="395" y="192"/>
                  <a:pt x="395" y="192"/>
                  <a:pt x="395" y="192"/>
                </a:cubicBezTo>
                <a:lnTo>
                  <a:pt x="397" y="192"/>
                </a:lnTo>
                <a:close/>
                <a:moveTo>
                  <a:pt x="407" y="219"/>
                </a:moveTo>
                <a:cubicBezTo>
                  <a:pt x="401" y="219"/>
                  <a:pt x="401" y="219"/>
                  <a:pt x="401" y="219"/>
                </a:cubicBezTo>
                <a:cubicBezTo>
                  <a:pt x="401" y="212"/>
                  <a:pt x="401" y="212"/>
                  <a:pt x="401" y="212"/>
                </a:cubicBezTo>
                <a:cubicBezTo>
                  <a:pt x="412" y="206"/>
                  <a:pt x="412" y="206"/>
                  <a:pt x="412" y="206"/>
                </a:cubicBezTo>
                <a:lnTo>
                  <a:pt x="407" y="219"/>
                </a:lnTo>
                <a:close/>
                <a:moveTo>
                  <a:pt x="413" y="497"/>
                </a:moveTo>
                <a:cubicBezTo>
                  <a:pt x="426" y="428"/>
                  <a:pt x="426" y="428"/>
                  <a:pt x="426" y="428"/>
                </a:cubicBezTo>
                <a:cubicBezTo>
                  <a:pt x="423" y="403"/>
                  <a:pt x="423" y="403"/>
                  <a:pt x="423" y="403"/>
                </a:cubicBezTo>
                <a:cubicBezTo>
                  <a:pt x="412" y="451"/>
                  <a:pt x="412" y="451"/>
                  <a:pt x="412" y="451"/>
                </a:cubicBezTo>
                <a:cubicBezTo>
                  <a:pt x="406" y="451"/>
                  <a:pt x="406" y="451"/>
                  <a:pt x="406" y="451"/>
                </a:cubicBezTo>
                <a:cubicBezTo>
                  <a:pt x="406" y="408"/>
                  <a:pt x="406" y="408"/>
                  <a:pt x="406" y="408"/>
                </a:cubicBezTo>
                <a:cubicBezTo>
                  <a:pt x="424" y="395"/>
                  <a:pt x="424" y="395"/>
                  <a:pt x="424" y="395"/>
                </a:cubicBezTo>
                <a:cubicBezTo>
                  <a:pt x="433" y="320"/>
                  <a:pt x="433" y="320"/>
                  <a:pt x="433" y="320"/>
                </a:cubicBezTo>
                <a:cubicBezTo>
                  <a:pt x="398" y="400"/>
                  <a:pt x="398" y="400"/>
                  <a:pt x="398" y="400"/>
                </a:cubicBezTo>
                <a:cubicBezTo>
                  <a:pt x="395" y="400"/>
                  <a:pt x="395" y="400"/>
                  <a:pt x="395" y="400"/>
                </a:cubicBezTo>
                <a:cubicBezTo>
                  <a:pt x="395" y="351"/>
                  <a:pt x="395" y="351"/>
                  <a:pt x="395" y="351"/>
                </a:cubicBezTo>
                <a:cubicBezTo>
                  <a:pt x="406" y="320"/>
                  <a:pt x="406" y="320"/>
                  <a:pt x="406" y="320"/>
                </a:cubicBezTo>
                <a:cubicBezTo>
                  <a:pt x="385" y="302"/>
                  <a:pt x="385" y="302"/>
                  <a:pt x="385" y="302"/>
                </a:cubicBezTo>
                <a:cubicBezTo>
                  <a:pt x="406" y="280"/>
                  <a:pt x="406" y="280"/>
                  <a:pt x="406" y="280"/>
                </a:cubicBezTo>
                <a:cubicBezTo>
                  <a:pt x="413" y="284"/>
                  <a:pt x="413" y="284"/>
                  <a:pt x="413" y="284"/>
                </a:cubicBezTo>
                <a:cubicBezTo>
                  <a:pt x="404" y="301"/>
                  <a:pt x="404" y="301"/>
                  <a:pt x="404" y="301"/>
                </a:cubicBezTo>
                <a:cubicBezTo>
                  <a:pt x="425" y="319"/>
                  <a:pt x="425" y="319"/>
                  <a:pt x="425" y="319"/>
                </a:cubicBezTo>
                <a:cubicBezTo>
                  <a:pt x="456" y="296"/>
                  <a:pt x="456" y="296"/>
                  <a:pt x="456" y="296"/>
                </a:cubicBezTo>
                <a:cubicBezTo>
                  <a:pt x="478" y="218"/>
                  <a:pt x="478" y="218"/>
                  <a:pt x="478" y="218"/>
                </a:cubicBezTo>
                <a:cubicBezTo>
                  <a:pt x="469" y="184"/>
                  <a:pt x="469" y="184"/>
                  <a:pt x="469" y="184"/>
                </a:cubicBezTo>
                <a:cubicBezTo>
                  <a:pt x="482" y="173"/>
                  <a:pt x="482" y="173"/>
                  <a:pt x="482" y="173"/>
                </a:cubicBezTo>
                <a:cubicBezTo>
                  <a:pt x="486" y="167"/>
                  <a:pt x="486" y="167"/>
                  <a:pt x="486" y="167"/>
                </a:cubicBezTo>
                <a:cubicBezTo>
                  <a:pt x="485" y="167"/>
                  <a:pt x="485" y="167"/>
                  <a:pt x="485" y="167"/>
                </a:cubicBezTo>
                <a:cubicBezTo>
                  <a:pt x="485" y="167"/>
                  <a:pt x="485" y="167"/>
                  <a:pt x="485" y="167"/>
                </a:cubicBezTo>
                <a:cubicBezTo>
                  <a:pt x="462" y="176"/>
                  <a:pt x="462" y="176"/>
                  <a:pt x="462" y="176"/>
                </a:cubicBezTo>
                <a:cubicBezTo>
                  <a:pt x="457" y="226"/>
                  <a:pt x="457" y="226"/>
                  <a:pt x="457" y="226"/>
                </a:cubicBezTo>
                <a:cubicBezTo>
                  <a:pt x="417" y="228"/>
                  <a:pt x="417" y="228"/>
                  <a:pt x="417" y="228"/>
                </a:cubicBezTo>
                <a:cubicBezTo>
                  <a:pt x="460" y="233"/>
                  <a:pt x="460" y="233"/>
                  <a:pt x="460" y="233"/>
                </a:cubicBezTo>
                <a:cubicBezTo>
                  <a:pt x="416" y="240"/>
                  <a:pt x="416" y="240"/>
                  <a:pt x="416" y="240"/>
                </a:cubicBezTo>
                <a:cubicBezTo>
                  <a:pt x="421" y="255"/>
                  <a:pt x="421" y="255"/>
                  <a:pt x="421" y="255"/>
                </a:cubicBezTo>
                <a:cubicBezTo>
                  <a:pt x="413" y="265"/>
                  <a:pt x="413" y="265"/>
                  <a:pt x="413" y="265"/>
                </a:cubicBezTo>
                <a:cubicBezTo>
                  <a:pt x="394" y="257"/>
                  <a:pt x="394" y="257"/>
                  <a:pt x="394" y="257"/>
                </a:cubicBezTo>
                <a:cubicBezTo>
                  <a:pt x="377" y="266"/>
                  <a:pt x="377" y="266"/>
                  <a:pt x="377" y="266"/>
                </a:cubicBezTo>
                <a:cubicBezTo>
                  <a:pt x="368" y="256"/>
                  <a:pt x="368" y="256"/>
                  <a:pt x="368" y="256"/>
                </a:cubicBezTo>
                <a:cubicBezTo>
                  <a:pt x="379" y="222"/>
                  <a:pt x="379" y="222"/>
                  <a:pt x="379" y="222"/>
                </a:cubicBezTo>
                <a:cubicBezTo>
                  <a:pt x="384" y="222"/>
                  <a:pt x="384" y="222"/>
                  <a:pt x="384" y="222"/>
                </a:cubicBezTo>
                <a:cubicBezTo>
                  <a:pt x="387" y="251"/>
                  <a:pt x="387" y="251"/>
                  <a:pt x="387" y="251"/>
                </a:cubicBezTo>
                <a:cubicBezTo>
                  <a:pt x="394" y="230"/>
                  <a:pt x="394" y="230"/>
                  <a:pt x="394" y="230"/>
                </a:cubicBezTo>
                <a:cubicBezTo>
                  <a:pt x="411" y="231"/>
                  <a:pt x="411" y="231"/>
                  <a:pt x="411" y="231"/>
                </a:cubicBezTo>
                <a:cubicBezTo>
                  <a:pt x="404" y="228"/>
                  <a:pt x="404" y="228"/>
                  <a:pt x="404" y="228"/>
                </a:cubicBezTo>
                <a:cubicBezTo>
                  <a:pt x="415" y="227"/>
                  <a:pt x="415" y="227"/>
                  <a:pt x="415" y="227"/>
                </a:cubicBezTo>
                <a:cubicBezTo>
                  <a:pt x="412" y="220"/>
                  <a:pt x="412" y="220"/>
                  <a:pt x="412" y="220"/>
                </a:cubicBezTo>
                <a:cubicBezTo>
                  <a:pt x="418" y="210"/>
                  <a:pt x="418" y="210"/>
                  <a:pt x="418" y="210"/>
                </a:cubicBezTo>
                <a:cubicBezTo>
                  <a:pt x="421" y="188"/>
                  <a:pt x="421" y="188"/>
                  <a:pt x="421" y="188"/>
                </a:cubicBezTo>
                <a:cubicBezTo>
                  <a:pt x="406" y="175"/>
                  <a:pt x="406" y="175"/>
                  <a:pt x="406" y="175"/>
                </a:cubicBezTo>
                <a:cubicBezTo>
                  <a:pt x="394" y="176"/>
                  <a:pt x="394" y="176"/>
                  <a:pt x="394" y="176"/>
                </a:cubicBezTo>
                <a:cubicBezTo>
                  <a:pt x="384" y="184"/>
                  <a:pt x="384" y="184"/>
                  <a:pt x="384" y="184"/>
                </a:cubicBezTo>
                <a:cubicBezTo>
                  <a:pt x="381" y="122"/>
                  <a:pt x="381" y="122"/>
                  <a:pt x="381" y="122"/>
                </a:cubicBezTo>
                <a:cubicBezTo>
                  <a:pt x="378" y="118"/>
                  <a:pt x="378" y="118"/>
                  <a:pt x="378" y="118"/>
                </a:cubicBezTo>
                <a:cubicBezTo>
                  <a:pt x="375" y="221"/>
                  <a:pt x="375" y="221"/>
                  <a:pt x="375" y="221"/>
                </a:cubicBezTo>
                <a:cubicBezTo>
                  <a:pt x="367" y="233"/>
                  <a:pt x="367" y="233"/>
                  <a:pt x="367" y="233"/>
                </a:cubicBezTo>
                <a:cubicBezTo>
                  <a:pt x="367" y="233"/>
                  <a:pt x="366" y="232"/>
                  <a:pt x="364" y="225"/>
                </a:cubicBezTo>
                <a:cubicBezTo>
                  <a:pt x="362" y="218"/>
                  <a:pt x="365" y="200"/>
                  <a:pt x="365" y="200"/>
                </a:cubicBezTo>
                <a:cubicBezTo>
                  <a:pt x="373" y="120"/>
                  <a:pt x="373" y="120"/>
                  <a:pt x="373" y="120"/>
                </a:cubicBezTo>
                <a:cubicBezTo>
                  <a:pt x="367" y="127"/>
                  <a:pt x="367" y="127"/>
                  <a:pt x="367" y="127"/>
                </a:cubicBezTo>
                <a:cubicBezTo>
                  <a:pt x="363" y="176"/>
                  <a:pt x="363" y="176"/>
                  <a:pt x="363" y="176"/>
                </a:cubicBezTo>
                <a:cubicBezTo>
                  <a:pt x="345" y="189"/>
                  <a:pt x="345" y="189"/>
                  <a:pt x="345" y="189"/>
                </a:cubicBezTo>
                <a:cubicBezTo>
                  <a:pt x="340" y="215"/>
                  <a:pt x="340" y="215"/>
                  <a:pt x="340" y="215"/>
                </a:cubicBezTo>
                <a:cubicBezTo>
                  <a:pt x="347" y="195"/>
                  <a:pt x="347" y="195"/>
                  <a:pt x="347" y="195"/>
                </a:cubicBezTo>
                <a:cubicBezTo>
                  <a:pt x="361" y="188"/>
                  <a:pt x="361" y="188"/>
                  <a:pt x="361" y="188"/>
                </a:cubicBezTo>
                <a:cubicBezTo>
                  <a:pt x="359" y="201"/>
                  <a:pt x="359" y="201"/>
                  <a:pt x="359" y="201"/>
                </a:cubicBezTo>
                <a:cubicBezTo>
                  <a:pt x="350" y="207"/>
                  <a:pt x="350" y="207"/>
                  <a:pt x="350" y="207"/>
                </a:cubicBezTo>
                <a:cubicBezTo>
                  <a:pt x="332" y="230"/>
                  <a:pt x="332" y="230"/>
                  <a:pt x="332" y="230"/>
                </a:cubicBezTo>
                <a:cubicBezTo>
                  <a:pt x="330" y="270"/>
                  <a:pt x="330" y="270"/>
                  <a:pt x="330" y="270"/>
                </a:cubicBezTo>
                <a:cubicBezTo>
                  <a:pt x="370" y="304"/>
                  <a:pt x="370" y="304"/>
                  <a:pt x="370" y="304"/>
                </a:cubicBezTo>
                <a:cubicBezTo>
                  <a:pt x="361" y="327"/>
                  <a:pt x="361" y="327"/>
                  <a:pt x="361" y="327"/>
                </a:cubicBezTo>
                <a:cubicBezTo>
                  <a:pt x="394" y="351"/>
                  <a:pt x="394" y="351"/>
                  <a:pt x="394" y="351"/>
                </a:cubicBezTo>
                <a:cubicBezTo>
                  <a:pt x="387" y="356"/>
                  <a:pt x="387" y="356"/>
                  <a:pt x="387" y="356"/>
                </a:cubicBezTo>
                <a:cubicBezTo>
                  <a:pt x="350" y="337"/>
                  <a:pt x="350" y="337"/>
                  <a:pt x="350" y="337"/>
                </a:cubicBezTo>
                <a:cubicBezTo>
                  <a:pt x="361" y="327"/>
                  <a:pt x="361" y="327"/>
                  <a:pt x="361" y="327"/>
                </a:cubicBezTo>
                <a:cubicBezTo>
                  <a:pt x="290" y="318"/>
                  <a:pt x="290" y="318"/>
                  <a:pt x="290" y="318"/>
                </a:cubicBezTo>
                <a:cubicBezTo>
                  <a:pt x="253" y="336"/>
                  <a:pt x="253" y="336"/>
                  <a:pt x="253" y="336"/>
                </a:cubicBezTo>
                <a:cubicBezTo>
                  <a:pt x="253" y="350"/>
                  <a:pt x="253" y="350"/>
                  <a:pt x="253" y="350"/>
                </a:cubicBezTo>
                <a:cubicBezTo>
                  <a:pt x="253" y="367"/>
                  <a:pt x="253" y="367"/>
                  <a:pt x="253" y="367"/>
                </a:cubicBezTo>
                <a:cubicBezTo>
                  <a:pt x="229" y="367"/>
                  <a:pt x="229" y="367"/>
                  <a:pt x="229" y="367"/>
                </a:cubicBezTo>
                <a:cubicBezTo>
                  <a:pt x="220" y="351"/>
                  <a:pt x="220" y="351"/>
                  <a:pt x="220" y="351"/>
                </a:cubicBezTo>
                <a:cubicBezTo>
                  <a:pt x="207" y="351"/>
                  <a:pt x="207" y="351"/>
                  <a:pt x="207" y="351"/>
                </a:cubicBezTo>
                <a:cubicBezTo>
                  <a:pt x="207" y="326"/>
                  <a:pt x="207" y="326"/>
                  <a:pt x="207" y="326"/>
                </a:cubicBezTo>
                <a:cubicBezTo>
                  <a:pt x="227" y="326"/>
                  <a:pt x="227" y="326"/>
                  <a:pt x="227" y="326"/>
                </a:cubicBezTo>
                <a:cubicBezTo>
                  <a:pt x="227" y="326"/>
                  <a:pt x="227" y="326"/>
                  <a:pt x="227" y="326"/>
                </a:cubicBezTo>
                <a:cubicBezTo>
                  <a:pt x="232" y="326"/>
                  <a:pt x="235" y="323"/>
                  <a:pt x="235" y="318"/>
                </a:cubicBezTo>
                <a:cubicBezTo>
                  <a:pt x="235" y="318"/>
                  <a:pt x="235" y="318"/>
                  <a:pt x="235" y="318"/>
                </a:cubicBezTo>
                <a:cubicBezTo>
                  <a:pt x="235" y="315"/>
                  <a:pt x="235" y="315"/>
                  <a:pt x="235" y="315"/>
                </a:cubicBezTo>
                <a:cubicBezTo>
                  <a:pt x="236" y="315"/>
                  <a:pt x="236" y="315"/>
                  <a:pt x="236" y="315"/>
                </a:cubicBezTo>
                <a:cubicBezTo>
                  <a:pt x="236" y="286"/>
                  <a:pt x="236" y="286"/>
                  <a:pt x="236" y="286"/>
                </a:cubicBezTo>
                <a:cubicBezTo>
                  <a:pt x="236" y="286"/>
                  <a:pt x="236" y="286"/>
                  <a:pt x="236" y="286"/>
                </a:cubicBezTo>
                <a:cubicBezTo>
                  <a:pt x="236" y="275"/>
                  <a:pt x="236" y="275"/>
                  <a:pt x="236" y="275"/>
                </a:cubicBezTo>
                <a:cubicBezTo>
                  <a:pt x="236" y="275"/>
                  <a:pt x="236" y="275"/>
                  <a:pt x="236" y="274"/>
                </a:cubicBezTo>
                <a:cubicBezTo>
                  <a:pt x="236" y="270"/>
                  <a:pt x="232" y="266"/>
                  <a:pt x="228" y="266"/>
                </a:cubicBezTo>
                <a:cubicBezTo>
                  <a:pt x="227" y="266"/>
                  <a:pt x="227" y="266"/>
                  <a:pt x="227" y="266"/>
                </a:cubicBezTo>
                <a:cubicBezTo>
                  <a:pt x="207" y="266"/>
                  <a:pt x="207" y="266"/>
                  <a:pt x="207" y="266"/>
                </a:cubicBezTo>
                <a:cubicBezTo>
                  <a:pt x="207" y="171"/>
                  <a:pt x="207" y="171"/>
                  <a:pt x="207" y="171"/>
                </a:cubicBezTo>
                <a:cubicBezTo>
                  <a:pt x="205" y="171"/>
                  <a:pt x="205" y="171"/>
                  <a:pt x="205" y="171"/>
                </a:cubicBezTo>
                <a:cubicBezTo>
                  <a:pt x="205" y="138"/>
                  <a:pt x="205" y="138"/>
                  <a:pt x="205" y="138"/>
                </a:cubicBezTo>
                <a:cubicBezTo>
                  <a:pt x="206" y="137"/>
                  <a:pt x="208" y="137"/>
                  <a:pt x="209" y="137"/>
                </a:cubicBezTo>
                <a:cubicBezTo>
                  <a:pt x="221" y="168"/>
                  <a:pt x="221" y="168"/>
                  <a:pt x="221" y="168"/>
                </a:cubicBezTo>
                <a:cubicBezTo>
                  <a:pt x="219" y="169"/>
                  <a:pt x="219" y="169"/>
                  <a:pt x="219" y="169"/>
                </a:cubicBezTo>
                <a:cubicBezTo>
                  <a:pt x="219" y="169"/>
                  <a:pt x="219" y="169"/>
                  <a:pt x="219" y="169"/>
                </a:cubicBezTo>
                <a:cubicBezTo>
                  <a:pt x="220" y="173"/>
                  <a:pt x="220" y="173"/>
                  <a:pt x="220" y="173"/>
                </a:cubicBezTo>
                <a:cubicBezTo>
                  <a:pt x="239" y="166"/>
                  <a:pt x="239" y="166"/>
                  <a:pt x="239" y="166"/>
                </a:cubicBezTo>
                <a:cubicBezTo>
                  <a:pt x="237" y="162"/>
                  <a:pt x="237" y="162"/>
                  <a:pt x="237" y="162"/>
                </a:cubicBezTo>
                <a:cubicBezTo>
                  <a:pt x="235" y="163"/>
                  <a:pt x="235" y="163"/>
                  <a:pt x="235" y="163"/>
                </a:cubicBezTo>
                <a:cubicBezTo>
                  <a:pt x="223" y="131"/>
                  <a:pt x="223" y="131"/>
                  <a:pt x="223" y="131"/>
                </a:cubicBezTo>
                <a:cubicBezTo>
                  <a:pt x="224" y="130"/>
                  <a:pt x="225" y="129"/>
                  <a:pt x="226" y="129"/>
                </a:cubicBezTo>
                <a:cubicBezTo>
                  <a:pt x="250" y="153"/>
                  <a:pt x="250" y="153"/>
                  <a:pt x="250" y="153"/>
                </a:cubicBezTo>
                <a:cubicBezTo>
                  <a:pt x="249" y="155"/>
                  <a:pt x="249" y="155"/>
                  <a:pt x="249" y="155"/>
                </a:cubicBezTo>
                <a:cubicBezTo>
                  <a:pt x="249" y="155"/>
                  <a:pt x="249" y="155"/>
                  <a:pt x="249" y="155"/>
                </a:cubicBezTo>
                <a:cubicBezTo>
                  <a:pt x="252" y="158"/>
                  <a:pt x="252" y="158"/>
                  <a:pt x="252" y="158"/>
                </a:cubicBezTo>
                <a:cubicBezTo>
                  <a:pt x="265" y="144"/>
                  <a:pt x="265" y="144"/>
                  <a:pt x="265" y="144"/>
                </a:cubicBezTo>
                <a:cubicBezTo>
                  <a:pt x="262" y="141"/>
                  <a:pt x="262" y="141"/>
                  <a:pt x="262" y="141"/>
                </a:cubicBezTo>
                <a:cubicBezTo>
                  <a:pt x="261" y="142"/>
                  <a:pt x="261" y="142"/>
                  <a:pt x="261" y="142"/>
                </a:cubicBezTo>
                <a:cubicBezTo>
                  <a:pt x="236" y="118"/>
                  <a:pt x="236" y="118"/>
                  <a:pt x="236" y="118"/>
                </a:cubicBezTo>
                <a:cubicBezTo>
                  <a:pt x="237" y="117"/>
                  <a:pt x="237" y="116"/>
                  <a:pt x="238" y="115"/>
                </a:cubicBezTo>
                <a:cubicBezTo>
                  <a:pt x="271" y="128"/>
                  <a:pt x="271" y="128"/>
                  <a:pt x="271" y="128"/>
                </a:cubicBezTo>
                <a:cubicBezTo>
                  <a:pt x="270" y="130"/>
                  <a:pt x="270" y="130"/>
                  <a:pt x="270" y="130"/>
                </a:cubicBezTo>
                <a:cubicBezTo>
                  <a:pt x="270" y="130"/>
                  <a:pt x="270" y="130"/>
                  <a:pt x="270" y="130"/>
                </a:cubicBezTo>
                <a:cubicBezTo>
                  <a:pt x="274" y="132"/>
                  <a:pt x="274" y="132"/>
                  <a:pt x="274" y="132"/>
                </a:cubicBezTo>
                <a:cubicBezTo>
                  <a:pt x="281" y="114"/>
                  <a:pt x="281" y="114"/>
                  <a:pt x="281" y="114"/>
                </a:cubicBezTo>
                <a:cubicBezTo>
                  <a:pt x="277" y="112"/>
                  <a:pt x="277" y="112"/>
                  <a:pt x="277" y="112"/>
                </a:cubicBezTo>
                <a:cubicBezTo>
                  <a:pt x="277" y="114"/>
                  <a:pt x="277" y="114"/>
                  <a:pt x="277" y="114"/>
                </a:cubicBezTo>
                <a:cubicBezTo>
                  <a:pt x="244" y="101"/>
                  <a:pt x="244" y="101"/>
                  <a:pt x="244" y="101"/>
                </a:cubicBezTo>
                <a:cubicBezTo>
                  <a:pt x="244" y="100"/>
                  <a:pt x="244" y="99"/>
                  <a:pt x="244" y="98"/>
                </a:cubicBezTo>
                <a:cubicBezTo>
                  <a:pt x="279" y="98"/>
                  <a:pt x="279" y="98"/>
                  <a:pt x="279" y="98"/>
                </a:cubicBezTo>
                <a:cubicBezTo>
                  <a:pt x="279" y="100"/>
                  <a:pt x="279" y="100"/>
                  <a:pt x="279" y="100"/>
                </a:cubicBezTo>
                <a:cubicBezTo>
                  <a:pt x="368" y="100"/>
                  <a:pt x="368" y="100"/>
                  <a:pt x="368" y="100"/>
                </a:cubicBezTo>
                <a:cubicBezTo>
                  <a:pt x="369" y="101"/>
                  <a:pt x="369" y="103"/>
                  <a:pt x="370" y="105"/>
                </a:cubicBezTo>
                <a:cubicBezTo>
                  <a:pt x="371" y="109"/>
                  <a:pt x="374" y="112"/>
                  <a:pt x="375" y="112"/>
                </a:cubicBezTo>
                <a:cubicBezTo>
                  <a:pt x="375" y="112"/>
                  <a:pt x="375" y="112"/>
                  <a:pt x="375" y="112"/>
                </a:cubicBezTo>
                <a:cubicBezTo>
                  <a:pt x="375" y="112"/>
                  <a:pt x="375" y="112"/>
                  <a:pt x="375" y="112"/>
                </a:cubicBezTo>
                <a:cubicBezTo>
                  <a:pt x="406" y="100"/>
                  <a:pt x="406" y="100"/>
                  <a:pt x="406" y="100"/>
                </a:cubicBezTo>
                <a:cubicBezTo>
                  <a:pt x="416" y="100"/>
                  <a:pt x="416" y="100"/>
                  <a:pt x="416" y="100"/>
                </a:cubicBezTo>
                <a:cubicBezTo>
                  <a:pt x="394" y="130"/>
                  <a:pt x="394" y="130"/>
                  <a:pt x="394" y="130"/>
                </a:cubicBezTo>
                <a:cubicBezTo>
                  <a:pt x="394" y="130"/>
                  <a:pt x="394" y="130"/>
                  <a:pt x="394" y="130"/>
                </a:cubicBezTo>
                <a:cubicBezTo>
                  <a:pt x="394" y="130"/>
                  <a:pt x="394" y="130"/>
                  <a:pt x="394" y="130"/>
                </a:cubicBezTo>
                <a:cubicBezTo>
                  <a:pt x="394" y="130"/>
                  <a:pt x="394" y="130"/>
                  <a:pt x="394" y="130"/>
                </a:cubicBezTo>
                <a:cubicBezTo>
                  <a:pt x="394" y="130"/>
                  <a:pt x="394" y="130"/>
                  <a:pt x="394" y="130"/>
                </a:cubicBezTo>
                <a:cubicBezTo>
                  <a:pt x="393" y="131"/>
                  <a:pt x="395" y="134"/>
                  <a:pt x="399" y="136"/>
                </a:cubicBezTo>
                <a:cubicBezTo>
                  <a:pt x="403" y="139"/>
                  <a:pt x="406" y="140"/>
                  <a:pt x="407" y="139"/>
                </a:cubicBezTo>
                <a:cubicBezTo>
                  <a:pt x="407" y="139"/>
                  <a:pt x="407" y="139"/>
                  <a:pt x="407" y="139"/>
                </a:cubicBezTo>
                <a:cubicBezTo>
                  <a:pt x="438" y="100"/>
                  <a:pt x="438" y="100"/>
                  <a:pt x="438" y="100"/>
                </a:cubicBezTo>
                <a:cubicBezTo>
                  <a:pt x="439" y="100"/>
                  <a:pt x="439" y="100"/>
                  <a:pt x="439" y="100"/>
                </a:cubicBezTo>
                <a:cubicBezTo>
                  <a:pt x="423" y="147"/>
                  <a:pt x="423" y="147"/>
                  <a:pt x="423" y="147"/>
                </a:cubicBezTo>
                <a:cubicBezTo>
                  <a:pt x="423" y="147"/>
                  <a:pt x="423" y="147"/>
                  <a:pt x="423" y="147"/>
                </a:cubicBezTo>
                <a:cubicBezTo>
                  <a:pt x="423" y="147"/>
                  <a:pt x="423" y="147"/>
                  <a:pt x="423" y="147"/>
                </a:cubicBezTo>
                <a:cubicBezTo>
                  <a:pt x="422" y="149"/>
                  <a:pt x="426" y="151"/>
                  <a:pt x="430" y="153"/>
                </a:cubicBezTo>
                <a:cubicBezTo>
                  <a:pt x="434" y="154"/>
                  <a:pt x="438" y="155"/>
                  <a:pt x="439" y="153"/>
                </a:cubicBezTo>
                <a:cubicBezTo>
                  <a:pt x="439" y="153"/>
                  <a:pt x="439" y="153"/>
                  <a:pt x="439" y="153"/>
                </a:cubicBezTo>
                <a:cubicBezTo>
                  <a:pt x="439" y="153"/>
                  <a:pt x="439" y="153"/>
                  <a:pt x="439" y="153"/>
                </a:cubicBezTo>
                <a:cubicBezTo>
                  <a:pt x="439" y="153"/>
                  <a:pt x="439" y="153"/>
                  <a:pt x="439" y="153"/>
                </a:cubicBezTo>
                <a:cubicBezTo>
                  <a:pt x="439" y="153"/>
                  <a:pt x="439" y="153"/>
                  <a:pt x="439" y="153"/>
                </a:cubicBezTo>
                <a:cubicBezTo>
                  <a:pt x="457" y="100"/>
                  <a:pt x="457" y="100"/>
                  <a:pt x="457" y="100"/>
                </a:cubicBezTo>
                <a:cubicBezTo>
                  <a:pt x="457" y="100"/>
                  <a:pt x="457" y="100"/>
                  <a:pt x="457" y="100"/>
                </a:cubicBezTo>
                <a:cubicBezTo>
                  <a:pt x="457" y="159"/>
                  <a:pt x="457" y="159"/>
                  <a:pt x="457" y="159"/>
                </a:cubicBezTo>
                <a:cubicBezTo>
                  <a:pt x="457" y="159"/>
                  <a:pt x="457" y="159"/>
                  <a:pt x="457" y="159"/>
                </a:cubicBezTo>
                <a:cubicBezTo>
                  <a:pt x="457" y="159"/>
                  <a:pt x="457" y="159"/>
                  <a:pt x="457" y="159"/>
                </a:cubicBezTo>
                <a:cubicBezTo>
                  <a:pt x="457" y="159"/>
                  <a:pt x="457" y="159"/>
                  <a:pt x="457" y="159"/>
                </a:cubicBezTo>
                <a:cubicBezTo>
                  <a:pt x="457" y="159"/>
                  <a:pt x="457" y="159"/>
                  <a:pt x="457" y="159"/>
                </a:cubicBezTo>
                <a:cubicBezTo>
                  <a:pt x="457" y="160"/>
                  <a:pt x="461" y="161"/>
                  <a:pt x="466" y="161"/>
                </a:cubicBezTo>
                <a:cubicBezTo>
                  <a:pt x="471" y="161"/>
                  <a:pt x="474" y="160"/>
                  <a:pt x="475" y="159"/>
                </a:cubicBezTo>
                <a:cubicBezTo>
                  <a:pt x="475" y="159"/>
                  <a:pt x="475" y="159"/>
                  <a:pt x="475" y="159"/>
                </a:cubicBezTo>
                <a:cubicBezTo>
                  <a:pt x="475" y="159"/>
                  <a:pt x="475" y="159"/>
                  <a:pt x="475" y="159"/>
                </a:cubicBezTo>
                <a:cubicBezTo>
                  <a:pt x="475" y="159"/>
                  <a:pt x="475" y="159"/>
                  <a:pt x="475" y="159"/>
                </a:cubicBezTo>
                <a:cubicBezTo>
                  <a:pt x="475" y="159"/>
                  <a:pt x="475" y="159"/>
                  <a:pt x="475" y="159"/>
                </a:cubicBezTo>
                <a:cubicBezTo>
                  <a:pt x="475" y="100"/>
                  <a:pt x="475" y="100"/>
                  <a:pt x="475" y="100"/>
                </a:cubicBezTo>
                <a:cubicBezTo>
                  <a:pt x="481" y="100"/>
                  <a:pt x="481" y="100"/>
                  <a:pt x="481" y="100"/>
                </a:cubicBezTo>
                <a:cubicBezTo>
                  <a:pt x="481" y="88"/>
                  <a:pt x="481" y="88"/>
                  <a:pt x="481" y="88"/>
                </a:cubicBezTo>
                <a:cubicBezTo>
                  <a:pt x="412" y="88"/>
                  <a:pt x="412" y="88"/>
                  <a:pt x="412" y="88"/>
                </a:cubicBezTo>
                <a:cubicBezTo>
                  <a:pt x="412" y="84"/>
                  <a:pt x="412" y="84"/>
                  <a:pt x="412" y="84"/>
                </a:cubicBezTo>
                <a:cubicBezTo>
                  <a:pt x="481" y="84"/>
                  <a:pt x="481" y="84"/>
                  <a:pt x="481" y="84"/>
                </a:cubicBezTo>
                <a:cubicBezTo>
                  <a:pt x="481" y="80"/>
                  <a:pt x="481" y="80"/>
                  <a:pt x="481" y="80"/>
                </a:cubicBezTo>
                <a:cubicBezTo>
                  <a:pt x="456" y="80"/>
                  <a:pt x="456" y="80"/>
                  <a:pt x="456" y="80"/>
                </a:cubicBezTo>
                <a:cubicBezTo>
                  <a:pt x="456" y="80"/>
                  <a:pt x="456" y="80"/>
                  <a:pt x="456" y="80"/>
                </a:cubicBezTo>
                <a:cubicBezTo>
                  <a:pt x="411" y="80"/>
                  <a:pt x="411" y="80"/>
                  <a:pt x="411" y="80"/>
                </a:cubicBezTo>
                <a:cubicBezTo>
                  <a:pt x="404" y="79"/>
                  <a:pt x="386" y="75"/>
                  <a:pt x="374" y="63"/>
                </a:cubicBezTo>
                <a:cubicBezTo>
                  <a:pt x="357" y="46"/>
                  <a:pt x="357" y="34"/>
                  <a:pt x="357" y="34"/>
                </a:cubicBezTo>
                <a:cubicBezTo>
                  <a:pt x="354" y="34"/>
                  <a:pt x="354" y="34"/>
                  <a:pt x="354" y="34"/>
                </a:cubicBezTo>
                <a:cubicBezTo>
                  <a:pt x="354" y="80"/>
                  <a:pt x="354" y="80"/>
                  <a:pt x="354" y="80"/>
                </a:cubicBezTo>
                <a:cubicBezTo>
                  <a:pt x="350" y="80"/>
                  <a:pt x="350" y="80"/>
                  <a:pt x="350" y="80"/>
                </a:cubicBezTo>
                <a:cubicBezTo>
                  <a:pt x="350" y="34"/>
                  <a:pt x="350" y="34"/>
                  <a:pt x="350" y="34"/>
                </a:cubicBezTo>
                <a:cubicBezTo>
                  <a:pt x="344" y="34"/>
                  <a:pt x="344" y="34"/>
                  <a:pt x="344" y="34"/>
                </a:cubicBezTo>
                <a:cubicBezTo>
                  <a:pt x="344" y="80"/>
                  <a:pt x="344" y="80"/>
                  <a:pt x="344" y="80"/>
                </a:cubicBezTo>
                <a:cubicBezTo>
                  <a:pt x="279" y="80"/>
                  <a:pt x="279" y="80"/>
                  <a:pt x="279" y="80"/>
                </a:cubicBezTo>
                <a:cubicBezTo>
                  <a:pt x="279" y="82"/>
                  <a:pt x="279" y="82"/>
                  <a:pt x="279" y="82"/>
                </a:cubicBezTo>
                <a:cubicBezTo>
                  <a:pt x="244" y="82"/>
                  <a:pt x="244" y="82"/>
                  <a:pt x="244" y="82"/>
                </a:cubicBezTo>
                <a:cubicBezTo>
                  <a:pt x="241" y="62"/>
                  <a:pt x="225" y="46"/>
                  <a:pt x="205" y="43"/>
                </a:cubicBezTo>
                <a:cubicBezTo>
                  <a:pt x="205" y="4"/>
                  <a:pt x="205" y="4"/>
                  <a:pt x="205" y="4"/>
                </a:cubicBezTo>
                <a:cubicBezTo>
                  <a:pt x="207" y="4"/>
                  <a:pt x="207" y="4"/>
                  <a:pt x="207" y="4"/>
                </a:cubicBezTo>
                <a:cubicBezTo>
                  <a:pt x="207" y="0"/>
                  <a:pt x="207" y="0"/>
                  <a:pt x="207" y="0"/>
                </a:cubicBezTo>
                <a:cubicBezTo>
                  <a:pt x="187" y="0"/>
                  <a:pt x="187" y="0"/>
                  <a:pt x="187" y="0"/>
                </a:cubicBezTo>
                <a:cubicBezTo>
                  <a:pt x="187" y="4"/>
                  <a:pt x="187" y="4"/>
                  <a:pt x="187" y="4"/>
                </a:cubicBezTo>
                <a:cubicBezTo>
                  <a:pt x="190" y="4"/>
                  <a:pt x="190" y="4"/>
                  <a:pt x="190" y="4"/>
                </a:cubicBezTo>
                <a:cubicBezTo>
                  <a:pt x="190" y="43"/>
                  <a:pt x="190" y="43"/>
                  <a:pt x="190" y="43"/>
                </a:cubicBezTo>
                <a:cubicBezTo>
                  <a:pt x="188" y="43"/>
                  <a:pt x="187" y="43"/>
                  <a:pt x="186" y="43"/>
                </a:cubicBezTo>
                <a:cubicBezTo>
                  <a:pt x="171" y="8"/>
                  <a:pt x="171" y="8"/>
                  <a:pt x="171" y="8"/>
                </a:cubicBezTo>
                <a:cubicBezTo>
                  <a:pt x="173" y="7"/>
                  <a:pt x="173" y="7"/>
                  <a:pt x="173" y="7"/>
                </a:cubicBezTo>
                <a:cubicBezTo>
                  <a:pt x="173" y="7"/>
                  <a:pt x="173" y="7"/>
                  <a:pt x="173" y="7"/>
                </a:cubicBezTo>
                <a:cubicBezTo>
                  <a:pt x="172" y="3"/>
                  <a:pt x="172" y="3"/>
                  <a:pt x="172" y="3"/>
                </a:cubicBezTo>
                <a:cubicBezTo>
                  <a:pt x="154" y="11"/>
                  <a:pt x="154" y="11"/>
                  <a:pt x="154" y="11"/>
                </a:cubicBezTo>
                <a:cubicBezTo>
                  <a:pt x="155" y="15"/>
                  <a:pt x="155" y="15"/>
                  <a:pt x="155" y="15"/>
                </a:cubicBezTo>
                <a:cubicBezTo>
                  <a:pt x="157" y="14"/>
                  <a:pt x="157" y="14"/>
                  <a:pt x="157" y="14"/>
                </a:cubicBezTo>
                <a:cubicBezTo>
                  <a:pt x="172" y="49"/>
                  <a:pt x="172" y="49"/>
                  <a:pt x="172" y="49"/>
                </a:cubicBezTo>
                <a:cubicBezTo>
                  <a:pt x="171" y="49"/>
                  <a:pt x="170" y="50"/>
                  <a:pt x="169" y="51"/>
                </a:cubicBezTo>
                <a:cubicBezTo>
                  <a:pt x="142" y="24"/>
                  <a:pt x="142" y="24"/>
                  <a:pt x="142" y="24"/>
                </a:cubicBezTo>
                <a:cubicBezTo>
                  <a:pt x="144" y="23"/>
                  <a:pt x="144" y="23"/>
                  <a:pt x="144" y="23"/>
                </a:cubicBezTo>
                <a:cubicBezTo>
                  <a:pt x="144" y="23"/>
                  <a:pt x="144" y="23"/>
                  <a:pt x="144" y="23"/>
                </a:cubicBezTo>
                <a:cubicBezTo>
                  <a:pt x="141" y="20"/>
                  <a:pt x="141" y="20"/>
                  <a:pt x="141" y="20"/>
                </a:cubicBezTo>
                <a:cubicBezTo>
                  <a:pt x="127" y="34"/>
                  <a:pt x="127" y="34"/>
                  <a:pt x="127" y="34"/>
                </a:cubicBezTo>
                <a:cubicBezTo>
                  <a:pt x="130" y="37"/>
                  <a:pt x="130" y="37"/>
                  <a:pt x="130" y="37"/>
                </a:cubicBezTo>
                <a:cubicBezTo>
                  <a:pt x="132" y="35"/>
                  <a:pt x="132" y="35"/>
                  <a:pt x="132" y="35"/>
                </a:cubicBezTo>
                <a:cubicBezTo>
                  <a:pt x="158" y="61"/>
                  <a:pt x="158" y="61"/>
                  <a:pt x="158" y="61"/>
                </a:cubicBezTo>
                <a:cubicBezTo>
                  <a:pt x="157" y="62"/>
                  <a:pt x="157" y="63"/>
                  <a:pt x="156" y="64"/>
                </a:cubicBezTo>
                <a:cubicBezTo>
                  <a:pt x="122" y="51"/>
                  <a:pt x="122" y="51"/>
                  <a:pt x="122" y="51"/>
                </a:cubicBezTo>
                <a:cubicBezTo>
                  <a:pt x="123" y="48"/>
                  <a:pt x="123" y="48"/>
                  <a:pt x="123" y="48"/>
                </a:cubicBezTo>
                <a:cubicBezTo>
                  <a:pt x="123" y="48"/>
                  <a:pt x="123" y="48"/>
                  <a:pt x="123" y="48"/>
                </a:cubicBezTo>
                <a:cubicBezTo>
                  <a:pt x="119" y="47"/>
                  <a:pt x="119" y="47"/>
                  <a:pt x="119" y="47"/>
                </a:cubicBezTo>
                <a:cubicBezTo>
                  <a:pt x="112" y="65"/>
                  <a:pt x="112" y="65"/>
                  <a:pt x="112" y="65"/>
                </a:cubicBezTo>
                <a:cubicBezTo>
                  <a:pt x="116" y="66"/>
                  <a:pt x="116" y="66"/>
                  <a:pt x="116" y="66"/>
                </a:cubicBezTo>
                <a:cubicBezTo>
                  <a:pt x="116" y="64"/>
                  <a:pt x="116" y="64"/>
                  <a:pt x="116" y="64"/>
                </a:cubicBezTo>
                <a:cubicBezTo>
                  <a:pt x="150" y="78"/>
                  <a:pt x="150" y="78"/>
                  <a:pt x="150" y="78"/>
                </a:cubicBezTo>
                <a:cubicBezTo>
                  <a:pt x="150" y="79"/>
                  <a:pt x="149" y="81"/>
                  <a:pt x="149" y="82"/>
                </a:cubicBezTo>
                <a:cubicBezTo>
                  <a:pt x="110" y="82"/>
                  <a:pt x="110" y="82"/>
                  <a:pt x="110" y="82"/>
                </a:cubicBezTo>
                <a:cubicBezTo>
                  <a:pt x="110" y="80"/>
                  <a:pt x="110" y="80"/>
                  <a:pt x="110" y="80"/>
                </a:cubicBezTo>
                <a:cubicBezTo>
                  <a:pt x="68" y="80"/>
                  <a:pt x="68" y="80"/>
                  <a:pt x="68" y="80"/>
                </a:cubicBezTo>
                <a:cubicBezTo>
                  <a:pt x="68" y="80"/>
                  <a:pt x="68" y="80"/>
                  <a:pt x="67" y="80"/>
                </a:cubicBezTo>
                <a:cubicBezTo>
                  <a:pt x="63" y="80"/>
                  <a:pt x="59" y="84"/>
                  <a:pt x="59" y="89"/>
                </a:cubicBezTo>
                <a:cubicBezTo>
                  <a:pt x="59" y="89"/>
                  <a:pt x="59" y="89"/>
                  <a:pt x="59" y="89"/>
                </a:cubicBezTo>
                <a:cubicBezTo>
                  <a:pt x="59" y="98"/>
                  <a:pt x="59" y="98"/>
                  <a:pt x="59" y="98"/>
                </a:cubicBezTo>
                <a:cubicBezTo>
                  <a:pt x="59" y="98"/>
                  <a:pt x="59" y="98"/>
                  <a:pt x="59" y="98"/>
                </a:cubicBezTo>
                <a:cubicBezTo>
                  <a:pt x="59" y="266"/>
                  <a:pt x="59" y="266"/>
                  <a:pt x="59" y="266"/>
                </a:cubicBezTo>
                <a:cubicBezTo>
                  <a:pt x="59" y="266"/>
                  <a:pt x="59" y="266"/>
                  <a:pt x="59" y="266"/>
                </a:cubicBezTo>
                <a:cubicBezTo>
                  <a:pt x="59" y="277"/>
                  <a:pt x="59" y="277"/>
                  <a:pt x="59" y="277"/>
                </a:cubicBezTo>
                <a:cubicBezTo>
                  <a:pt x="59" y="277"/>
                  <a:pt x="59" y="277"/>
                  <a:pt x="59" y="277"/>
                </a:cubicBezTo>
                <a:cubicBezTo>
                  <a:pt x="59" y="282"/>
                  <a:pt x="63" y="286"/>
                  <a:pt x="67" y="286"/>
                </a:cubicBezTo>
                <a:cubicBezTo>
                  <a:pt x="68" y="286"/>
                  <a:pt x="68" y="286"/>
                  <a:pt x="68" y="286"/>
                </a:cubicBezTo>
                <a:cubicBezTo>
                  <a:pt x="108" y="286"/>
                  <a:pt x="108" y="286"/>
                  <a:pt x="108" y="286"/>
                </a:cubicBezTo>
                <a:cubicBezTo>
                  <a:pt x="108" y="286"/>
                  <a:pt x="108" y="286"/>
                  <a:pt x="108" y="286"/>
                </a:cubicBezTo>
                <a:cubicBezTo>
                  <a:pt x="185" y="286"/>
                  <a:pt x="185" y="286"/>
                  <a:pt x="185" y="286"/>
                </a:cubicBezTo>
                <a:cubicBezTo>
                  <a:pt x="185" y="286"/>
                  <a:pt x="185" y="286"/>
                  <a:pt x="185" y="286"/>
                </a:cubicBezTo>
                <a:cubicBezTo>
                  <a:pt x="187" y="286"/>
                  <a:pt x="187" y="286"/>
                  <a:pt x="187" y="286"/>
                </a:cubicBezTo>
                <a:cubicBezTo>
                  <a:pt x="187" y="307"/>
                  <a:pt x="187" y="307"/>
                  <a:pt x="187" y="307"/>
                </a:cubicBezTo>
                <a:cubicBezTo>
                  <a:pt x="185" y="307"/>
                  <a:pt x="185" y="307"/>
                  <a:pt x="185" y="307"/>
                </a:cubicBezTo>
                <a:cubicBezTo>
                  <a:pt x="185" y="307"/>
                  <a:pt x="185" y="307"/>
                  <a:pt x="185" y="307"/>
                </a:cubicBezTo>
                <a:cubicBezTo>
                  <a:pt x="153" y="307"/>
                  <a:pt x="153" y="307"/>
                  <a:pt x="153" y="307"/>
                </a:cubicBezTo>
                <a:cubicBezTo>
                  <a:pt x="153" y="307"/>
                  <a:pt x="153" y="307"/>
                  <a:pt x="153" y="307"/>
                </a:cubicBezTo>
                <a:cubicBezTo>
                  <a:pt x="148" y="307"/>
                  <a:pt x="145" y="310"/>
                  <a:pt x="145" y="315"/>
                </a:cubicBezTo>
                <a:cubicBezTo>
                  <a:pt x="145" y="315"/>
                  <a:pt x="145" y="315"/>
                  <a:pt x="145" y="315"/>
                </a:cubicBezTo>
                <a:cubicBezTo>
                  <a:pt x="145" y="326"/>
                  <a:pt x="145" y="326"/>
                  <a:pt x="145" y="326"/>
                </a:cubicBezTo>
                <a:cubicBezTo>
                  <a:pt x="145" y="326"/>
                  <a:pt x="145" y="326"/>
                  <a:pt x="145" y="326"/>
                </a:cubicBezTo>
                <a:cubicBezTo>
                  <a:pt x="145" y="351"/>
                  <a:pt x="145" y="351"/>
                  <a:pt x="145" y="351"/>
                </a:cubicBezTo>
                <a:cubicBezTo>
                  <a:pt x="86" y="351"/>
                  <a:pt x="86" y="351"/>
                  <a:pt x="86" y="351"/>
                </a:cubicBezTo>
                <a:cubicBezTo>
                  <a:pt x="87" y="400"/>
                  <a:pt x="87" y="400"/>
                  <a:pt x="87" y="400"/>
                </a:cubicBezTo>
                <a:cubicBezTo>
                  <a:pt x="103" y="418"/>
                  <a:pt x="103" y="418"/>
                  <a:pt x="103" y="418"/>
                </a:cubicBezTo>
                <a:cubicBezTo>
                  <a:pt x="103" y="451"/>
                  <a:pt x="103" y="451"/>
                  <a:pt x="103" y="451"/>
                </a:cubicBezTo>
                <a:cubicBezTo>
                  <a:pt x="122" y="459"/>
                  <a:pt x="122" y="459"/>
                  <a:pt x="122" y="459"/>
                </a:cubicBezTo>
                <a:cubicBezTo>
                  <a:pt x="122" y="505"/>
                  <a:pt x="122" y="505"/>
                  <a:pt x="122" y="505"/>
                </a:cubicBezTo>
                <a:cubicBezTo>
                  <a:pt x="38" y="520"/>
                  <a:pt x="7" y="539"/>
                  <a:pt x="4" y="540"/>
                </a:cubicBezTo>
                <a:cubicBezTo>
                  <a:pt x="0" y="540"/>
                  <a:pt x="19" y="543"/>
                  <a:pt x="46" y="556"/>
                </a:cubicBezTo>
                <a:cubicBezTo>
                  <a:pt x="80" y="572"/>
                  <a:pt x="76" y="581"/>
                  <a:pt x="76" y="581"/>
                </a:cubicBezTo>
                <a:cubicBezTo>
                  <a:pt x="76" y="581"/>
                  <a:pt x="135" y="543"/>
                  <a:pt x="263" y="520"/>
                </a:cubicBezTo>
                <a:cubicBezTo>
                  <a:pt x="330" y="508"/>
                  <a:pt x="451" y="503"/>
                  <a:pt x="495" y="512"/>
                </a:cubicBezTo>
                <a:cubicBezTo>
                  <a:pt x="495" y="512"/>
                  <a:pt x="461" y="504"/>
                  <a:pt x="413" y="497"/>
                </a:cubicBezTo>
                <a:close/>
              </a:path>
            </a:pathLst>
          </a:custGeom>
          <a:solidFill>
            <a:srgbClr val="003778"/>
          </a:solidFill>
          <a:ln>
            <a:noFill/>
          </a:ln>
        </p:spPr>
        <p:txBody>
          <a:bodyPr vert="horz" wrap="square" lIns="91440" tIns="45720" rIns="91440" bIns="45720" numCol="1" anchor="t" anchorCtr="0" compatLnSpc="1">
            <a:prstTxWarp prst="textNoShape">
              <a:avLst/>
            </a:prstTxWarp>
          </a:bodyPr>
          <a:lstStyle/>
          <a:p>
            <a:endParaRPr lang="zh-CN" altLang="en-US" dirty="0"/>
          </a:p>
        </p:txBody>
      </p:sp>
      <p:cxnSp>
        <p:nvCxnSpPr>
          <p:cNvPr id="16" name="直接连接符 15">
            <a:extLst>
              <a:ext uri="{FF2B5EF4-FFF2-40B4-BE49-F238E27FC236}">
                <a16:creationId xmlns:a16="http://schemas.microsoft.com/office/drawing/2014/main" id="{37B9A614-BC4E-4B23-B9D1-2B209AB0743B}"/>
              </a:ext>
            </a:extLst>
          </p:cNvPr>
          <p:cNvCxnSpPr>
            <a:cxnSpLocks/>
          </p:cNvCxnSpPr>
          <p:nvPr userDrawn="1"/>
        </p:nvCxnSpPr>
        <p:spPr>
          <a:xfrm>
            <a:off x="659130" y="1027048"/>
            <a:ext cx="10864850" cy="0"/>
          </a:xfrm>
          <a:prstGeom prst="line">
            <a:avLst/>
          </a:prstGeom>
          <a:ln cap="rnd">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60947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特别说明版式">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40550F8C-09E3-4442-8DC6-E0C639E8B1D8}"/>
              </a:ext>
            </a:extLst>
          </p:cNvPr>
          <p:cNvSpPr/>
          <p:nvPr userDrawn="1"/>
        </p:nvSpPr>
        <p:spPr>
          <a:xfrm>
            <a:off x="0" y="0"/>
            <a:ext cx="12192000" cy="6492875"/>
          </a:xfrm>
          <a:prstGeom prst="rect">
            <a:avLst/>
          </a:prstGeom>
          <a:solidFill>
            <a:schemeClr val="bg1">
              <a:alpha val="93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latin typeface="Microsoft YaHei UI" panose="020B0503020204020204" pitchFamily="34" charset="-122"/>
              <a:ea typeface="Microsoft YaHei UI" panose="020B0503020204020204" pitchFamily="34" charset="-122"/>
            </a:endParaRPr>
          </a:p>
        </p:txBody>
      </p:sp>
      <p:sp>
        <p:nvSpPr>
          <p:cNvPr id="2" name="标题 1">
            <a:extLst>
              <a:ext uri="{FF2B5EF4-FFF2-40B4-BE49-F238E27FC236}">
                <a16:creationId xmlns:a16="http://schemas.microsoft.com/office/drawing/2014/main" id="{F3F78BD0-F462-4621-8C34-D1893B6B97AE}"/>
              </a:ext>
            </a:extLst>
          </p:cNvPr>
          <p:cNvSpPr>
            <a:spLocks noGrp="1"/>
          </p:cNvSpPr>
          <p:nvPr>
            <p:ph type="title"/>
          </p:nvPr>
        </p:nvSpPr>
        <p:spPr>
          <a:xfrm>
            <a:off x="792481" y="574395"/>
            <a:ext cx="7315200" cy="341874"/>
          </a:xfrm>
        </p:spPr>
        <p:txBody>
          <a:bodyPr lIns="0" tIns="0" rIns="0" bIns="0">
            <a:noAutofit/>
          </a:bodyPr>
          <a:lstStyle>
            <a:lvl1pPr>
              <a:defRPr sz="2600" b="1">
                <a:solidFill>
                  <a:schemeClr val="accent1"/>
                </a:solidFill>
              </a:defRPr>
            </a:lvl1pPr>
          </a:lstStyle>
          <a:p>
            <a:r>
              <a:rPr lang="zh-CN" altLang="en-US" dirty="0"/>
              <a:t>单击此处编辑母版标题样式</a:t>
            </a:r>
          </a:p>
        </p:txBody>
      </p:sp>
      <p:sp>
        <p:nvSpPr>
          <p:cNvPr id="7" name="矩形 6">
            <a:extLst>
              <a:ext uri="{FF2B5EF4-FFF2-40B4-BE49-F238E27FC236}">
                <a16:creationId xmlns:a16="http://schemas.microsoft.com/office/drawing/2014/main" id="{273664E7-E6D5-4929-9178-9AD3110374FA}"/>
              </a:ext>
            </a:extLst>
          </p:cNvPr>
          <p:cNvSpPr/>
          <p:nvPr userDrawn="1"/>
        </p:nvSpPr>
        <p:spPr>
          <a:xfrm>
            <a:off x="0" y="6492875"/>
            <a:ext cx="12192000" cy="365125"/>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a:extLst>
              <a:ext uri="{FF2B5EF4-FFF2-40B4-BE49-F238E27FC236}">
                <a16:creationId xmlns:a16="http://schemas.microsoft.com/office/drawing/2014/main" id="{CC1AFDE3-17F7-4C68-81A1-E196F75F6412}"/>
              </a:ext>
            </a:extLst>
          </p:cNvPr>
          <p:cNvPicPr>
            <a:picLocks noChangeAspect="1"/>
          </p:cNvPicPr>
          <p:nvPr userDrawn="1"/>
        </p:nvPicPr>
        <p:blipFill>
          <a:blip r:embed="rId2"/>
          <a:stretch>
            <a:fillRect/>
          </a:stretch>
        </p:blipFill>
        <p:spPr>
          <a:xfrm>
            <a:off x="673100" y="6580054"/>
            <a:ext cx="1330959" cy="203465"/>
          </a:xfrm>
          <a:prstGeom prst="rect">
            <a:avLst/>
          </a:prstGeom>
        </p:spPr>
      </p:pic>
      <p:pic>
        <p:nvPicPr>
          <p:cNvPr id="9" name="图片 8">
            <a:extLst>
              <a:ext uri="{FF2B5EF4-FFF2-40B4-BE49-F238E27FC236}">
                <a16:creationId xmlns:a16="http://schemas.microsoft.com/office/drawing/2014/main" id="{F17405B7-37A0-4A9E-87D3-E7F07F5B2459}"/>
              </a:ext>
            </a:extLst>
          </p:cNvPr>
          <p:cNvPicPr>
            <a:picLocks noChangeAspect="1"/>
          </p:cNvPicPr>
          <p:nvPr userDrawn="1"/>
        </p:nvPicPr>
        <p:blipFill>
          <a:blip r:embed="rId3"/>
          <a:stretch>
            <a:fillRect/>
          </a:stretch>
        </p:blipFill>
        <p:spPr>
          <a:xfrm>
            <a:off x="9997440" y="530517"/>
            <a:ext cx="1521460" cy="380209"/>
          </a:xfrm>
          <a:prstGeom prst="rect">
            <a:avLst/>
          </a:prstGeom>
        </p:spPr>
      </p:pic>
      <p:pic>
        <p:nvPicPr>
          <p:cNvPr id="12" name="图片 11">
            <a:extLst>
              <a:ext uri="{FF2B5EF4-FFF2-40B4-BE49-F238E27FC236}">
                <a16:creationId xmlns:a16="http://schemas.microsoft.com/office/drawing/2014/main" id="{A4F36DF7-8FB7-494A-AB7D-676726F71429}"/>
              </a:ext>
            </a:extLst>
          </p:cNvPr>
          <p:cNvPicPr>
            <a:picLocks noChangeAspect="1"/>
          </p:cNvPicPr>
          <p:nvPr userDrawn="1"/>
        </p:nvPicPr>
        <p:blipFill>
          <a:blip r:embed="rId4"/>
          <a:stretch>
            <a:fillRect/>
          </a:stretch>
        </p:blipFill>
        <p:spPr>
          <a:xfrm>
            <a:off x="8610600" y="6626002"/>
            <a:ext cx="2908300" cy="111568"/>
          </a:xfrm>
          <a:prstGeom prst="rect">
            <a:avLst/>
          </a:prstGeom>
        </p:spPr>
      </p:pic>
      <p:sp>
        <p:nvSpPr>
          <p:cNvPr id="13" name="Freeform 52">
            <a:extLst>
              <a:ext uri="{FF2B5EF4-FFF2-40B4-BE49-F238E27FC236}">
                <a16:creationId xmlns:a16="http://schemas.microsoft.com/office/drawing/2014/main" id="{8C821F99-9CAC-4AF4-A510-C489D83FB6B7}"/>
              </a:ext>
            </a:extLst>
          </p:cNvPr>
          <p:cNvSpPr>
            <a:spLocks noEditPoints="1"/>
          </p:cNvSpPr>
          <p:nvPr userDrawn="1"/>
        </p:nvSpPr>
        <p:spPr bwMode="auto">
          <a:xfrm>
            <a:off x="114520" y="450603"/>
            <a:ext cx="563441" cy="659948"/>
          </a:xfrm>
          <a:custGeom>
            <a:avLst/>
            <a:gdLst>
              <a:gd name="T0" fmla="*/ 342 w 495"/>
              <a:gd name="T1" fmla="*/ 490 h 581"/>
              <a:gd name="T2" fmla="*/ 267 w 495"/>
              <a:gd name="T3" fmla="*/ 393 h 581"/>
              <a:gd name="T4" fmla="*/ 155 w 495"/>
              <a:gd name="T5" fmla="*/ 426 h 581"/>
              <a:gd name="T6" fmla="*/ 159 w 495"/>
              <a:gd name="T7" fmla="*/ 351 h 581"/>
              <a:gd name="T8" fmla="*/ 108 w 495"/>
              <a:gd name="T9" fmla="*/ 266 h 581"/>
              <a:gd name="T10" fmla="*/ 118 w 495"/>
              <a:gd name="T11" fmla="*/ 114 h 581"/>
              <a:gd name="T12" fmla="*/ 157 w 495"/>
              <a:gd name="T13" fmla="*/ 118 h 581"/>
              <a:gd name="T14" fmla="*/ 168 w 495"/>
              <a:gd name="T15" fmla="*/ 129 h 581"/>
              <a:gd name="T16" fmla="*/ 173 w 495"/>
              <a:gd name="T17" fmla="*/ 168 h 581"/>
              <a:gd name="T18" fmla="*/ 68 w 495"/>
              <a:gd name="T19" fmla="*/ 266 h 581"/>
              <a:gd name="T20" fmla="*/ 153 w 495"/>
              <a:gd name="T21" fmla="*/ 111 h 581"/>
              <a:gd name="T22" fmla="*/ 142 w 495"/>
              <a:gd name="T23" fmla="*/ 149 h 581"/>
              <a:gd name="T24" fmla="*/ 181 w 495"/>
              <a:gd name="T25" fmla="*/ 133 h 581"/>
              <a:gd name="T26" fmla="*/ 182 w 495"/>
              <a:gd name="T27" fmla="*/ 47 h 581"/>
              <a:gd name="T28" fmla="*/ 197 w 495"/>
              <a:gd name="T29" fmla="*/ 282 h 581"/>
              <a:gd name="T30" fmla="*/ 199 w 495"/>
              <a:gd name="T31" fmla="*/ 136 h 581"/>
              <a:gd name="T32" fmla="*/ 201 w 495"/>
              <a:gd name="T33" fmla="*/ 5 h 581"/>
              <a:gd name="T34" fmla="*/ 212 w 495"/>
              <a:gd name="T35" fmla="*/ 61 h 581"/>
              <a:gd name="T36" fmla="*/ 256 w 495"/>
              <a:gd name="T37" fmla="*/ 145 h 581"/>
              <a:gd name="T38" fmla="*/ 279 w 495"/>
              <a:gd name="T39" fmla="*/ 84 h 581"/>
              <a:gd name="T40" fmla="*/ 358 w 495"/>
              <a:gd name="T41" fmla="*/ 54 h 581"/>
              <a:gd name="T42" fmla="*/ 412 w 495"/>
              <a:gd name="T43" fmla="*/ 93 h 581"/>
              <a:gd name="T44" fmla="*/ 431 w 495"/>
              <a:gd name="T45" fmla="*/ 95 h 581"/>
              <a:gd name="T46" fmla="*/ 463 w 495"/>
              <a:gd name="T47" fmla="*/ 155 h 581"/>
              <a:gd name="T48" fmla="*/ 222 w 495"/>
              <a:gd name="T49" fmla="*/ 279 h 581"/>
              <a:gd name="T50" fmla="*/ 350 w 495"/>
              <a:gd name="T51" fmla="*/ 257 h 581"/>
              <a:gd name="T52" fmla="*/ 398 w 495"/>
              <a:gd name="T53" fmla="*/ 210 h 581"/>
              <a:gd name="T54" fmla="*/ 407 w 495"/>
              <a:gd name="T55" fmla="*/ 219 h 581"/>
              <a:gd name="T56" fmla="*/ 412 w 495"/>
              <a:gd name="T57" fmla="*/ 451 h 581"/>
              <a:gd name="T58" fmla="*/ 406 w 495"/>
              <a:gd name="T59" fmla="*/ 320 h 581"/>
              <a:gd name="T60" fmla="*/ 469 w 495"/>
              <a:gd name="T61" fmla="*/ 184 h 581"/>
              <a:gd name="T62" fmla="*/ 460 w 495"/>
              <a:gd name="T63" fmla="*/ 233 h 581"/>
              <a:gd name="T64" fmla="*/ 384 w 495"/>
              <a:gd name="T65" fmla="*/ 222 h 581"/>
              <a:gd name="T66" fmla="*/ 421 w 495"/>
              <a:gd name="T67" fmla="*/ 188 h 581"/>
              <a:gd name="T68" fmla="*/ 364 w 495"/>
              <a:gd name="T69" fmla="*/ 225 h 581"/>
              <a:gd name="T70" fmla="*/ 361 w 495"/>
              <a:gd name="T71" fmla="*/ 188 h 581"/>
              <a:gd name="T72" fmla="*/ 387 w 495"/>
              <a:gd name="T73" fmla="*/ 356 h 581"/>
              <a:gd name="T74" fmla="*/ 220 w 495"/>
              <a:gd name="T75" fmla="*/ 351 h 581"/>
              <a:gd name="T76" fmla="*/ 236 w 495"/>
              <a:gd name="T77" fmla="*/ 315 h 581"/>
              <a:gd name="T78" fmla="*/ 207 w 495"/>
              <a:gd name="T79" fmla="*/ 171 h 581"/>
              <a:gd name="T80" fmla="*/ 239 w 495"/>
              <a:gd name="T81" fmla="*/ 166 h 581"/>
              <a:gd name="T82" fmla="*/ 252 w 495"/>
              <a:gd name="T83" fmla="*/ 158 h 581"/>
              <a:gd name="T84" fmla="*/ 270 w 495"/>
              <a:gd name="T85" fmla="*/ 130 h 581"/>
              <a:gd name="T86" fmla="*/ 279 w 495"/>
              <a:gd name="T87" fmla="*/ 100 h 581"/>
              <a:gd name="T88" fmla="*/ 394 w 495"/>
              <a:gd name="T89" fmla="*/ 130 h 581"/>
              <a:gd name="T90" fmla="*/ 438 w 495"/>
              <a:gd name="T91" fmla="*/ 100 h 581"/>
              <a:gd name="T92" fmla="*/ 439 w 495"/>
              <a:gd name="T93" fmla="*/ 153 h 581"/>
              <a:gd name="T94" fmla="*/ 457 w 495"/>
              <a:gd name="T95" fmla="*/ 159 h 581"/>
              <a:gd name="T96" fmla="*/ 475 w 495"/>
              <a:gd name="T97" fmla="*/ 100 h 581"/>
              <a:gd name="T98" fmla="*/ 456 w 495"/>
              <a:gd name="T99" fmla="*/ 80 h 581"/>
              <a:gd name="T100" fmla="*/ 344 w 495"/>
              <a:gd name="T101" fmla="*/ 34 h 581"/>
              <a:gd name="T102" fmla="*/ 207 w 495"/>
              <a:gd name="T103" fmla="*/ 0 h 581"/>
              <a:gd name="T104" fmla="*/ 173 w 495"/>
              <a:gd name="T105" fmla="*/ 7 h 581"/>
              <a:gd name="T106" fmla="*/ 144 w 495"/>
              <a:gd name="T107" fmla="*/ 23 h 581"/>
              <a:gd name="T108" fmla="*/ 122 w 495"/>
              <a:gd name="T109" fmla="*/ 51 h 581"/>
              <a:gd name="T110" fmla="*/ 149 w 495"/>
              <a:gd name="T111" fmla="*/ 82 h 581"/>
              <a:gd name="T112" fmla="*/ 59 w 495"/>
              <a:gd name="T113" fmla="*/ 98 h 581"/>
              <a:gd name="T114" fmla="*/ 108 w 495"/>
              <a:gd name="T115" fmla="*/ 286 h 581"/>
              <a:gd name="T116" fmla="*/ 153 w 495"/>
              <a:gd name="T117" fmla="*/ 307 h 581"/>
              <a:gd name="T118" fmla="*/ 103 w 495"/>
              <a:gd name="T119" fmla="*/ 418 h 581"/>
              <a:gd name="T120" fmla="*/ 495 w 495"/>
              <a:gd name="T121" fmla="*/ 512 h 5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95" h="581">
                <a:moveTo>
                  <a:pt x="370" y="368"/>
                </a:moveTo>
                <a:cubicBezTo>
                  <a:pt x="334" y="361"/>
                  <a:pt x="334" y="361"/>
                  <a:pt x="334" y="361"/>
                </a:cubicBezTo>
                <a:cubicBezTo>
                  <a:pt x="290" y="370"/>
                  <a:pt x="290" y="370"/>
                  <a:pt x="290" y="370"/>
                </a:cubicBezTo>
                <a:cubicBezTo>
                  <a:pt x="299" y="361"/>
                  <a:pt x="299" y="361"/>
                  <a:pt x="299" y="361"/>
                </a:cubicBezTo>
                <a:cubicBezTo>
                  <a:pt x="338" y="349"/>
                  <a:pt x="338" y="349"/>
                  <a:pt x="338" y="349"/>
                </a:cubicBezTo>
                <a:cubicBezTo>
                  <a:pt x="377" y="362"/>
                  <a:pt x="377" y="362"/>
                  <a:pt x="377" y="362"/>
                </a:cubicBezTo>
                <a:lnTo>
                  <a:pt x="370" y="368"/>
                </a:lnTo>
                <a:close/>
                <a:moveTo>
                  <a:pt x="342" y="490"/>
                </a:moveTo>
                <a:cubicBezTo>
                  <a:pt x="338" y="469"/>
                  <a:pt x="338" y="469"/>
                  <a:pt x="338" y="469"/>
                </a:cubicBezTo>
                <a:cubicBezTo>
                  <a:pt x="350" y="422"/>
                  <a:pt x="350" y="422"/>
                  <a:pt x="350" y="422"/>
                </a:cubicBezTo>
                <a:cubicBezTo>
                  <a:pt x="350" y="422"/>
                  <a:pt x="350" y="422"/>
                  <a:pt x="350" y="422"/>
                </a:cubicBezTo>
                <a:cubicBezTo>
                  <a:pt x="350" y="422"/>
                  <a:pt x="350" y="422"/>
                  <a:pt x="350" y="422"/>
                </a:cubicBezTo>
                <a:cubicBezTo>
                  <a:pt x="365" y="420"/>
                  <a:pt x="365" y="420"/>
                  <a:pt x="365" y="420"/>
                </a:cubicBezTo>
                <a:cubicBezTo>
                  <a:pt x="376" y="493"/>
                  <a:pt x="376" y="493"/>
                  <a:pt x="376" y="493"/>
                </a:cubicBezTo>
                <a:cubicBezTo>
                  <a:pt x="365" y="492"/>
                  <a:pt x="354" y="491"/>
                  <a:pt x="342" y="490"/>
                </a:cubicBezTo>
                <a:close/>
                <a:moveTo>
                  <a:pt x="267" y="393"/>
                </a:moveTo>
                <a:cubicBezTo>
                  <a:pt x="300" y="401"/>
                  <a:pt x="300" y="401"/>
                  <a:pt x="300" y="401"/>
                </a:cubicBezTo>
                <a:cubicBezTo>
                  <a:pt x="345" y="384"/>
                  <a:pt x="345" y="384"/>
                  <a:pt x="345" y="384"/>
                </a:cubicBezTo>
                <a:cubicBezTo>
                  <a:pt x="370" y="396"/>
                  <a:pt x="370" y="396"/>
                  <a:pt x="370" y="396"/>
                </a:cubicBezTo>
                <a:cubicBezTo>
                  <a:pt x="345" y="392"/>
                  <a:pt x="345" y="392"/>
                  <a:pt x="345" y="392"/>
                </a:cubicBezTo>
                <a:cubicBezTo>
                  <a:pt x="299" y="409"/>
                  <a:pt x="299" y="409"/>
                  <a:pt x="299" y="409"/>
                </a:cubicBezTo>
                <a:lnTo>
                  <a:pt x="267" y="393"/>
                </a:lnTo>
                <a:close/>
                <a:moveTo>
                  <a:pt x="172" y="472"/>
                </a:moveTo>
                <a:cubicBezTo>
                  <a:pt x="155" y="426"/>
                  <a:pt x="155" y="426"/>
                  <a:pt x="155" y="426"/>
                </a:cubicBezTo>
                <a:cubicBezTo>
                  <a:pt x="132" y="419"/>
                  <a:pt x="132" y="419"/>
                  <a:pt x="132" y="419"/>
                </a:cubicBezTo>
                <a:cubicBezTo>
                  <a:pt x="171" y="407"/>
                  <a:pt x="171" y="407"/>
                  <a:pt x="171" y="407"/>
                </a:cubicBezTo>
                <a:cubicBezTo>
                  <a:pt x="186" y="457"/>
                  <a:pt x="186" y="457"/>
                  <a:pt x="186" y="457"/>
                </a:cubicBezTo>
                <a:cubicBezTo>
                  <a:pt x="278" y="443"/>
                  <a:pt x="278" y="443"/>
                  <a:pt x="278" y="443"/>
                </a:cubicBezTo>
                <a:lnTo>
                  <a:pt x="172" y="472"/>
                </a:lnTo>
                <a:close/>
                <a:moveTo>
                  <a:pt x="155" y="326"/>
                </a:moveTo>
                <a:cubicBezTo>
                  <a:pt x="159" y="326"/>
                  <a:pt x="159" y="326"/>
                  <a:pt x="159" y="326"/>
                </a:cubicBezTo>
                <a:cubicBezTo>
                  <a:pt x="159" y="351"/>
                  <a:pt x="159" y="351"/>
                  <a:pt x="159" y="351"/>
                </a:cubicBezTo>
                <a:cubicBezTo>
                  <a:pt x="155" y="351"/>
                  <a:pt x="155" y="351"/>
                  <a:pt x="155" y="351"/>
                </a:cubicBezTo>
                <a:lnTo>
                  <a:pt x="155" y="326"/>
                </a:lnTo>
                <a:close/>
                <a:moveTo>
                  <a:pt x="164" y="326"/>
                </a:moveTo>
                <a:cubicBezTo>
                  <a:pt x="187" y="326"/>
                  <a:pt x="187" y="326"/>
                  <a:pt x="187" y="326"/>
                </a:cubicBezTo>
                <a:cubicBezTo>
                  <a:pt x="187" y="351"/>
                  <a:pt x="187" y="351"/>
                  <a:pt x="187" y="351"/>
                </a:cubicBezTo>
                <a:cubicBezTo>
                  <a:pt x="164" y="351"/>
                  <a:pt x="164" y="351"/>
                  <a:pt x="164" y="351"/>
                </a:cubicBezTo>
                <a:lnTo>
                  <a:pt x="164" y="326"/>
                </a:lnTo>
                <a:close/>
                <a:moveTo>
                  <a:pt x="108" y="266"/>
                </a:moveTo>
                <a:cubicBezTo>
                  <a:pt x="108" y="266"/>
                  <a:pt x="108" y="266"/>
                  <a:pt x="108" y="266"/>
                </a:cubicBezTo>
                <a:cubicBezTo>
                  <a:pt x="79" y="266"/>
                  <a:pt x="79" y="266"/>
                  <a:pt x="79" y="266"/>
                </a:cubicBezTo>
                <a:cubicBezTo>
                  <a:pt x="79" y="100"/>
                  <a:pt x="79" y="100"/>
                  <a:pt x="79" y="100"/>
                </a:cubicBezTo>
                <a:cubicBezTo>
                  <a:pt x="110" y="100"/>
                  <a:pt x="110" y="100"/>
                  <a:pt x="110" y="100"/>
                </a:cubicBezTo>
                <a:cubicBezTo>
                  <a:pt x="110" y="98"/>
                  <a:pt x="110" y="98"/>
                  <a:pt x="110" y="98"/>
                </a:cubicBezTo>
                <a:cubicBezTo>
                  <a:pt x="149" y="98"/>
                  <a:pt x="149" y="98"/>
                  <a:pt x="149" y="98"/>
                </a:cubicBezTo>
                <a:cubicBezTo>
                  <a:pt x="149" y="99"/>
                  <a:pt x="149" y="100"/>
                  <a:pt x="150" y="101"/>
                </a:cubicBezTo>
                <a:cubicBezTo>
                  <a:pt x="118" y="114"/>
                  <a:pt x="118" y="114"/>
                  <a:pt x="118" y="114"/>
                </a:cubicBezTo>
                <a:cubicBezTo>
                  <a:pt x="117" y="112"/>
                  <a:pt x="117" y="112"/>
                  <a:pt x="117" y="112"/>
                </a:cubicBezTo>
                <a:cubicBezTo>
                  <a:pt x="117" y="112"/>
                  <a:pt x="117" y="112"/>
                  <a:pt x="117" y="112"/>
                </a:cubicBezTo>
                <a:cubicBezTo>
                  <a:pt x="113" y="114"/>
                  <a:pt x="113" y="114"/>
                  <a:pt x="113" y="114"/>
                </a:cubicBezTo>
                <a:cubicBezTo>
                  <a:pt x="120" y="132"/>
                  <a:pt x="120" y="132"/>
                  <a:pt x="120" y="132"/>
                </a:cubicBezTo>
                <a:cubicBezTo>
                  <a:pt x="124" y="130"/>
                  <a:pt x="124" y="130"/>
                  <a:pt x="124" y="130"/>
                </a:cubicBezTo>
                <a:cubicBezTo>
                  <a:pt x="123" y="128"/>
                  <a:pt x="123" y="128"/>
                  <a:pt x="123" y="128"/>
                </a:cubicBezTo>
                <a:cubicBezTo>
                  <a:pt x="155" y="115"/>
                  <a:pt x="155" y="115"/>
                  <a:pt x="155" y="115"/>
                </a:cubicBezTo>
                <a:cubicBezTo>
                  <a:pt x="156" y="116"/>
                  <a:pt x="157" y="117"/>
                  <a:pt x="157" y="118"/>
                </a:cubicBezTo>
                <a:cubicBezTo>
                  <a:pt x="134" y="142"/>
                  <a:pt x="134" y="142"/>
                  <a:pt x="134" y="142"/>
                </a:cubicBezTo>
                <a:cubicBezTo>
                  <a:pt x="132" y="141"/>
                  <a:pt x="132" y="141"/>
                  <a:pt x="132" y="141"/>
                </a:cubicBezTo>
                <a:cubicBezTo>
                  <a:pt x="132" y="141"/>
                  <a:pt x="132" y="141"/>
                  <a:pt x="132" y="141"/>
                </a:cubicBezTo>
                <a:cubicBezTo>
                  <a:pt x="129" y="144"/>
                  <a:pt x="129" y="144"/>
                  <a:pt x="129" y="144"/>
                </a:cubicBezTo>
                <a:cubicBezTo>
                  <a:pt x="143" y="158"/>
                  <a:pt x="143" y="158"/>
                  <a:pt x="143" y="158"/>
                </a:cubicBezTo>
                <a:cubicBezTo>
                  <a:pt x="146" y="155"/>
                  <a:pt x="146" y="155"/>
                  <a:pt x="146" y="155"/>
                </a:cubicBezTo>
                <a:cubicBezTo>
                  <a:pt x="144" y="153"/>
                  <a:pt x="144" y="153"/>
                  <a:pt x="144" y="153"/>
                </a:cubicBezTo>
                <a:cubicBezTo>
                  <a:pt x="168" y="129"/>
                  <a:pt x="168" y="129"/>
                  <a:pt x="168" y="129"/>
                </a:cubicBezTo>
                <a:cubicBezTo>
                  <a:pt x="169" y="130"/>
                  <a:pt x="170" y="131"/>
                  <a:pt x="171" y="131"/>
                </a:cubicBezTo>
                <a:cubicBezTo>
                  <a:pt x="159" y="163"/>
                  <a:pt x="159" y="163"/>
                  <a:pt x="159" y="163"/>
                </a:cubicBezTo>
                <a:cubicBezTo>
                  <a:pt x="157" y="162"/>
                  <a:pt x="157" y="162"/>
                  <a:pt x="157" y="162"/>
                </a:cubicBezTo>
                <a:cubicBezTo>
                  <a:pt x="157" y="162"/>
                  <a:pt x="157" y="162"/>
                  <a:pt x="157" y="162"/>
                </a:cubicBezTo>
                <a:cubicBezTo>
                  <a:pt x="155" y="166"/>
                  <a:pt x="155" y="166"/>
                  <a:pt x="155" y="166"/>
                </a:cubicBezTo>
                <a:cubicBezTo>
                  <a:pt x="173" y="173"/>
                  <a:pt x="173" y="173"/>
                  <a:pt x="173" y="173"/>
                </a:cubicBezTo>
                <a:cubicBezTo>
                  <a:pt x="175" y="169"/>
                  <a:pt x="175" y="169"/>
                  <a:pt x="175" y="169"/>
                </a:cubicBezTo>
                <a:cubicBezTo>
                  <a:pt x="173" y="168"/>
                  <a:pt x="173" y="168"/>
                  <a:pt x="173" y="168"/>
                </a:cubicBezTo>
                <a:cubicBezTo>
                  <a:pt x="185" y="137"/>
                  <a:pt x="185" y="137"/>
                  <a:pt x="185" y="137"/>
                </a:cubicBezTo>
                <a:cubicBezTo>
                  <a:pt x="187" y="137"/>
                  <a:pt x="188" y="138"/>
                  <a:pt x="190" y="138"/>
                </a:cubicBezTo>
                <a:cubicBezTo>
                  <a:pt x="190" y="171"/>
                  <a:pt x="190" y="171"/>
                  <a:pt x="190" y="171"/>
                </a:cubicBezTo>
                <a:cubicBezTo>
                  <a:pt x="187" y="171"/>
                  <a:pt x="187" y="171"/>
                  <a:pt x="187" y="171"/>
                </a:cubicBezTo>
                <a:cubicBezTo>
                  <a:pt x="187" y="266"/>
                  <a:pt x="187" y="266"/>
                  <a:pt x="187" y="266"/>
                </a:cubicBezTo>
                <a:lnTo>
                  <a:pt x="108" y="266"/>
                </a:lnTo>
                <a:close/>
                <a:moveTo>
                  <a:pt x="74" y="266"/>
                </a:moveTo>
                <a:cubicBezTo>
                  <a:pt x="68" y="266"/>
                  <a:pt x="68" y="266"/>
                  <a:pt x="68" y="266"/>
                </a:cubicBezTo>
                <a:cubicBezTo>
                  <a:pt x="68" y="100"/>
                  <a:pt x="68" y="100"/>
                  <a:pt x="68" y="100"/>
                </a:cubicBezTo>
                <a:cubicBezTo>
                  <a:pt x="74" y="100"/>
                  <a:pt x="74" y="100"/>
                  <a:pt x="74" y="100"/>
                </a:cubicBezTo>
                <a:lnTo>
                  <a:pt x="74" y="266"/>
                </a:lnTo>
                <a:close/>
                <a:moveTo>
                  <a:pt x="153" y="111"/>
                </a:moveTo>
                <a:cubicBezTo>
                  <a:pt x="153" y="112"/>
                  <a:pt x="154" y="112"/>
                  <a:pt x="154" y="113"/>
                </a:cubicBezTo>
                <a:cubicBezTo>
                  <a:pt x="125" y="125"/>
                  <a:pt x="125" y="125"/>
                  <a:pt x="125" y="125"/>
                </a:cubicBezTo>
                <a:cubicBezTo>
                  <a:pt x="124" y="123"/>
                  <a:pt x="124" y="123"/>
                  <a:pt x="124" y="123"/>
                </a:cubicBezTo>
                <a:lnTo>
                  <a:pt x="153" y="111"/>
                </a:lnTo>
                <a:close/>
                <a:moveTo>
                  <a:pt x="122" y="57"/>
                </a:moveTo>
                <a:cubicBezTo>
                  <a:pt x="123" y="55"/>
                  <a:pt x="123" y="55"/>
                  <a:pt x="123" y="55"/>
                </a:cubicBezTo>
                <a:cubicBezTo>
                  <a:pt x="156" y="69"/>
                  <a:pt x="156" y="69"/>
                  <a:pt x="156" y="69"/>
                </a:cubicBezTo>
                <a:cubicBezTo>
                  <a:pt x="155" y="70"/>
                  <a:pt x="155" y="70"/>
                  <a:pt x="155" y="70"/>
                </a:cubicBezTo>
                <a:lnTo>
                  <a:pt x="122" y="57"/>
                </a:lnTo>
                <a:close/>
                <a:moveTo>
                  <a:pt x="166" y="124"/>
                </a:moveTo>
                <a:cubicBezTo>
                  <a:pt x="166" y="125"/>
                  <a:pt x="167" y="125"/>
                  <a:pt x="168" y="126"/>
                </a:cubicBezTo>
                <a:cubicBezTo>
                  <a:pt x="142" y="149"/>
                  <a:pt x="142" y="149"/>
                  <a:pt x="142" y="149"/>
                </a:cubicBezTo>
                <a:cubicBezTo>
                  <a:pt x="141" y="148"/>
                  <a:pt x="141" y="148"/>
                  <a:pt x="141" y="148"/>
                </a:cubicBezTo>
                <a:lnTo>
                  <a:pt x="166" y="124"/>
                </a:lnTo>
                <a:close/>
                <a:moveTo>
                  <a:pt x="140" y="29"/>
                </a:moveTo>
                <a:cubicBezTo>
                  <a:pt x="144" y="30"/>
                  <a:pt x="144" y="30"/>
                  <a:pt x="144" y="30"/>
                </a:cubicBezTo>
                <a:cubicBezTo>
                  <a:pt x="168" y="54"/>
                  <a:pt x="168" y="54"/>
                  <a:pt x="168" y="54"/>
                </a:cubicBezTo>
                <a:cubicBezTo>
                  <a:pt x="166" y="56"/>
                  <a:pt x="166" y="56"/>
                  <a:pt x="166" y="56"/>
                </a:cubicBezTo>
                <a:lnTo>
                  <a:pt x="140" y="29"/>
                </a:lnTo>
                <a:close/>
                <a:moveTo>
                  <a:pt x="181" y="133"/>
                </a:moveTo>
                <a:cubicBezTo>
                  <a:pt x="182" y="133"/>
                  <a:pt x="182" y="134"/>
                  <a:pt x="183" y="134"/>
                </a:cubicBezTo>
                <a:cubicBezTo>
                  <a:pt x="170" y="166"/>
                  <a:pt x="170" y="166"/>
                  <a:pt x="170" y="166"/>
                </a:cubicBezTo>
                <a:cubicBezTo>
                  <a:pt x="168" y="165"/>
                  <a:pt x="168" y="165"/>
                  <a:pt x="168" y="165"/>
                </a:cubicBezTo>
                <a:lnTo>
                  <a:pt x="181" y="133"/>
                </a:lnTo>
                <a:close/>
                <a:moveTo>
                  <a:pt x="167" y="10"/>
                </a:moveTo>
                <a:cubicBezTo>
                  <a:pt x="171" y="17"/>
                  <a:pt x="171" y="17"/>
                  <a:pt x="171" y="17"/>
                </a:cubicBezTo>
                <a:cubicBezTo>
                  <a:pt x="185" y="46"/>
                  <a:pt x="185" y="46"/>
                  <a:pt x="185" y="46"/>
                </a:cubicBezTo>
                <a:cubicBezTo>
                  <a:pt x="184" y="46"/>
                  <a:pt x="183" y="47"/>
                  <a:pt x="182" y="47"/>
                </a:cubicBezTo>
                <a:lnTo>
                  <a:pt x="167" y="10"/>
                </a:lnTo>
                <a:close/>
                <a:moveTo>
                  <a:pt x="197" y="323"/>
                </a:moveTo>
                <a:cubicBezTo>
                  <a:pt x="197" y="323"/>
                  <a:pt x="197" y="323"/>
                  <a:pt x="197" y="323"/>
                </a:cubicBezTo>
                <a:cubicBezTo>
                  <a:pt x="201" y="328"/>
                  <a:pt x="201" y="328"/>
                  <a:pt x="201" y="328"/>
                </a:cubicBezTo>
                <a:cubicBezTo>
                  <a:pt x="201" y="351"/>
                  <a:pt x="201" y="351"/>
                  <a:pt x="201" y="351"/>
                </a:cubicBezTo>
                <a:cubicBezTo>
                  <a:pt x="197" y="351"/>
                  <a:pt x="197" y="351"/>
                  <a:pt x="197" y="351"/>
                </a:cubicBezTo>
                <a:lnTo>
                  <a:pt x="197" y="323"/>
                </a:lnTo>
                <a:close/>
                <a:moveTo>
                  <a:pt x="197" y="282"/>
                </a:moveTo>
                <a:cubicBezTo>
                  <a:pt x="197" y="282"/>
                  <a:pt x="197" y="282"/>
                  <a:pt x="197" y="282"/>
                </a:cubicBezTo>
                <a:cubicBezTo>
                  <a:pt x="201" y="287"/>
                  <a:pt x="201" y="287"/>
                  <a:pt x="201" y="287"/>
                </a:cubicBezTo>
                <a:cubicBezTo>
                  <a:pt x="201" y="307"/>
                  <a:pt x="201" y="307"/>
                  <a:pt x="201" y="307"/>
                </a:cubicBezTo>
                <a:cubicBezTo>
                  <a:pt x="197" y="307"/>
                  <a:pt x="197" y="307"/>
                  <a:pt x="197" y="307"/>
                </a:cubicBezTo>
                <a:lnTo>
                  <a:pt x="197" y="282"/>
                </a:lnTo>
                <a:close/>
                <a:moveTo>
                  <a:pt x="197" y="171"/>
                </a:moveTo>
                <a:cubicBezTo>
                  <a:pt x="199" y="171"/>
                  <a:pt x="199" y="171"/>
                  <a:pt x="199" y="171"/>
                </a:cubicBezTo>
                <a:cubicBezTo>
                  <a:pt x="199" y="136"/>
                  <a:pt x="199" y="136"/>
                  <a:pt x="199" y="136"/>
                </a:cubicBezTo>
                <a:cubicBezTo>
                  <a:pt x="200" y="136"/>
                  <a:pt x="201" y="136"/>
                  <a:pt x="201" y="136"/>
                </a:cubicBezTo>
                <a:cubicBezTo>
                  <a:pt x="201" y="171"/>
                  <a:pt x="201" y="171"/>
                  <a:pt x="201" y="171"/>
                </a:cubicBezTo>
                <a:cubicBezTo>
                  <a:pt x="201" y="171"/>
                  <a:pt x="201" y="171"/>
                  <a:pt x="201" y="171"/>
                </a:cubicBezTo>
                <a:cubicBezTo>
                  <a:pt x="201" y="267"/>
                  <a:pt x="201" y="267"/>
                  <a:pt x="201" y="267"/>
                </a:cubicBezTo>
                <a:cubicBezTo>
                  <a:pt x="197" y="267"/>
                  <a:pt x="197" y="267"/>
                  <a:pt x="197" y="267"/>
                </a:cubicBezTo>
                <a:lnTo>
                  <a:pt x="197" y="171"/>
                </a:lnTo>
                <a:close/>
                <a:moveTo>
                  <a:pt x="199" y="5"/>
                </a:moveTo>
                <a:cubicBezTo>
                  <a:pt x="201" y="5"/>
                  <a:pt x="201" y="5"/>
                  <a:pt x="201" y="5"/>
                </a:cubicBezTo>
                <a:cubicBezTo>
                  <a:pt x="201" y="45"/>
                  <a:pt x="201" y="45"/>
                  <a:pt x="201" y="45"/>
                </a:cubicBezTo>
                <a:cubicBezTo>
                  <a:pt x="201" y="45"/>
                  <a:pt x="200" y="45"/>
                  <a:pt x="199" y="44"/>
                </a:cubicBezTo>
                <a:lnTo>
                  <a:pt x="199" y="5"/>
                </a:lnTo>
                <a:close/>
                <a:moveTo>
                  <a:pt x="212" y="61"/>
                </a:moveTo>
                <a:cubicBezTo>
                  <a:pt x="217" y="61"/>
                  <a:pt x="222" y="66"/>
                  <a:pt x="222" y="71"/>
                </a:cubicBezTo>
                <a:cubicBezTo>
                  <a:pt x="222" y="77"/>
                  <a:pt x="217" y="81"/>
                  <a:pt x="212" y="81"/>
                </a:cubicBezTo>
                <a:cubicBezTo>
                  <a:pt x="206" y="81"/>
                  <a:pt x="202" y="77"/>
                  <a:pt x="202" y="71"/>
                </a:cubicBezTo>
                <a:cubicBezTo>
                  <a:pt x="202" y="66"/>
                  <a:pt x="206" y="61"/>
                  <a:pt x="212" y="61"/>
                </a:cubicBezTo>
                <a:close/>
                <a:moveTo>
                  <a:pt x="231" y="164"/>
                </a:moveTo>
                <a:cubicBezTo>
                  <a:pt x="230" y="164"/>
                  <a:pt x="230" y="164"/>
                  <a:pt x="230" y="164"/>
                </a:cubicBezTo>
                <a:cubicBezTo>
                  <a:pt x="217" y="131"/>
                  <a:pt x="217" y="131"/>
                  <a:pt x="217" y="131"/>
                </a:cubicBezTo>
                <a:cubicBezTo>
                  <a:pt x="220" y="130"/>
                  <a:pt x="220" y="130"/>
                  <a:pt x="220" y="130"/>
                </a:cubicBezTo>
                <a:lnTo>
                  <a:pt x="231" y="164"/>
                </a:lnTo>
                <a:close/>
                <a:moveTo>
                  <a:pt x="233" y="119"/>
                </a:moveTo>
                <a:cubicBezTo>
                  <a:pt x="258" y="143"/>
                  <a:pt x="258" y="143"/>
                  <a:pt x="258" y="143"/>
                </a:cubicBezTo>
                <a:cubicBezTo>
                  <a:pt x="256" y="145"/>
                  <a:pt x="256" y="145"/>
                  <a:pt x="256" y="145"/>
                </a:cubicBezTo>
                <a:cubicBezTo>
                  <a:pt x="231" y="120"/>
                  <a:pt x="231" y="120"/>
                  <a:pt x="231" y="120"/>
                </a:cubicBezTo>
                <a:cubicBezTo>
                  <a:pt x="232" y="120"/>
                  <a:pt x="232" y="119"/>
                  <a:pt x="233" y="119"/>
                </a:cubicBezTo>
                <a:close/>
                <a:moveTo>
                  <a:pt x="241" y="103"/>
                </a:moveTo>
                <a:cubicBezTo>
                  <a:pt x="273" y="116"/>
                  <a:pt x="273" y="116"/>
                  <a:pt x="273" y="116"/>
                </a:cubicBezTo>
                <a:cubicBezTo>
                  <a:pt x="272" y="118"/>
                  <a:pt x="272" y="118"/>
                  <a:pt x="272" y="118"/>
                </a:cubicBezTo>
                <a:cubicBezTo>
                  <a:pt x="240" y="104"/>
                  <a:pt x="240" y="104"/>
                  <a:pt x="240" y="104"/>
                </a:cubicBezTo>
                <a:cubicBezTo>
                  <a:pt x="240" y="104"/>
                  <a:pt x="241" y="103"/>
                  <a:pt x="241" y="103"/>
                </a:cubicBezTo>
                <a:close/>
                <a:moveTo>
                  <a:pt x="279" y="84"/>
                </a:moveTo>
                <a:cubicBezTo>
                  <a:pt x="375" y="84"/>
                  <a:pt x="375" y="84"/>
                  <a:pt x="375" y="84"/>
                </a:cubicBezTo>
                <a:cubicBezTo>
                  <a:pt x="375" y="88"/>
                  <a:pt x="375" y="88"/>
                  <a:pt x="375" y="88"/>
                </a:cubicBezTo>
                <a:cubicBezTo>
                  <a:pt x="279" y="88"/>
                  <a:pt x="279" y="88"/>
                  <a:pt x="279" y="88"/>
                </a:cubicBezTo>
                <a:lnTo>
                  <a:pt x="279" y="84"/>
                </a:lnTo>
                <a:close/>
                <a:moveTo>
                  <a:pt x="359" y="55"/>
                </a:moveTo>
                <a:cubicBezTo>
                  <a:pt x="362" y="80"/>
                  <a:pt x="362" y="80"/>
                  <a:pt x="362" y="80"/>
                </a:cubicBezTo>
                <a:cubicBezTo>
                  <a:pt x="360" y="80"/>
                  <a:pt x="360" y="80"/>
                  <a:pt x="360" y="80"/>
                </a:cubicBezTo>
                <a:cubicBezTo>
                  <a:pt x="358" y="54"/>
                  <a:pt x="358" y="54"/>
                  <a:pt x="358" y="54"/>
                </a:cubicBezTo>
                <a:lnTo>
                  <a:pt x="359" y="55"/>
                </a:lnTo>
                <a:close/>
                <a:moveTo>
                  <a:pt x="370" y="67"/>
                </a:moveTo>
                <a:cubicBezTo>
                  <a:pt x="397" y="83"/>
                  <a:pt x="397" y="83"/>
                  <a:pt x="397" y="83"/>
                </a:cubicBezTo>
                <a:cubicBezTo>
                  <a:pt x="397" y="85"/>
                  <a:pt x="397" y="85"/>
                  <a:pt x="397" y="85"/>
                </a:cubicBezTo>
                <a:cubicBezTo>
                  <a:pt x="370" y="72"/>
                  <a:pt x="370" y="72"/>
                  <a:pt x="370" y="72"/>
                </a:cubicBezTo>
                <a:lnTo>
                  <a:pt x="370" y="67"/>
                </a:lnTo>
                <a:close/>
                <a:moveTo>
                  <a:pt x="411" y="89"/>
                </a:moveTo>
                <a:cubicBezTo>
                  <a:pt x="412" y="93"/>
                  <a:pt x="412" y="93"/>
                  <a:pt x="412" y="93"/>
                </a:cubicBezTo>
                <a:cubicBezTo>
                  <a:pt x="382" y="99"/>
                  <a:pt x="382" y="99"/>
                  <a:pt x="382" y="99"/>
                </a:cubicBezTo>
                <a:cubicBezTo>
                  <a:pt x="378" y="97"/>
                  <a:pt x="378" y="97"/>
                  <a:pt x="378" y="97"/>
                </a:cubicBezTo>
                <a:lnTo>
                  <a:pt x="411" y="89"/>
                </a:lnTo>
                <a:close/>
                <a:moveTo>
                  <a:pt x="431" y="95"/>
                </a:moveTo>
                <a:cubicBezTo>
                  <a:pt x="403" y="130"/>
                  <a:pt x="403" y="130"/>
                  <a:pt x="403" y="130"/>
                </a:cubicBezTo>
                <a:cubicBezTo>
                  <a:pt x="400" y="127"/>
                  <a:pt x="400" y="127"/>
                  <a:pt x="400" y="127"/>
                </a:cubicBezTo>
                <a:cubicBezTo>
                  <a:pt x="428" y="91"/>
                  <a:pt x="428" y="91"/>
                  <a:pt x="428" y="91"/>
                </a:cubicBezTo>
                <a:lnTo>
                  <a:pt x="431" y="95"/>
                </a:lnTo>
                <a:close/>
                <a:moveTo>
                  <a:pt x="447" y="98"/>
                </a:moveTo>
                <a:cubicBezTo>
                  <a:pt x="432" y="144"/>
                  <a:pt x="432" y="144"/>
                  <a:pt x="432" y="144"/>
                </a:cubicBezTo>
                <a:cubicBezTo>
                  <a:pt x="430" y="143"/>
                  <a:pt x="430" y="143"/>
                  <a:pt x="430" y="143"/>
                </a:cubicBezTo>
                <a:cubicBezTo>
                  <a:pt x="445" y="96"/>
                  <a:pt x="445" y="96"/>
                  <a:pt x="445" y="96"/>
                </a:cubicBezTo>
                <a:lnTo>
                  <a:pt x="447" y="98"/>
                </a:lnTo>
                <a:close/>
                <a:moveTo>
                  <a:pt x="461" y="95"/>
                </a:moveTo>
                <a:cubicBezTo>
                  <a:pt x="463" y="95"/>
                  <a:pt x="463" y="95"/>
                  <a:pt x="463" y="95"/>
                </a:cubicBezTo>
                <a:cubicBezTo>
                  <a:pt x="463" y="155"/>
                  <a:pt x="463" y="155"/>
                  <a:pt x="463" y="155"/>
                </a:cubicBezTo>
                <a:cubicBezTo>
                  <a:pt x="461" y="155"/>
                  <a:pt x="461" y="155"/>
                  <a:pt x="461" y="155"/>
                </a:cubicBezTo>
                <a:lnTo>
                  <a:pt x="461" y="95"/>
                </a:lnTo>
                <a:close/>
                <a:moveTo>
                  <a:pt x="207" y="286"/>
                </a:moveTo>
                <a:cubicBezTo>
                  <a:pt x="217" y="286"/>
                  <a:pt x="217" y="286"/>
                  <a:pt x="217" y="286"/>
                </a:cubicBezTo>
                <a:cubicBezTo>
                  <a:pt x="217" y="307"/>
                  <a:pt x="217" y="307"/>
                  <a:pt x="217" y="307"/>
                </a:cubicBezTo>
                <a:cubicBezTo>
                  <a:pt x="207" y="307"/>
                  <a:pt x="207" y="307"/>
                  <a:pt x="207" y="307"/>
                </a:cubicBezTo>
                <a:lnTo>
                  <a:pt x="207" y="286"/>
                </a:lnTo>
                <a:close/>
                <a:moveTo>
                  <a:pt x="222" y="279"/>
                </a:moveTo>
                <a:cubicBezTo>
                  <a:pt x="226" y="276"/>
                  <a:pt x="226" y="276"/>
                  <a:pt x="226" y="276"/>
                </a:cubicBezTo>
                <a:cubicBezTo>
                  <a:pt x="226" y="311"/>
                  <a:pt x="226" y="311"/>
                  <a:pt x="226" y="311"/>
                </a:cubicBezTo>
                <a:cubicBezTo>
                  <a:pt x="222" y="309"/>
                  <a:pt x="222" y="309"/>
                  <a:pt x="222" y="309"/>
                </a:cubicBezTo>
                <a:lnTo>
                  <a:pt x="222" y="279"/>
                </a:lnTo>
                <a:close/>
                <a:moveTo>
                  <a:pt x="345" y="260"/>
                </a:moveTo>
                <a:cubicBezTo>
                  <a:pt x="345" y="236"/>
                  <a:pt x="345" y="236"/>
                  <a:pt x="345" y="236"/>
                </a:cubicBezTo>
                <a:cubicBezTo>
                  <a:pt x="348" y="236"/>
                  <a:pt x="348" y="236"/>
                  <a:pt x="348" y="236"/>
                </a:cubicBezTo>
                <a:cubicBezTo>
                  <a:pt x="350" y="257"/>
                  <a:pt x="350" y="257"/>
                  <a:pt x="350" y="257"/>
                </a:cubicBezTo>
                <a:cubicBezTo>
                  <a:pt x="365" y="285"/>
                  <a:pt x="365" y="285"/>
                  <a:pt x="365" y="285"/>
                </a:cubicBezTo>
                <a:lnTo>
                  <a:pt x="345" y="260"/>
                </a:lnTo>
                <a:close/>
                <a:moveTo>
                  <a:pt x="397" y="192"/>
                </a:moveTo>
                <a:cubicBezTo>
                  <a:pt x="397" y="182"/>
                  <a:pt x="397" y="182"/>
                  <a:pt x="397" y="182"/>
                </a:cubicBezTo>
                <a:cubicBezTo>
                  <a:pt x="401" y="182"/>
                  <a:pt x="401" y="182"/>
                  <a:pt x="401" y="182"/>
                </a:cubicBezTo>
                <a:cubicBezTo>
                  <a:pt x="409" y="190"/>
                  <a:pt x="409" y="190"/>
                  <a:pt x="409" y="190"/>
                </a:cubicBezTo>
                <a:cubicBezTo>
                  <a:pt x="407" y="204"/>
                  <a:pt x="407" y="204"/>
                  <a:pt x="407" y="204"/>
                </a:cubicBezTo>
                <a:cubicBezTo>
                  <a:pt x="398" y="210"/>
                  <a:pt x="398" y="210"/>
                  <a:pt x="398" y="210"/>
                </a:cubicBezTo>
                <a:cubicBezTo>
                  <a:pt x="395" y="210"/>
                  <a:pt x="395" y="210"/>
                  <a:pt x="395" y="210"/>
                </a:cubicBezTo>
                <a:cubicBezTo>
                  <a:pt x="395" y="203"/>
                  <a:pt x="395" y="203"/>
                  <a:pt x="395" y="203"/>
                </a:cubicBezTo>
                <a:cubicBezTo>
                  <a:pt x="400" y="203"/>
                  <a:pt x="400" y="203"/>
                  <a:pt x="400" y="203"/>
                </a:cubicBezTo>
                <a:cubicBezTo>
                  <a:pt x="400" y="201"/>
                  <a:pt x="400" y="201"/>
                  <a:pt x="400" y="201"/>
                </a:cubicBezTo>
                <a:cubicBezTo>
                  <a:pt x="395" y="201"/>
                  <a:pt x="395" y="201"/>
                  <a:pt x="395" y="201"/>
                </a:cubicBezTo>
                <a:cubicBezTo>
                  <a:pt x="395" y="192"/>
                  <a:pt x="395" y="192"/>
                  <a:pt x="395" y="192"/>
                </a:cubicBezTo>
                <a:lnTo>
                  <a:pt x="397" y="192"/>
                </a:lnTo>
                <a:close/>
                <a:moveTo>
                  <a:pt x="407" y="219"/>
                </a:moveTo>
                <a:cubicBezTo>
                  <a:pt x="401" y="219"/>
                  <a:pt x="401" y="219"/>
                  <a:pt x="401" y="219"/>
                </a:cubicBezTo>
                <a:cubicBezTo>
                  <a:pt x="401" y="212"/>
                  <a:pt x="401" y="212"/>
                  <a:pt x="401" y="212"/>
                </a:cubicBezTo>
                <a:cubicBezTo>
                  <a:pt x="412" y="206"/>
                  <a:pt x="412" y="206"/>
                  <a:pt x="412" y="206"/>
                </a:cubicBezTo>
                <a:lnTo>
                  <a:pt x="407" y="219"/>
                </a:lnTo>
                <a:close/>
                <a:moveTo>
                  <a:pt x="413" y="497"/>
                </a:moveTo>
                <a:cubicBezTo>
                  <a:pt x="426" y="428"/>
                  <a:pt x="426" y="428"/>
                  <a:pt x="426" y="428"/>
                </a:cubicBezTo>
                <a:cubicBezTo>
                  <a:pt x="423" y="403"/>
                  <a:pt x="423" y="403"/>
                  <a:pt x="423" y="403"/>
                </a:cubicBezTo>
                <a:cubicBezTo>
                  <a:pt x="412" y="451"/>
                  <a:pt x="412" y="451"/>
                  <a:pt x="412" y="451"/>
                </a:cubicBezTo>
                <a:cubicBezTo>
                  <a:pt x="406" y="451"/>
                  <a:pt x="406" y="451"/>
                  <a:pt x="406" y="451"/>
                </a:cubicBezTo>
                <a:cubicBezTo>
                  <a:pt x="406" y="408"/>
                  <a:pt x="406" y="408"/>
                  <a:pt x="406" y="408"/>
                </a:cubicBezTo>
                <a:cubicBezTo>
                  <a:pt x="424" y="395"/>
                  <a:pt x="424" y="395"/>
                  <a:pt x="424" y="395"/>
                </a:cubicBezTo>
                <a:cubicBezTo>
                  <a:pt x="433" y="320"/>
                  <a:pt x="433" y="320"/>
                  <a:pt x="433" y="320"/>
                </a:cubicBezTo>
                <a:cubicBezTo>
                  <a:pt x="398" y="400"/>
                  <a:pt x="398" y="400"/>
                  <a:pt x="398" y="400"/>
                </a:cubicBezTo>
                <a:cubicBezTo>
                  <a:pt x="395" y="400"/>
                  <a:pt x="395" y="400"/>
                  <a:pt x="395" y="400"/>
                </a:cubicBezTo>
                <a:cubicBezTo>
                  <a:pt x="395" y="351"/>
                  <a:pt x="395" y="351"/>
                  <a:pt x="395" y="351"/>
                </a:cubicBezTo>
                <a:cubicBezTo>
                  <a:pt x="406" y="320"/>
                  <a:pt x="406" y="320"/>
                  <a:pt x="406" y="320"/>
                </a:cubicBezTo>
                <a:cubicBezTo>
                  <a:pt x="385" y="302"/>
                  <a:pt x="385" y="302"/>
                  <a:pt x="385" y="302"/>
                </a:cubicBezTo>
                <a:cubicBezTo>
                  <a:pt x="406" y="280"/>
                  <a:pt x="406" y="280"/>
                  <a:pt x="406" y="280"/>
                </a:cubicBezTo>
                <a:cubicBezTo>
                  <a:pt x="413" y="284"/>
                  <a:pt x="413" y="284"/>
                  <a:pt x="413" y="284"/>
                </a:cubicBezTo>
                <a:cubicBezTo>
                  <a:pt x="404" y="301"/>
                  <a:pt x="404" y="301"/>
                  <a:pt x="404" y="301"/>
                </a:cubicBezTo>
                <a:cubicBezTo>
                  <a:pt x="425" y="319"/>
                  <a:pt x="425" y="319"/>
                  <a:pt x="425" y="319"/>
                </a:cubicBezTo>
                <a:cubicBezTo>
                  <a:pt x="456" y="296"/>
                  <a:pt x="456" y="296"/>
                  <a:pt x="456" y="296"/>
                </a:cubicBezTo>
                <a:cubicBezTo>
                  <a:pt x="478" y="218"/>
                  <a:pt x="478" y="218"/>
                  <a:pt x="478" y="218"/>
                </a:cubicBezTo>
                <a:cubicBezTo>
                  <a:pt x="469" y="184"/>
                  <a:pt x="469" y="184"/>
                  <a:pt x="469" y="184"/>
                </a:cubicBezTo>
                <a:cubicBezTo>
                  <a:pt x="482" y="173"/>
                  <a:pt x="482" y="173"/>
                  <a:pt x="482" y="173"/>
                </a:cubicBezTo>
                <a:cubicBezTo>
                  <a:pt x="486" y="167"/>
                  <a:pt x="486" y="167"/>
                  <a:pt x="486" y="167"/>
                </a:cubicBezTo>
                <a:cubicBezTo>
                  <a:pt x="485" y="167"/>
                  <a:pt x="485" y="167"/>
                  <a:pt x="485" y="167"/>
                </a:cubicBezTo>
                <a:cubicBezTo>
                  <a:pt x="485" y="167"/>
                  <a:pt x="485" y="167"/>
                  <a:pt x="485" y="167"/>
                </a:cubicBezTo>
                <a:cubicBezTo>
                  <a:pt x="462" y="176"/>
                  <a:pt x="462" y="176"/>
                  <a:pt x="462" y="176"/>
                </a:cubicBezTo>
                <a:cubicBezTo>
                  <a:pt x="457" y="226"/>
                  <a:pt x="457" y="226"/>
                  <a:pt x="457" y="226"/>
                </a:cubicBezTo>
                <a:cubicBezTo>
                  <a:pt x="417" y="228"/>
                  <a:pt x="417" y="228"/>
                  <a:pt x="417" y="228"/>
                </a:cubicBezTo>
                <a:cubicBezTo>
                  <a:pt x="460" y="233"/>
                  <a:pt x="460" y="233"/>
                  <a:pt x="460" y="233"/>
                </a:cubicBezTo>
                <a:cubicBezTo>
                  <a:pt x="416" y="240"/>
                  <a:pt x="416" y="240"/>
                  <a:pt x="416" y="240"/>
                </a:cubicBezTo>
                <a:cubicBezTo>
                  <a:pt x="421" y="255"/>
                  <a:pt x="421" y="255"/>
                  <a:pt x="421" y="255"/>
                </a:cubicBezTo>
                <a:cubicBezTo>
                  <a:pt x="413" y="265"/>
                  <a:pt x="413" y="265"/>
                  <a:pt x="413" y="265"/>
                </a:cubicBezTo>
                <a:cubicBezTo>
                  <a:pt x="394" y="257"/>
                  <a:pt x="394" y="257"/>
                  <a:pt x="394" y="257"/>
                </a:cubicBezTo>
                <a:cubicBezTo>
                  <a:pt x="377" y="266"/>
                  <a:pt x="377" y="266"/>
                  <a:pt x="377" y="266"/>
                </a:cubicBezTo>
                <a:cubicBezTo>
                  <a:pt x="368" y="256"/>
                  <a:pt x="368" y="256"/>
                  <a:pt x="368" y="256"/>
                </a:cubicBezTo>
                <a:cubicBezTo>
                  <a:pt x="379" y="222"/>
                  <a:pt x="379" y="222"/>
                  <a:pt x="379" y="222"/>
                </a:cubicBezTo>
                <a:cubicBezTo>
                  <a:pt x="384" y="222"/>
                  <a:pt x="384" y="222"/>
                  <a:pt x="384" y="222"/>
                </a:cubicBezTo>
                <a:cubicBezTo>
                  <a:pt x="387" y="251"/>
                  <a:pt x="387" y="251"/>
                  <a:pt x="387" y="251"/>
                </a:cubicBezTo>
                <a:cubicBezTo>
                  <a:pt x="394" y="230"/>
                  <a:pt x="394" y="230"/>
                  <a:pt x="394" y="230"/>
                </a:cubicBezTo>
                <a:cubicBezTo>
                  <a:pt x="411" y="231"/>
                  <a:pt x="411" y="231"/>
                  <a:pt x="411" y="231"/>
                </a:cubicBezTo>
                <a:cubicBezTo>
                  <a:pt x="404" y="228"/>
                  <a:pt x="404" y="228"/>
                  <a:pt x="404" y="228"/>
                </a:cubicBezTo>
                <a:cubicBezTo>
                  <a:pt x="415" y="227"/>
                  <a:pt x="415" y="227"/>
                  <a:pt x="415" y="227"/>
                </a:cubicBezTo>
                <a:cubicBezTo>
                  <a:pt x="412" y="220"/>
                  <a:pt x="412" y="220"/>
                  <a:pt x="412" y="220"/>
                </a:cubicBezTo>
                <a:cubicBezTo>
                  <a:pt x="418" y="210"/>
                  <a:pt x="418" y="210"/>
                  <a:pt x="418" y="210"/>
                </a:cubicBezTo>
                <a:cubicBezTo>
                  <a:pt x="421" y="188"/>
                  <a:pt x="421" y="188"/>
                  <a:pt x="421" y="188"/>
                </a:cubicBezTo>
                <a:cubicBezTo>
                  <a:pt x="406" y="175"/>
                  <a:pt x="406" y="175"/>
                  <a:pt x="406" y="175"/>
                </a:cubicBezTo>
                <a:cubicBezTo>
                  <a:pt x="394" y="176"/>
                  <a:pt x="394" y="176"/>
                  <a:pt x="394" y="176"/>
                </a:cubicBezTo>
                <a:cubicBezTo>
                  <a:pt x="384" y="184"/>
                  <a:pt x="384" y="184"/>
                  <a:pt x="384" y="184"/>
                </a:cubicBezTo>
                <a:cubicBezTo>
                  <a:pt x="381" y="122"/>
                  <a:pt x="381" y="122"/>
                  <a:pt x="381" y="122"/>
                </a:cubicBezTo>
                <a:cubicBezTo>
                  <a:pt x="378" y="118"/>
                  <a:pt x="378" y="118"/>
                  <a:pt x="378" y="118"/>
                </a:cubicBezTo>
                <a:cubicBezTo>
                  <a:pt x="375" y="221"/>
                  <a:pt x="375" y="221"/>
                  <a:pt x="375" y="221"/>
                </a:cubicBezTo>
                <a:cubicBezTo>
                  <a:pt x="367" y="233"/>
                  <a:pt x="367" y="233"/>
                  <a:pt x="367" y="233"/>
                </a:cubicBezTo>
                <a:cubicBezTo>
                  <a:pt x="367" y="233"/>
                  <a:pt x="366" y="232"/>
                  <a:pt x="364" y="225"/>
                </a:cubicBezTo>
                <a:cubicBezTo>
                  <a:pt x="362" y="218"/>
                  <a:pt x="365" y="200"/>
                  <a:pt x="365" y="200"/>
                </a:cubicBezTo>
                <a:cubicBezTo>
                  <a:pt x="373" y="120"/>
                  <a:pt x="373" y="120"/>
                  <a:pt x="373" y="120"/>
                </a:cubicBezTo>
                <a:cubicBezTo>
                  <a:pt x="367" y="127"/>
                  <a:pt x="367" y="127"/>
                  <a:pt x="367" y="127"/>
                </a:cubicBezTo>
                <a:cubicBezTo>
                  <a:pt x="363" y="176"/>
                  <a:pt x="363" y="176"/>
                  <a:pt x="363" y="176"/>
                </a:cubicBezTo>
                <a:cubicBezTo>
                  <a:pt x="345" y="189"/>
                  <a:pt x="345" y="189"/>
                  <a:pt x="345" y="189"/>
                </a:cubicBezTo>
                <a:cubicBezTo>
                  <a:pt x="340" y="215"/>
                  <a:pt x="340" y="215"/>
                  <a:pt x="340" y="215"/>
                </a:cubicBezTo>
                <a:cubicBezTo>
                  <a:pt x="347" y="195"/>
                  <a:pt x="347" y="195"/>
                  <a:pt x="347" y="195"/>
                </a:cubicBezTo>
                <a:cubicBezTo>
                  <a:pt x="361" y="188"/>
                  <a:pt x="361" y="188"/>
                  <a:pt x="361" y="188"/>
                </a:cubicBezTo>
                <a:cubicBezTo>
                  <a:pt x="359" y="201"/>
                  <a:pt x="359" y="201"/>
                  <a:pt x="359" y="201"/>
                </a:cubicBezTo>
                <a:cubicBezTo>
                  <a:pt x="350" y="207"/>
                  <a:pt x="350" y="207"/>
                  <a:pt x="350" y="207"/>
                </a:cubicBezTo>
                <a:cubicBezTo>
                  <a:pt x="332" y="230"/>
                  <a:pt x="332" y="230"/>
                  <a:pt x="332" y="230"/>
                </a:cubicBezTo>
                <a:cubicBezTo>
                  <a:pt x="330" y="270"/>
                  <a:pt x="330" y="270"/>
                  <a:pt x="330" y="270"/>
                </a:cubicBezTo>
                <a:cubicBezTo>
                  <a:pt x="370" y="304"/>
                  <a:pt x="370" y="304"/>
                  <a:pt x="370" y="304"/>
                </a:cubicBezTo>
                <a:cubicBezTo>
                  <a:pt x="361" y="327"/>
                  <a:pt x="361" y="327"/>
                  <a:pt x="361" y="327"/>
                </a:cubicBezTo>
                <a:cubicBezTo>
                  <a:pt x="394" y="351"/>
                  <a:pt x="394" y="351"/>
                  <a:pt x="394" y="351"/>
                </a:cubicBezTo>
                <a:cubicBezTo>
                  <a:pt x="387" y="356"/>
                  <a:pt x="387" y="356"/>
                  <a:pt x="387" y="356"/>
                </a:cubicBezTo>
                <a:cubicBezTo>
                  <a:pt x="350" y="337"/>
                  <a:pt x="350" y="337"/>
                  <a:pt x="350" y="337"/>
                </a:cubicBezTo>
                <a:cubicBezTo>
                  <a:pt x="361" y="327"/>
                  <a:pt x="361" y="327"/>
                  <a:pt x="361" y="327"/>
                </a:cubicBezTo>
                <a:cubicBezTo>
                  <a:pt x="290" y="318"/>
                  <a:pt x="290" y="318"/>
                  <a:pt x="290" y="318"/>
                </a:cubicBezTo>
                <a:cubicBezTo>
                  <a:pt x="253" y="336"/>
                  <a:pt x="253" y="336"/>
                  <a:pt x="253" y="336"/>
                </a:cubicBezTo>
                <a:cubicBezTo>
                  <a:pt x="253" y="350"/>
                  <a:pt x="253" y="350"/>
                  <a:pt x="253" y="350"/>
                </a:cubicBezTo>
                <a:cubicBezTo>
                  <a:pt x="253" y="367"/>
                  <a:pt x="253" y="367"/>
                  <a:pt x="253" y="367"/>
                </a:cubicBezTo>
                <a:cubicBezTo>
                  <a:pt x="229" y="367"/>
                  <a:pt x="229" y="367"/>
                  <a:pt x="229" y="367"/>
                </a:cubicBezTo>
                <a:cubicBezTo>
                  <a:pt x="220" y="351"/>
                  <a:pt x="220" y="351"/>
                  <a:pt x="220" y="351"/>
                </a:cubicBezTo>
                <a:cubicBezTo>
                  <a:pt x="207" y="351"/>
                  <a:pt x="207" y="351"/>
                  <a:pt x="207" y="351"/>
                </a:cubicBezTo>
                <a:cubicBezTo>
                  <a:pt x="207" y="326"/>
                  <a:pt x="207" y="326"/>
                  <a:pt x="207" y="326"/>
                </a:cubicBezTo>
                <a:cubicBezTo>
                  <a:pt x="227" y="326"/>
                  <a:pt x="227" y="326"/>
                  <a:pt x="227" y="326"/>
                </a:cubicBezTo>
                <a:cubicBezTo>
                  <a:pt x="227" y="326"/>
                  <a:pt x="227" y="326"/>
                  <a:pt x="227" y="326"/>
                </a:cubicBezTo>
                <a:cubicBezTo>
                  <a:pt x="232" y="326"/>
                  <a:pt x="235" y="323"/>
                  <a:pt x="235" y="318"/>
                </a:cubicBezTo>
                <a:cubicBezTo>
                  <a:pt x="235" y="318"/>
                  <a:pt x="235" y="318"/>
                  <a:pt x="235" y="318"/>
                </a:cubicBezTo>
                <a:cubicBezTo>
                  <a:pt x="235" y="315"/>
                  <a:pt x="235" y="315"/>
                  <a:pt x="235" y="315"/>
                </a:cubicBezTo>
                <a:cubicBezTo>
                  <a:pt x="236" y="315"/>
                  <a:pt x="236" y="315"/>
                  <a:pt x="236" y="315"/>
                </a:cubicBezTo>
                <a:cubicBezTo>
                  <a:pt x="236" y="286"/>
                  <a:pt x="236" y="286"/>
                  <a:pt x="236" y="286"/>
                </a:cubicBezTo>
                <a:cubicBezTo>
                  <a:pt x="236" y="286"/>
                  <a:pt x="236" y="286"/>
                  <a:pt x="236" y="286"/>
                </a:cubicBezTo>
                <a:cubicBezTo>
                  <a:pt x="236" y="275"/>
                  <a:pt x="236" y="275"/>
                  <a:pt x="236" y="275"/>
                </a:cubicBezTo>
                <a:cubicBezTo>
                  <a:pt x="236" y="275"/>
                  <a:pt x="236" y="275"/>
                  <a:pt x="236" y="274"/>
                </a:cubicBezTo>
                <a:cubicBezTo>
                  <a:pt x="236" y="270"/>
                  <a:pt x="232" y="266"/>
                  <a:pt x="228" y="266"/>
                </a:cubicBezTo>
                <a:cubicBezTo>
                  <a:pt x="227" y="266"/>
                  <a:pt x="227" y="266"/>
                  <a:pt x="227" y="266"/>
                </a:cubicBezTo>
                <a:cubicBezTo>
                  <a:pt x="207" y="266"/>
                  <a:pt x="207" y="266"/>
                  <a:pt x="207" y="266"/>
                </a:cubicBezTo>
                <a:cubicBezTo>
                  <a:pt x="207" y="171"/>
                  <a:pt x="207" y="171"/>
                  <a:pt x="207" y="171"/>
                </a:cubicBezTo>
                <a:cubicBezTo>
                  <a:pt x="205" y="171"/>
                  <a:pt x="205" y="171"/>
                  <a:pt x="205" y="171"/>
                </a:cubicBezTo>
                <a:cubicBezTo>
                  <a:pt x="205" y="138"/>
                  <a:pt x="205" y="138"/>
                  <a:pt x="205" y="138"/>
                </a:cubicBezTo>
                <a:cubicBezTo>
                  <a:pt x="206" y="137"/>
                  <a:pt x="208" y="137"/>
                  <a:pt x="209" y="137"/>
                </a:cubicBezTo>
                <a:cubicBezTo>
                  <a:pt x="221" y="168"/>
                  <a:pt x="221" y="168"/>
                  <a:pt x="221" y="168"/>
                </a:cubicBezTo>
                <a:cubicBezTo>
                  <a:pt x="219" y="169"/>
                  <a:pt x="219" y="169"/>
                  <a:pt x="219" y="169"/>
                </a:cubicBezTo>
                <a:cubicBezTo>
                  <a:pt x="219" y="169"/>
                  <a:pt x="219" y="169"/>
                  <a:pt x="219" y="169"/>
                </a:cubicBezTo>
                <a:cubicBezTo>
                  <a:pt x="220" y="173"/>
                  <a:pt x="220" y="173"/>
                  <a:pt x="220" y="173"/>
                </a:cubicBezTo>
                <a:cubicBezTo>
                  <a:pt x="239" y="166"/>
                  <a:pt x="239" y="166"/>
                  <a:pt x="239" y="166"/>
                </a:cubicBezTo>
                <a:cubicBezTo>
                  <a:pt x="237" y="162"/>
                  <a:pt x="237" y="162"/>
                  <a:pt x="237" y="162"/>
                </a:cubicBezTo>
                <a:cubicBezTo>
                  <a:pt x="235" y="163"/>
                  <a:pt x="235" y="163"/>
                  <a:pt x="235" y="163"/>
                </a:cubicBezTo>
                <a:cubicBezTo>
                  <a:pt x="223" y="131"/>
                  <a:pt x="223" y="131"/>
                  <a:pt x="223" y="131"/>
                </a:cubicBezTo>
                <a:cubicBezTo>
                  <a:pt x="224" y="130"/>
                  <a:pt x="225" y="129"/>
                  <a:pt x="226" y="129"/>
                </a:cubicBezTo>
                <a:cubicBezTo>
                  <a:pt x="250" y="153"/>
                  <a:pt x="250" y="153"/>
                  <a:pt x="250" y="153"/>
                </a:cubicBezTo>
                <a:cubicBezTo>
                  <a:pt x="249" y="155"/>
                  <a:pt x="249" y="155"/>
                  <a:pt x="249" y="155"/>
                </a:cubicBezTo>
                <a:cubicBezTo>
                  <a:pt x="249" y="155"/>
                  <a:pt x="249" y="155"/>
                  <a:pt x="249" y="155"/>
                </a:cubicBezTo>
                <a:cubicBezTo>
                  <a:pt x="252" y="158"/>
                  <a:pt x="252" y="158"/>
                  <a:pt x="252" y="158"/>
                </a:cubicBezTo>
                <a:cubicBezTo>
                  <a:pt x="265" y="144"/>
                  <a:pt x="265" y="144"/>
                  <a:pt x="265" y="144"/>
                </a:cubicBezTo>
                <a:cubicBezTo>
                  <a:pt x="262" y="141"/>
                  <a:pt x="262" y="141"/>
                  <a:pt x="262" y="141"/>
                </a:cubicBezTo>
                <a:cubicBezTo>
                  <a:pt x="261" y="142"/>
                  <a:pt x="261" y="142"/>
                  <a:pt x="261" y="142"/>
                </a:cubicBezTo>
                <a:cubicBezTo>
                  <a:pt x="236" y="118"/>
                  <a:pt x="236" y="118"/>
                  <a:pt x="236" y="118"/>
                </a:cubicBezTo>
                <a:cubicBezTo>
                  <a:pt x="237" y="117"/>
                  <a:pt x="237" y="116"/>
                  <a:pt x="238" y="115"/>
                </a:cubicBezTo>
                <a:cubicBezTo>
                  <a:pt x="271" y="128"/>
                  <a:pt x="271" y="128"/>
                  <a:pt x="271" y="128"/>
                </a:cubicBezTo>
                <a:cubicBezTo>
                  <a:pt x="270" y="130"/>
                  <a:pt x="270" y="130"/>
                  <a:pt x="270" y="130"/>
                </a:cubicBezTo>
                <a:cubicBezTo>
                  <a:pt x="270" y="130"/>
                  <a:pt x="270" y="130"/>
                  <a:pt x="270" y="130"/>
                </a:cubicBezTo>
                <a:cubicBezTo>
                  <a:pt x="274" y="132"/>
                  <a:pt x="274" y="132"/>
                  <a:pt x="274" y="132"/>
                </a:cubicBezTo>
                <a:cubicBezTo>
                  <a:pt x="281" y="114"/>
                  <a:pt x="281" y="114"/>
                  <a:pt x="281" y="114"/>
                </a:cubicBezTo>
                <a:cubicBezTo>
                  <a:pt x="277" y="112"/>
                  <a:pt x="277" y="112"/>
                  <a:pt x="277" y="112"/>
                </a:cubicBezTo>
                <a:cubicBezTo>
                  <a:pt x="277" y="114"/>
                  <a:pt x="277" y="114"/>
                  <a:pt x="277" y="114"/>
                </a:cubicBezTo>
                <a:cubicBezTo>
                  <a:pt x="244" y="101"/>
                  <a:pt x="244" y="101"/>
                  <a:pt x="244" y="101"/>
                </a:cubicBezTo>
                <a:cubicBezTo>
                  <a:pt x="244" y="100"/>
                  <a:pt x="244" y="99"/>
                  <a:pt x="244" y="98"/>
                </a:cubicBezTo>
                <a:cubicBezTo>
                  <a:pt x="279" y="98"/>
                  <a:pt x="279" y="98"/>
                  <a:pt x="279" y="98"/>
                </a:cubicBezTo>
                <a:cubicBezTo>
                  <a:pt x="279" y="100"/>
                  <a:pt x="279" y="100"/>
                  <a:pt x="279" y="100"/>
                </a:cubicBezTo>
                <a:cubicBezTo>
                  <a:pt x="368" y="100"/>
                  <a:pt x="368" y="100"/>
                  <a:pt x="368" y="100"/>
                </a:cubicBezTo>
                <a:cubicBezTo>
                  <a:pt x="369" y="101"/>
                  <a:pt x="369" y="103"/>
                  <a:pt x="370" y="105"/>
                </a:cubicBezTo>
                <a:cubicBezTo>
                  <a:pt x="371" y="109"/>
                  <a:pt x="374" y="112"/>
                  <a:pt x="375" y="112"/>
                </a:cubicBezTo>
                <a:cubicBezTo>
                  <a:pt x="375" y="112"/>
                  <a:pt x="375" y="112"/>
                  <a:pt x="375" y="112"/>
                </a:cubicBezTo>
                <a:cubicBezTo>
                  <a:pt x="375" y="112"/>
                  <a:pt x="375" y="112"/>
                  <a:pt x="375" y="112"/>
                </a:cubicBezTo>
                <a:cubicBezTo>
                  <a:pt x="406" y="100"/>
                  <a:pt x="406" y="100"/>
                  <a:pt x="406" y="100"/>
                </a:cubicBezTo>
                <a:cubicBezTo>
                  <a:pt x="416" y="100"/>
                  <a:pt x="416" y="100"/>
                  <a:pt x="416" y="100"/>
                </a:cubicBezTo>
                <a:cubicBezTo>
                  <a:pt x="394" y="130"/>
                  <a:pt x="394" y="130"/>
                  <a:pt x="394" y="130"/>
                </a:cubicBezTo>
                <a:cubicBezTo>
                  <a:pt x="394" y="130"/>
                  <a:pt x="394" y="130"/>
                  <a:pt x="394" y="130"/>
                </a:cubicBezTo>
                <a:cubicBezTo>
                  <a:pt x="394" y="130"/>
                  <a:pt x="394" y="130"/>
                  <a:pt x="394" y="130"/>
                </a:cubicBezTo>
                <a:cubicBezTo>
                  <a:pt x="394" y="130"/>
                  <a:pt x="394" y="130"/>
                  <a:pt x="394" y="130"/>
                </a:cubicBezTo>
                <a:cubicBezTo>
                  <a:pt x="394" y="130"/>
                  <a:pt x="394" y="130"/>
                  <a:pt x="394" y="130"/>
                </a:cubicBezTo>
                <a:cubicBezTo>
                  <a:pt x="393" y="131"/>
                  <a:pt x="395" y="134"/>
                  <a:pt x="399" y="136"/>
                </a:cubicBezTo>
                <a:cubicBezTo>
                  <a:pt x="403" y="139"/>
                  <a:pt x="406" y="140"/>
                  <a:pt x="407" y="139"/>
                </a:cubicBezTo>
                <a:cubicBezTo>
                  <a:pt x="407" y="139"/>
                  <a:pt x="407" y="139"/>
                  <a:pt x="407" y="139"/>
                </a:cubicBezTo>
                <a:cubicBezTo>
                  <a:pt x="438" y="100"/>
                  <a:pt x="438" y="100"/>
                  <a:pt x="438" y="100"/>
                </a:cubicBezTo>
                <a:cubicBezTo>
                  <a:pt x="439" y="100"/>
                  <a:pt x="439" y="100"/>
                  <a:pt x="439" y="100"/>
                </a:cubicBezTo>
                <a:cubicBezTo>
                  <a:pt x="423" y="147"/>
                  <a:pt x="423" y="147"/>
                  <a:pt x="423" y="147"/>
                </a:cubicBezTo>
                <a:cubicBezTo>
                  <a:pt x="423" y="147"/>
                  <a:pt x="423" y="147"/>
                  <a:pt x="423" y="147"/>
                </a:cubicBezTo>
                <a:cubicBezTo>
                  <a:pt x="423" y="147"/>
                  <a:pt x="423" y="147"/>
                  <a:pt x="423" y="147"/>
                </a:cubicBezTo>
                <a:cubicBezTo>
                  <a:pt x="422" y="149"/>
                  <a:pt x="426" y="151"/>
                  <a:pt x="430" y="153"/>
                </a:cubicBezTo>
                <a:cubicBezTo>
                  <a:pt x="434" y="154"/>
                  <a:pt x="438" y="155"/>
                  <a:pt x="439" y="153"/>
                </a:cubicBezTo>
                <a:cubicBezTo>
                  <a:pt x="439" y="153"/>
                  <a:pt x="439" y="153"/>
                  <a:pt x="439" y="153"/>
                </a:cubicBezTo>
                <a:cubicBezTo>
                  <a:pt x="439" y="153"/>
                  <a:pt x="439" y="153"/>
                  <a:pt x="439" y="153"/>
                </a:cubicBezTo>
                <a:cubicBezTo>
                  <a:pt x="439" y="153"/>
                  <a:pt x="439" y="153"/>
                  <a:pt x="439" y="153"/>
                </a:cubicBezTo>
                <a:cubicBezTo>
                  <a:pt x="439" y="153"/>
                  <a:pt x="439" y="153"/>
                  <a:pt x="439" y="153"/>
                </a:cubicBezTo>
                <a:cubicBezTo>
                  <a:pt x="457" y="100"/>
                  <a:pt x="457" y="100"/>
                  <a:pt x="457" y="100"/>
                </a:cubicBezTo>
                <a:cubicBezTo>
                  <a:pt x="457" y="100"/>
                  <a:pt x="457" y="100"/>
                  <a:pt x="457" y="100"/>
                </a:cubicBezTo>
                <a:cubicBezTo>
                  <a:pt x="457" y="159"/>
                  <a:pt x="457" y="159"/>
                  <a:pt x="457" y="159"/>
                </a:cubicBezTo>
                <a:cubicBezTo>
                  <a:pt x="457" y="159"/>
                  <a:pt x="457" y="159"/>
                  <a:pt x="457" y="159"/>
                </a:cubicBezTo>
                <a:cubicBezTo>
                  <a:pt x="457" y="159"/>
                  <a:pt x="457" y="159"/>
                  <a:pt x="457" y="159"/>
                </a:cubicBezTo>
                <a:cubicBezTo>
                  <a:pt x="457" y="159"/>
                  <a:pt x="457" y="159"/>
                  <a:pt x="457" y="159"/>
                </a:cubicBezTo>
                <a:cubicBezTo>
                  <a:pt x="457" y="159"/>
                  <a:pt x="457" y="159"/>
                  <a:pt x="457" y="159"/>
                </a:cubicBezTo>
                <a:cubicBezTo>
                  <a:pt x="457" y="160"/>
                  <a:pt x="461" y="161"/>
                  <a:pt x="466" y="161"/>
                </a:cubicBezTo>
                <a:cubicBezTo>
                  <a:pt x="471" y="161"/>
                  <a:pt x="474" y="160"/>
                  <a:pt x="475" y="159"/>
                </a:cubicBezTo>
                <a:cubicBezTo>
                  <a:pt x="475" y="159"/>
                  <a:pt x="475" y="159"/>
                  <a:pt x="475" y="159"/>
                </a:cubicBezTo>
                <a:cubicBezTo>
                  <a:pt x="475" y="159"/>
                  <a:pt x="475" y="159"/>
                  <a:pt x="475" y="159"/>
                </a:cubicBezTo>
                <a:cubicBezTo>
                  <a:pt x="475" y="159"/>
                  <a:pt x="475" y="159"/>
                  <a:pt x="475" y="159"/>
                </a:cubicBezTo>
                <a:cubicBezTo>
                  <a:pt x="475" y="159"/>
                  <a:pt x="475" y="159"/>
                  <a:pt x="475" y="159"/>
                </a:cubicBezTo>
                <a:cubicBezTo>
                  <a:pt x="475" y="100"/>
                  <a:pt x="475" y="100"/>
                  <a:pt x="475" y="100"/>
                </a:cubicBezTo>
                <a:cubicBezTo>
                  <a:pt x="481" y="100"/>
                  <a:pt x="481" y="100"/>
                  <a:pt x="481" y="100"/>
                </a:cubicBezTo>
                <a:cubicBezTo>
                  <a:pt x="481" y="88"/>
                  <a:pt x="481" y="88"/>
                  <a:pt x="481" y="88"/>
                </a:cubicBezTo>
                <a:cubicBezTo>
                  <a:pt x="412" y="88"/>
                  <a:pt x="412" y="88"/>
                  <a:pt x="412" y="88"/>
                </a:cubicBezTo>
                <a:cubicBezTo>
                  <a:pt x="412" y="84"/>
                  <a:pt x="412" y="84"/>
                  <a:pt x="412" y="84"/>
                </a:cubicBezTo>
                <a:cubicBezTo>
                  <a:pt x="481" y="84"/>
                  <a:pt x="481" y="84"/>
                  <a:pt x="481" y="84"/>
                </a:cubicBezTo>
                <a:cubicBezTo>
                  <a:pt x="481" y="80"/>
                  <a:pt x="481" y="80"/>
                  <a:pt x="481" y="80"/>
                </a:cubicBezTo>
                <a:cubicBezTo>
                  <a:pt x="456" y="80"/>
                  <a:pt x="456" y="80"/>
                  <a:pt x="456" y="80"/>
                </a:cubicBezTo>
                <a:cubicBezTo>
                  <a:pt x="456" y="80"/>
                  <a:pt x="456" y="80"/>
                  <a:pt x="456" y="80"/>
                </a:cubicBezTo>
                <a:cubicBezTo>
                  <a:pt x="411" y="80"/>
                  <a:pt x="411" y="80"/>
                  <a:pt x="411" y="80"/>
                </a:cubicBezTo>
                <a:cubicBezTo>
                  <a:pt x="404" y="79"/>
                  <a:pt x="386" y="75"/>
                  <a:pt x="374" y="63"/>
                </a:cubicBezTo>
                <a:cubicBezTo>
                  <a:pt x="357" y="46"/>
                  <a:pt x="357" y="34"/>
                  <a:pt x="357" y="34"/>
                </a:cubicBezTo>
                <a:cubicBezTo>
                  <a:pt x="354" y="34"/>
                  <a:pt x="354" y="34"/>
                  <a:pt x="354" y="34"/>
                </a:cubicBezTo>
                <a:cubicBezTo>
                  <a:pt x="354" y="80"/>
                  <a:pt x="354" y="80"/>
                  <a:pt x="354" y="80"/>
                </a:cubicBezTo>
                <a:cubicBezTo>
                  <a:pt x="350" y="80"/>
                  <a:pt x="350" y="80"/>
                  <a:pt x="350" y="80"/>
                </a:cubicBezTo>
                <a:cubicBezTo>
                  <a:pt x="350" y="34"/>
                  <a:pt x="350" y="34"/>
                  <a:pt x="350" y="34"/>
                </a:cubicBezTo>
                <a:cubicBezTo>
                  <a:pt x="344" y="34"/>
                  <a:pt x="344" y="34"/>
                  <a:pt x="344" y="34"/>
                </a:cubicBezTo>
                <a:cubicBezTo>
                  <a:pt x="344" y="80"/>
                  <a:pt x="344" y="80"/>
                  <a:pt x="344" y="80"/>
                </a:cubicBezTo>
                <a:cubicBezTo>
                  <a:pt x="279" y="80"/>
                  <a:pt x="279" y="80"/>
                  <a:pt x="279" y="80"/>
                </a:cubicBezTo>
                <a:cubicBezTo>
                  <a:pt x="279" y="82"/>
                  <a:pt x="279" y="82"/>
                  <a:pt x="279" y="82"/>
                </a:cubicBezTo>
                <a:cubicBezTo>
                  <a:pt x="244" y="82"/>
                  <a:pt x="244" y="82"/>
                  <a:pt x="244" y="82"/>
                </a:cubicBezTo>
                <a:cubicBezTo>
                  <a:pt x="241" y="62"/>
                  <a:pt x="225" y="46"/>
                  <a:pt x="205" y="43"/>
                </a:cubicBezTo>
                <a:cubicBezTo>
                  <a:pt x="205" y="4"/>
                  <a:pt x="205" y="4"/>
                  <a:pt x="205" y="4"/>
                </a:cubicBezTo>
                <a:cubicBezTo>
                  <a:pt x="207" y="4"/>
                  <a:pt x="207" y="4"/>
                  <a:pt x="207" y="4"/>
                </a:cubicBezTo>
                <a:cubicBezTo>
                  <a:pt x="207" y="0"/>
                  <a:pt x="207" y="0"/>
                  <a:pt x="207" y="0"/>
                </a:cubicBezTo>
                <a:cubicBezTo>
                  <a:pt x="187" y="0"/>
                  <a:pt x="187" y="0"/>
                  <a:pt x="187" y="0"/>
                </a:cubicBezTo>
                <a:cubicBezTo>
                  <a:pt x="187" y="4"/>
                  <a:pt x="187" y="4"/>
                  <a:pt x="187" y="4"/>
                </a:cubicBezTo>
                <a:cubicBezTo>
                  <a:pt x="190" y="4"/>
                  <a:pt x="190" y="4"/>
                  <a:pt x="190" y="4"/>
                </a:cubicBezTo>
                <a:cubicBezTo>
                  <a:pt x="190" y="43"/>
                  <a:pt x="190" y="43"/>
                  <a:pt x="190" y="43"/>
                </a:cubicBezTo>
                <a:cubicBezTo>
                  <a:pt x="188" y="43"/>
                  <a:pt x="187" y="43"/>
                  <a:pt x="186" y="43"/>
                </a:cubicBezTo>
                <a:cubicBezTo>
                  <a:pt x="171" y="8"/>
                  <a:pt x="171" y="8"/>
                  <a:pt x="171" y="8"/>
                </a:cubicBezTo>
                <a:cubicBezTo>
                  <a:pt x="173" y="7"/>
                  <a:pt x="173" y="7"/>
                  <a:pt x="173" y="7"/>
                </a:cubicBezTo>
                <a:cubicBezTo>
                  <a:pt x="173" y="7"/>
                  <a:pt x="173" y="7"/>
                  <a:pt x="173" y="7"/>
                </a:cubicBezTo>
                <a:cubicBezTo>
                  <a:pt x="172" y="3"/>
                  <a:pt x="172" y="3"/>
                  <a:pt x="172" y="3"/>
                </a:cubicBezTo>
                <a:cubicBezTo>
                  <a:pt x="154" y="11"/>
                  <a:pt x="154" y="11"/>
                  <a:pt x="154" y="11"/>
                </a:cubicBezTo>
                <a:cubicBezTo>
                  <a:pt x="155" y="15"/>
                  <a:pt x="155" y="15"/>
                  <a:pt x="155" y="15"/>
                </a:cubicBezTo>
                <a:cubicBezTo>
                  <a:pt x="157" y="14"/>
                  <a:pt x="157" y="14"/>
                  <a:pt x="157" y="14"/>
                </a:cubicBezTo>
                <a:cubicBezTo>
                  <a:pt x="172" y="49"/>
                  <a:pt x="172" y="49"/>
                  <a:pt x="172" y="49"/>
                </a:cubicBezTo>
                <a:cubicBezTo>
                  <a:pt x="171" y="49"/>
                  <a:pt x="170" y="50"/>
                  <a:pt x="169" y="51"/>
                </a:cubicBezTo>
                <a:cubicBezTo>
                  <a:pt x="142" y="24"/>
                  <a:pt x="142" y="24"/>
                  <a:pt x="142" y="24"/>
                </a:cubicBezTo>
                <a:cubicBezTo>
                  <a:pt x="144" y="23"/>
                  <a:pt x="144" y="23"/>
                  <a:pt x="144" y="23"/>
                </a:cubicBezTo>
                <a:cubicBezTo>
                  <a:pt x="144" y="23"/>
                  <a:pt x="144" y="23"/>
                  <a:pt x="144" y="23"/>
                </a:cubicBezTo>
                <a:cubicBezTo>
                  <a:pt x="141" y="20"/>
                  <a:pt x="141" y="20"/>
                  <a:pt x="141" y="20"/>
                </a:cubicBezTo>
                <a:cubicBezTo>
                  <a:pt x="127" y="34"/>
                  <a:pt x="127" y="34"/>
                  <a:pt x="127" y="34"/>
                </a:cubicBezTo>
                <a:cubicBezTo>
                  <a:pt x="130" y="37"/>
                  <a:pt x="130" y="37"/>
                  <a:pt x="130" y="37"/>
                </a:cubicBezTo>
                <a:cubicBezTo>
                  <a:pt x="132" y="35"/>
                  <a:pt x="132" y="35"/>
                  <a:pt x="132" y="35"/>
                </a:cubicBezTo>
                <a:cubicBezTo>
                  <a:pt x="158" y="61"/>
                  <a:pt x="158" y="61"/>
                  <a:pt x="158" y="61"/>
                </a:cubicBezTo>
                <a:cubicBezTo>
                  <a:pt x="157" y="62"/>
                  <a:pt x="157" y="63"/>
                  <a:pt x="156" y="64"/>
                </a:cubicBezTo>
                <a:cubicBezTo>
                  <a:pt x="122" y="51"/>
                  <a:pt x="122" y="51"/>
                  <a:pt x="122" y="51"/>
                </a:cubicBezTo>
                <a:cubicBezTo>
                  <a:pt x="123" y="48"/>
                  <a:pt x="123" y="48"/>
                  <a:pt x="123" y="48"/>
                </a:cubicBezTo>
                <a:cubicBezTo>
                  <a:pt x="123" y="48"/>
                  <a:pt x="123" y="48"/>
                  <a:pt x="123" y="48"/>
                </a:cubicBezTo>
                <a:cubicBezTo>
                  <a:pt x="119" y="47"/>
                  <a:pt x="119" y="47"/>
                  <a:pt x="119" y="47"/>
                </a:cubicBezTo>
                <a:cubicBezTo>
                  <a:pt x="112" y="65"/>
                  <a:pt x="112" y="65"/>
                  <a:pt x="112" y="65"/>
                </a:cubicBezTo>
                <a:cubicBezTo>
                  <a:pt x="116" y="66"/>
                  <a:pt x="116" y="66"/>
                  <a:pt x="116" y="66"/>
                </a:cubicBezTo>
                <a:cubicBezTo>
                  <a:pt x="116" y="64"/>
                  <a:pt x="116" y="64"/>
                  <a:pt x="116" y="64"/>
                </a:cubicBezTo>
                <a:cubicBezTo>
                  <a:pt x="150" y="78"/>
                  <a:pt x="150" y="78"/>
                  <a:pt x="150" y="78"/>
                </a:cubicBezTo>
                <a:cubicBezTo>
                  <a:pt x="150" y="79"/>
                  <a:pt x="149" y="81"/>
                  <a:pt x="149" y="82"/>
                </a:cubicBezTo>
                <a:cubicBezTo>
                  <a:pt x="110" y="82"/>
                  <a:pt x="110" y="82"/>
                  <a:pt x="110" y="82"/>
                </a:cubicBezTo>
                <a:cubicBezTo>
                  <a:pt x="110" y="80"/>
                  <a:pt x="110" y="80"/>
                  <a:pt x="110" y="80"/>
                </a:cubicBezTo>
                <a:cubicBezTo>
                  <a:pt x="68" y="80"/>
                  <a:pt x="68" y="80"/>
                  <a:pt x="68" y="80"/>
                </a:cubicBezTo>
                <a:cubicBezTo>
                  <a:pt x="68" y="80"/>
                  <a:pt x="68" y="80"/>
                  <a:pt x="67" y="80"/>
                </a:cubicBezTo>
                <a:cubicBezTo>
                  <a:pt x="63" y="80"/>
                  <a:pt x="59" y="84"/>
                  <a:pt x="59" y="89"/>
                </a:cubicBezTo>
                <a:cubicBezTo>
                  <a:pt x="59" y="89"/>
                  <a:pt x="59" y="89"/>
                  <a:pt x="59" y="89"/>
                </a:cubicBezTo>
                <a:cubicBezTo>
                  <a:pt x="59" y="98"/>
                  <a:pt x="59" y="98"/>
                  <a:pt x="59" y="98"/>
                </a:cubicBezTo>
                <a:cubicBezTo>
                  <a:pt x="59" y="98"/>
                  <a:pt x="59" y="98"/>
                  <a:pt x="59" y="98"/>
                </a:cubicBezTo>
                <a:cubicBezTo>
                  <a:pt x="59" y="266"/>
                  <a:pt x="59" y="266"/>
                  <a:pt x="59" y="266"/>
                </a:cubicBezTo>
                <a:cubicBezTo>
                  <a:pt x="59" y="266"/>
                  <a:pt x="59" y="266"/>
                  <a:pt x="59" y="266"/>
                </a:cubicBezTo>
                <a:cubicBezTo>
                  <a:pt x="59" y="277"/>
                  <a:pt x="59" y="277"/>
                  <a:pt x="59" y="277"/>
                </a:cubicBezTo>
                <a:cubicBezTo>
                  <a:pt x="59" y="277"/>
                  <a:pt x="59" y="277"/>
                  <a:pt x="59" y="277"/>
                </a:cubicBezTo>
                <a:cubicBezTo>
                  <a:pt x="59" y="282"/>
                  <a:pt x="63" y="286"/>
                  <a:pt x="67" y="286"/>
                </a:cubicBezTo>
                <a:cubicBezTo>
                  <a:pt x="68" y="286"/>
                  <a:pt x="68" y="286"/>
                  <a:pt x="68" y="286"/>
                </a:cubicBezTo>
                <a:cubicBezTo>
                  <a:pt x="108" y="286"/>
                  <a:pt x="108" y="286"/>
                  <a:pt x="108" y="286"/>
                </a:cubicBezTo>
                <a:cubicBezTo>
                  <a:pt x="108" y="286"/>
                  <a:pt x="108" y="286"/>
                  <a:pt x="108" y="286"/>
                </a:cubicBezTo>
                <a:cubicBezTo>
                  <a:pt x="185" y="286"/>
                  <a:pt x="185" y="286"/>
                  <a:pt x="185" y="286"/>
                </a:cubicBezTo>
                <a:cubicBezTo>
                  <a:pt x="185" y="286"/>
                  <a:pt x="185" y="286"/>
                  <a:pt x="185" y="286"/>
                </a:cubicBezTo>
                <a:cubicBezTo>
                  <a:pt x="187" y="286"/>
                  <a:pt x="187" y="286"/>
                  <a:pt x="187" y="286"/>
                </a:cubicBezTo>
                <a:cubicBezTo>
                  <a:pt x="187" y="307"/>
                  <a:pt x="187" y="307"/>
                  <a:pt x="187" y="307"/>
                </a:cubicBezTo>
                <a:cubicBezTo>
                  <a:pt x="185" y="307"/>
                  <a:pt x="185" y="307"/>
                  <a:pt x="185" y="307"/>
                </a:cubicBezTo>
                <a:cubicBezTo>
                  <a:pt x="185" y="307"/>
                  <a:pt x="185" y="307"/>
                  <a:pt x="185" y="307"/>
                </a:cubicBezTo>
                <a:cubicBezTo>
                  <a:pt x="153" y="307"/>
                  <a:pt x="153" y="307"/>
                  <a:pt x="153" y="307"/>
                </a:cubicBezTo>
                <a:cubicBezTo>
                  <a:pt x="153" y="307"/>
                  <a:pt x="153" y="307"/>
                  <a:pt x="153" y="307"/>
                </a:cubicBezTo>
                <a:cubicBezTo>
                  <a:pt x="148" y="307"/>
                  <a:pt x="145" y="310"/>
                  <a:pt x="145" y="315"/>
                </a:cubicBezTo>
                <a:cubicBezTo>
                  <a:pt x="145" y="315"/>
                  <a:pt x="145" y="315"/>
                  <a:pt x="145" y="315"/>
                </a:cubicBezTo>
                <a:cubicBezTo>
                  <a:pt x="145" y="326"/>
                  <a:pt x="145" y="326"/>
                  <a:pt x="145" y="326"/>
                </a:cubicBezTo>
                <a:cubicBezTo>
                  <a:pt x="145" y="326"/>
                  <a:pt x="145" y="326"/>
                  <a:pt x="145" y="326"/>
                </a:cubicBezTo>
                <a:cubicBezTo>
                  <a:pt x="145" y="351"/>
                  <a:pt x="145" y="351"/>
                  <a:pt x="145" y="351"/>
                </a:cubicBezTo>
                <a:cubicBezTo>
                  <a:pt x="86" y="351"/>
                  <a:pt x="86" y="351"/>
                  <a:pt x="86" y="351"/>
                </a:cubicBezTo>
                <a:cubicBezTo>
                  <a:pt x="87" y="400"/>
                  <a:pt x="87" y="400"/>
                  <a:pt x="87" y="400"/>
                </a:cubicBezTo>
                <a:cubicBezTo>
                  <a:pt x="103" y="418"/>
                  <a:pt x="103" y="418"/>
                  <a:pt x="103" y="418"/>
                </a:cubicBezTo>
                <a:cubicBezTo>
                  <a:pt x="103" y="451"/>
                  <a:pt x="103" y="451"/>
                  <a:pt x="103" y="451"/>
                </a:cubicBezTo>
                <a:cubicBezTo>
                  <a:pt x="122" y="459"/>
                  <a:pt x="122" y="459"/>
                  <a:pt x="122" y="459"/>
                </a:cubicBezTo>
                <a:cubicBezTo>
                  <a:pt x="122" y="505"/>
                  <a:pt x="122" y="505"/>
                  <a:pt x="122" y="505"/>
                </a:cubicBezTo>
                <a:cubicBezTo>
                  <a:pt x="38" y="520"/>
                  <a:pt x="7" y="539"/>
                  <a:pt x="4" y="540"/>
                </a:cubicBezTo>
                <a:cubicBezTo>
                  <a:pt x="0" y="540"/>
                  <a:pt x="19" y="543"/>
                  <a:pt x="46" y="556"/>
                </a:cubicBezTo>
                <a:cubicBezTo>
                  <a:pt x="80" y="572"/>
                  <a:pt x="76" y="581"/>
                  <a:pt x="76" y="581"/>
                </a:cubicBezTo>
                <a:cubicBezTo>
                  <a:pt x="76" y="581"/>
                  <a:pt x="135" y="543"/>
                  <a:pt x="263" y="520"/>
                </a:cubicBezTo>
                <a:cubicBezTo>
                  <a:pt x="330" y="508"/>
                  <a:pt x="451" y="503"/>
                  <a:pt x="495" y="512"/>
                </a:cubicBezTo>
                <a:cubicBezTo>
                  <a:pt x="495" y="512"/>
                  <a:pt x="461" y="504"/>
                  <a:pt x="413" y="497"/>
                </a:cubicBezTo>
                <a:close/>
              </a:path>
            </a:pathLst>
          </a:custGeom>
          <a:solidFill>
            <a:srgbClr val="003778"/>
          </a:solidFill>
          <a:ln>
            <a:noFill/>
          </a:ln>
        </p:spPr>
        <p:txBody>
          <a:bodyPr vert="horz" wrap="square" lIns="91440" tIns="45720" rIns="91440" bIns="45720" numCol="1" anchor="t" anchorCtr="0" compatLnSpc="1">
            <a:prstTxWarp prst="textNoShape">
              <a:avLst/>
            </a:prstTxWarp>
          </a:bodyPr>
          <a:lstStyle/>
          <a:p>
            <a:endParaRPr lang="zh-CN" altLang="en-US" dirty="0"/>
          </a:p>
        </p:txBody>
      </p:sp>
      <p:cxnSp>
        <p:nvCxnSpPr>
          <p:cNvPr id="16" name="直接连接符 15">
            <a:extLst>
              <a:ext uri="{FF2B5EF4-FFF2-40B4-BE49-F238E27FC236}">
                <a16:creationId xmlns:a16="http://schemas.microsoft.com/office/drawing/2014/main" id="{37B9A614-BC4E-4B23-B9D1-2B209AB0743B}"/>
              </a:ext>
            </a:extLst>
          </p:cNvPr>
          <p:cNvCxnSpPr>
            <a:cxnSpLocks/>
          </p:cNvCxnSpPr>
          <p:nvPr userDrawn="1"/>
        </p:nvCxnSpPr>
        <p:spPr>
          <a:xfrm>
            <a:off x="659130" y="1027048"/>
            <a:ext cx="10864850" cy="0"/>
          </a:xfrm>
          <a:prstGeom prst="line">
            <a:avLst/>
          </a:prstGeom>
          <a:ln cap="rnd">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0" name="组合 9">
            <a:extLst>
              <a:ext uri="{FF2B5EF4-FFF2-40B4-BE49-F238E27FC236}">
                <a16:creationId xmlns:a16="http://schemas.microsoft.com/office/drawing/2014/main" id="{CA55B20A-4598-4B45-8FA8-ABE47E818F9B}"/>
              </a:ext>
            </a:extLst>
          </p:cNvPr>
          <p:cNvGrpSpPr/>
          <p:nvPr userDrawn="1"/>
        </p:nvGrpSpPr>
        <p:grpSpPr>
          <a:xfrm>
            <a:off x="1243080" y="1702820"/>
            <a:ext cx="3038400" cy="2341146"/>
            <a:chOff x="1243693" y="1981257"/>
            <a:chExt cx="3038400" cy="2341146"/>
          </a:xfrm>
        </p:grpSpPr>
        <p:cxnSp>
          <p:nvCxnSpPr>
            <p:cNvPr id="14" name="直接连接符 13">
              <a:extLst>
                <a:ext uri="{FF2B5EF4-FFF2-40B4-BE49-F238E27FC236}">
                  <a16:creationId xmlns:a16="http://schemas.microsoft.com/office/drawing/2014/main" id="{6A948C93-EAEB-4D10-8DB2-E1655D38547C}"/>
                </a:ext>
              </a:extLst>
            </p:cNvPr>
            <p:cNvCxnSpPr>
              <a:cxnSpLocks/>
            </p:cNvCxnSpPr>
            <p:nvPr/>
          </p:nvCxnSpPr>
          <p:spPr>
            <a:xfrm>
              <a:off x="2376714" y="2585247"/>
              <a:ext cx="772358"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5" name="文本框 14">
              <a:extLst>
                <a:ext uri="{FF2B5EF4-FFF2-40B4-BE49-F238E27FC236}">
                  <a16:creationId xmlns:a16="http://schemas.microsoft.com/office/drawing/2014/main" id="{80F16B89-D5A5-4C23-BFB1-1BEA14DE561A}"/>
                </a:ext>
              </a:extLst>
            </p:cNvPr>
            <p:cNvSpPr txBox="1"/>
            <p:nvPr/>
          </p:nvSpPr>
          <p:spPr>
            <a:xfrm>
              <a:off x="2160396" y="1981257"/>
              <a:ext cx="1204995" cy="400110"/>
            </a:xfrm>
            <a:prstGeom prst="rect">
              <a:avLst/>
            </a:prstGeom>
            <a:noFill/>
          </p:spPr>
          <p:txBody>
            <a:bodyPr wrap="square" lIns="90000" rtlCol="0">
              <a:spAutoFit/>
            </a:bodyPr>
            <a:lstStyle/>
            <a:p>
              <a:pPr algn="ctr"/>
              <a:r>
                <a:rPr lang="zh-CN" altLang="en-US" sz="2000" b="1" dirty="0">
                  <a:solidFill>
                    <a:schemeClr val="accent1"/>
                  </a:solidFill>
                  <a:latin typeface="+mj-ea"/>
                  <a:ea typeface="+mj-ea"/>
                </a:rPr>
                <a:t>模板作者</a:t>
              </a:r>
            </a:p>
          </p:txBody>
        </p:sp>
        <p:sp>
          <p:nvSpPr>
            <p:cNvPr id="17" name="文本框 16">
              <a:extLst>
                <a:ext uri="{FF2B5EF4-FFF2-40B4-BE49-F238E27FC236}">
                  <a16:creationId xmlns:a16="http://schemas.microsoft.com/office/drawing/2014/main" id="{7C8FAFED-B307-42DD-A013-5E41E551CA15}"/>
                </a:ext>
              </a:extLst>
            </p:cNvPr>
            <p:cNvSpPr txBox="1"/>
            <p:nvPr/>
          </p:nvSpPr>
          <p:spPr>
            <a:xfrm>
              <a:off x="1243693" y="2823851"/>
              <a:ext cx="3038400" cy="1498552"/>
            </a:xfrm>
            <a:prstGeom prst="rect">
              <a:avLst/>
            </a:prstGeom>
            <a:noFill/>
          </p:spPr>
          <p:txBody>
            <a:bodyPr wrap="square" lIns="90000" rtlCol="0">
              <a:spAutoFit/>
            </a:bodyPr>
            <a:lstStyle/>
            <a:p>
              <a:pPr algn="ctr">
                <a:lnSpc>
                  <a:spcPct val="130000"/>
                </a:lnSpc>
              </a:pPr>
              <a:r>
                <a:rPr lang="zh-CN" altLang="en-US" dirty="0">
                  <a:solidFill>
                    <a:schemeClr val="tx1">
                      <a:lumMod val="85000"/>
                      <a:lumOff val="15000"/>
                    </a:schemeClr>
                  </a:solidFill>
                </a:rPr>
                <a:t>作者：王志浩</a:t>
              </a:r>
              <a:endParaRPr lang="en-US" altLang="zh-CN" dirty="0">
                <a:solidFill>
                  <a:schemeClr val="tx1">
                    <a:lumMod val="85000"/>
                    <a:lumOff val="15000"/>
                  </a:schemeClr>
                </a:solidFill>
              </a:endParaRPr>
            </a:p>
            <a:p>
              <a:pPr algn="ctr">
                <a:lnSpc>
                  <a:spcPct val="130000"/>
                </a:lnSpc>
              </a:pPr>
              <a:r>
                <a:rPr lang="zh-CN" altLang="en-US" dirty="0">
                  <a:solidFill>
                    <a:schemeClr val="tx1">
                      <a:lumMod val="85000"/>
                      <a:lumOff val="15000"/>
                    </a:schemeClr>
                  </a:solidFill>
                </a:rPr>
                <a:t>中国石油大学</a:t>
              </a:r>
              <a:r>
                <a:rPr lang="en-US" altLang="zh-CN" dirty="0">
                  <a:solidFill>
                    <a:schemeClr val="tx1">
                      <a:lumMod val="85000"/>
                      <a:lumOff val="15000"/>
                    </a:schemeClr>
                  </a:solidFill>
                </a:rPr>
                <a:t>(</a:t>
              </a:r>
              <a:r>
                <a:rPr lang="zh-CN" altLang="en-US" dirty="0">
                  <a:solidFill>
                    <a:schemeClr val="tx1">
                      <a:lumMod val="85000"/>
                      <a:lumOff val="15000"/>
                    </a:schemeClr>
                  </a:solidFill>
                </a:rPr>
                <a:t>华东</a:t>
              </a:r>
              <a:r>
                <a:rPr lang="en-US" altLang="zh-CN" dirty="0">
                  <a:solidFill>
                    <a:schemeClr val="tx1">
                      <a:lumMod val="85000"/>
                      <a:lumOff val="15000"/>
                    </a:schemeClr>
                  </a:solidFill>
                </a:rPr>
                <a:t>) </a:t>
              </a:r>
            </a:p>
            <a:p>
              <a:pPr algn="ctr">
                <a:lnSpc>
                  <a:spcPct val="130000"/>
                </a:lnSpc>
              </a:pPr>
              <a:r>
                <a:rPr lang="zh-CN" altLang="en-US" dirty="0">
                  <a:solidFill>
                    <a:schemeClr val="tx1">
                      <a:lumMod val="85000"/>
                      <a:lumOff val="15000"/>
                    </a:schemeClr>
                  </a:solidFill>
                </a:rPr>
                <a:t>计算机科学与技术</a:t>
              </a:r>
              <a:r>
                <a:rPr lang="en-US" altLang="zh-CN" dirty="0">
                  <a:solidFill>
                    <a:schemeClr val="tx1">
                      <a:lumMod val="85000"/>
                      <a:lumOff val="15000"/>
                    </a:schemeClr>
                  </a:solidFill>
                </a:rPr>
                <a:t>(</a:t>
              </a:r>
              <a:r>
                <a:rPr lang="zh-CN" altLang="en-US" dirty="0">
                  <a:solidFill>
                    <a:schemeClr val="tx1">
                      <a:lumMod val="85000"/>
                      <a:lumOff val="15000"/>
                    </a:schemeClr>
                  </a:solidFill>
                </a:rPr>
                <a:t>实验</a:t>
              </a:r>
              <a:r>
                <a:rPr lang="en-US" altLang="zh-CN" dirty="0">
                  <a:solidFill>
                    <a:schemeClr val="tx1">
                      <a:lumMod val="85000"/>
                      <a:lumOff val="15000"/>
                    </a:schemeClr>
                  </a:solidFill>
                </a:rPr>
                <a:t>)</a:t>
              </a:r>
            </a:p>
            <a:p>
              <a:pPr algn="ctr">
                <a:lnSpc>
                  <a:spcPct val="130000"/>
                </a:lnSpc>
              </a:pPr>
              <a:r>
                <a:rPr lang="en-US" altLang="zh-CN" dirty="0">
                  <a:solidFill>
                    <a:schemeClr val="tx1">
                      <a:lumMod val="85000"/>
                      <a:lumOff val="15000"/>
                    </a:schemeClr>
                  </a:solidFill>
                </a:rPr>
                <a:t>2015</a:t>
              </a:r>
              <a:r>
                <a:rPr lang="zh-CN" altLang="en-US" dirty="0">
                  <a:solidFill>
                    <a:schemeClr val="tx1">
                      <a:lumMod val="85000"/>
                      <a:lumOff val="15000"/>
                    </a:schemeClr>
                  </a:solidFill>
                </a:rPr>
                <a:t>级</a:t>
              </a:r>
            </a:p>
          </p:txBody>
        </p:sp>
      </p:grpSp>
      <p:cxnSp>
        <p:nvCxnSpPr>
          <p:cNvPr id="18" name="直接连接符 17">
            <a:extLst>
              <a:ext uri="{FF2B5EF4-FFF2-40B4-BE49-F238E27FC236}">
                <a16:creationId xmlns:a16="http://schemas.microsoft.com/office/drawing/2014/main" id="{A32693B7-3E3E-4A57-9E6A-2D909D169240}"/>
              </a:ext>
            </a:extLst>
          </p:cNvPr>
          <p:cNvCxnSpPr>
            <a:cxnSpLocks/>
          </p:cNvCxnSpPr>
          <p:nvPr userDrawn="1"/>
        </p:nvCxnSpPr>
        <p:spPr>
          <a:xfrm>
            <a:off x="4429140" y="1863214"/>
            <a:ext cx="0" cy="202035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19" name="组合 18">
            <a:extLst>
              <a:ext uri="{FF2B5EF4-FFF2-40B4-BE49-F238E27FC236}">
                <a16:creationId xmlns:a16="http://schemas.microsoft.com/office/drawing/2014/main" id="{3E9B82AC-1ED8-42CD-A976-4B0E6190A349}"/>
              </a:ext>
            </a:extLst>
          </p:cNvPr>
          <p:cNvGrpSpPr/>
          <p:nvPr userDrawn="1"/>
        </p:nvGrpSpPr>
        <p:grpSpPr>
          <a:xfrm>
            <a:off x="4576800" y="1702820"/>
            <a:ext cx="3038400" cy="1981047"/>
            <a:chOff x="4577413" y="1981257"/>
            <a:chExt cx="3038400" cy="1981047"/>
          </a:xfrm>
        </p:grpSpPr>
        <p:cxnSp>
          <p:nvCxnSpPr>
            <p:cNvPr id="20" name="直接连接符 19">
              <a:extLst>
                <a:ext uri="{FF2B5EF4-FFF2-40B4-BE49-F238E27FC236}">
                  <a16:creationId xmlns:a16="http://schemas.microsoft.com/office/drawing/2014/main" id="{571EC9CF-A728-435F-AD70-85A2DAAC3D0E}"/>
                </a:ext>
              </a:extLst>
            </p:cNvPr>
            <p:cNvCxnSpPr>
              <a:cxnSpLocks/>
            </p:cNvCxnSpPr>
            <p:nvPr/>
          </p:nvCxnSpPr>
          <p:spPr>
            <a:xfrm>
              <a:off x="5710434" y="2585247"/>
              <a:ext cx="772358"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21" name="文本框 20">
              <a:extLst>
                <a:ext uri="{FF2B5EF4-FFF2-40B4-BE49-F238E27FC236}">
                  <a16:creationId xmlns:a16="http://schemas.microsoft.com/office/drawing/2014/main" id="{7994B606-91AB-45A3-8EC9-25A812F1C744}"/>
                </a:ext>
              </a:extLst>
            </p:cNvPr>
            <p:cNvSpPr txBox="1"/>
            <p:nvPr/>
          </p:nvSpPr>
          <p:spPr>
            <a:xfrm>
              <a:off x="5494116" y="1981257"/>
              <a:ext cx="1204995" cy="400110"/>
            </a:xfrm>
            <a:prstGeom prst="rect">
              <a:avLst/>
            </a:prstGeom>
            <a:noFill/>
          </p:spPr>
          <p:txBody>
            <a:bodyPr wrap="square" lIns="90000" rtlCol="0">
              <a:spAutoFit/>
            </a:bodyPr>
            <a:lstStyle/>
            <a:p>
              <a:pPr algn="ctr"/>
              <a:r>
                <a:rPr lang="zh-CN" altLang="en-US" sz="2000" b="1" dirty="0">
                  <a:solidFill>
                    <a:schemeClr val="accent1"/>
                  </a:solidFill>
                  <a:latin typeface="+mj-ea"/>
                  <a:ea typeface="+mj-ea"/>
                </a:rPr>
                <a:t>特别感谢</a:t>
              </a:r>
            </a:p>
          </p:txBody>
        </p:sp>
        <p:sp>
          <p:nvSpPr>
            <p:cNvPr id="22" name="文本框 21">
              <a:extLst>
                <a:ext uri="{FF2B5EF4-FFF2-40B4-BE49-F238E27FC236}">
                  <a16:creationId xmlns:a16="http://schemas.microsoft.com/office/drawing/2014/main" id="{95D00589-01B3-4BC6-AAC4-78F4A505D451}"/>
                </a:ext>
              </a:extLst>
            </p:cNvPr>
            <p:cNvSpPr txBox="1"/>
            <p:nvPr/>
          </p:nvSpPr>
          <p:spPr>
            <a:xfrm>
              <a:off x="4577413" y="2823851"/>
              <a:ext cx="3038400" cy="1138453"/>
            </a:xfrm>
            <a:prstGeom prst="rect">
              <a:avLst/>
            </a:prstGeom>
            <a:noFill/>
          </p:spPr>
          <p:txBody>
            <a:bodyPr wrap="square" lIns="90000" rtlCol="0">
              <a:spAutoFit/>
            </a:bodyPr>
            <a:lstStyle/>
            <a:p>
              <a:pPr algn="ctr">
                <a:lnSpc>
                  <a:spcPct val="130000"/>
                </a:lnSpc>
              </a:pPr>
              <a:r>
                <a:rPr lang="zh-CN" altLang="en-US" dirty="0">
                  <a:solidFill>
                    <a:schemeClr val="tx1">
                      <a:lumMod val="85000"/>
                      <a:lumOff val="15000"/>
                    </a:schemeClr>
                  </a:solidFill>
                </a:rPr>
                <a:t>图片素材：</a:t>
              </a:r>
              <a:r>
                <a:rPr lang="en-US" altLang="zh-CN" dirty="0">
                  <a:solidFill>
                    <a:schemeClr val="tx1">
                      <a:lumMod val="85000"/>
                      <a:lumOff val="15000"/>
                    </a:schemeClr>
                  </a:solidFill>
                </a:rPr>
                <a:t>@</a:t>
              </a:r>
              <a:r>
                <a:rPr lang="zh-CN" altLang="en-US" dirty="0">
                  <a:solidFill>
                    <a:schemeClr val="tx1">
                      <a:lumMod val="85000"/>
                      <a:lumOff val="15000"/>
                    </a:schemeClr>
                  </a:solidFill>
                </a:rPr>
                <a:t>图说石大</a:t>
              </a:r>
              <a:endParaRPr lang="en-US" altLang="zh-CN" dirty="0">
                <a:solidFill>
                  <a:schemeClr val="tx1">
                    <a:lumMod val="85000"/>
                    <a:lumOff val="15000"/>
                  </a:schemeClr>
                </a:solidFill>
              </a:endParaRPr>
            </a:p>
            <a:p>
              <a:pPr algn="ctr">
                <a:lnSpc>
                  <a:spcPct val="130000"/>
                </a:lnSpc>
              </a:pPr>
              <a:r>
                <a:rPr lang="zh-CN" altLang="en-US" dirty="0">
                  <a:solidFill>
                    <a:schemeClr val="tx1">
                      <a:lumMod val="85000"/>
                      <a:lumOff val="15000"/>
                    </a:schemeClr>
                  </a:solidFill>
                </a:rPr>
                <a:t>主办方：秋叶</a:t>
              </a:r>
              <a:r>
                <a:rPr lang="en-US" altLang="zh-CN" dirty="0">
                  <a:solidFill>
                    <a:schemeClr val="tx1">
                      <a:lumMod val="85000"/>
                      <a:lumOff val="15000"/>
                    </a:schemeClr>
                  </a:solidFill>
                </a:rPr>
                <a:t>PPT</a:t>
              </a:r>
            </a:p>
            <a:p>
              <a:pPr algn="ctr">
                <a:lnSpc>
                  <a:spcPct val="130000"/>
                </a:lnSpc>
              </a:pPr>
              <a:r>
                <a:rPr lang="zh-CN" altLang="en-US" dirty="0">
                  <a:solidFill>
                    <a:schemeClr val="tx1">
                      <a:lumMod val="85000"/>
                      <a:lumOff val="15000"/>
                    </a:schemeClr>
                  </a:solidFill>
                </a:rPr>
                <a:t>指导老师：老秦、伟崇</a:t>
              </a:r>
            </a:p>
          </p:txBody>
        </p:sp>
      </p:grpSp>
      <p:grpSp>
        <p:nvGrpSpPr>
          <p:cNvPr id="23" name="组合 22">
            <a:extLst>
              <a:ext uri="{FF2B5EF4-FFF2-40B4-BE49-F238E27FC236}">
                <a16:creationId xmlns:a16="http://schemas.microsoft.com/office/drawing/2014/main" id="{5CF7B87C-BE10-495D-8CB5-A6D3424CAA1D}"/>
              </a:ext>
            </a:extLst>
          </p:cNvPr>
          <p:cNvGrpSpPr/>
          <p:nvPr userDrawn="1"/>
        </p:nvGrpSpPr>
        <p:grpSpPr>
          <a:xfrm>
            <a:off x="7910519" y="1702820"/>
            <a:ext cx="3037175" cy="2341146"/>
            <a:chOff x="7911132" y="1981257"/>
            <a:chExt cx="3037175" cy="2341146"/>
          </a:xfrm>
        </p:grpSpPr>
        <p:cxnSp>
          <p:nvCxnSpPr>
            <p:cNvPr id="24" name="直接连接符 23">
              <a:extLst>
                <a:ext uri="{FF2B5EF4-FFF2-40B4-BE49-F238E27FC236}">
                  <a16:creationId xmlns:a16="http://schemas.microsoft.com/office/drawing/2014/main" id="{1CD016F4-00CB-45F4-AB20-03D1C413961A}"/>
                </a:ext>
              </a:extLst>
            </p:cNvPr>
            <p:cNvCxnSpPr>
              <a:cxnSpLocks/>
            </p:cNvCxnSpPr>
            <p:nvPr/>
          </p:nvCxnSpPr>
          <p:spPr>
            <a:xfrm>
              <a:off x="9043540" y="2585247"/>
              <a:ext cx="772358"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25" name="文本框 24">
              <a:extLst>
                <a:ext uri="{FF2B5EF4-FFF2-40B4-BE49-F238E27FC236}">
                  <a16:creationId xmlns:a16="http://schemas.microsoft.com/office/drawing/2014/main" id="{47FA3DF4-10E8-4D21-9940-E108C0700E88}"/>
                </a:ext>
              </a:extLst>
            </p:cNvPr>
            <p:cNvSpPr txBox="1"/>
            <p:nvPr/>
          </p:nvSpPr>
          <p:spPr>
            <a:xfrm>
              <a:off x="8827222" y="1981257"/>
              <a:ext cx="1204995" cy="400110"/>
            </a:xfrm>
            <a:prstGeom prst="rect">
              <a:avLst/>
            </a:prstGeom>
            <a:noFill/>
          </p:spPr>
          <p:txBody>
            <a:bodyPr wrap="square" lIns="90000" rtlCol="0">
              <a:spAutoFit/>
            </a:bodyPr>
            <a:lstStyle/>
            <a:p>
              <a:pPr algn="ctr"/>
              <a:r>
                <a:rPr lang="zh-CN" altLang="en-US" sz="2000" b="1" dirty="0">
                  <a:solidFill>
                    <a:schemeClr val="accent1"/>
                  </a:solidFill>
                  <a:latin typeface="+mj-ea"/>
                  <a:ea typeface="+mj-ea"/>
                </a:rPr>
                <a:t>版权说明</a:t>
              </a:r>
            </a:p>
          </p:txBody>
        </p:sp>
        <p:sp>
          <p:nvSpPr>
            <p:cNvPr id="26" name="文本框 25">
              <a:extLst>
                <a:ext uri="{FF2B5EF4-FFF2-40B4-BE49-F238E27FC236}">
                  <a16:creationId xmlns:a16="http://schemas.microsoft.com/office/drawing/2014/main" id="{F3943D6F-8123-4A79-B73D-FA5608A15BF2}"/>
                </a:ext>
              </a:extLst>
            </p:cNvPr>
            <p:cNvSpPr txBox="1"/>
            <p:nvPr/>
          </p:nvSpPr>
          <p:spPr>
            <a:xfrm>
              <a:off x="7911132" y="2823851"/>
              <a:ext cx="3037175" cy="1498552"/>
            </a:xfrm>
            <a:prstGeom prst="rect">
              <a:avLst/>
            </a:prstGeom>
            <a:noFill/>
          </p:spPr>
          <p:txBody>
            <a:bodyPr wrap="square" lIns="90000" rtlCol="0">
              <a:spAutoFit/>
            </a:bodyPr>
            <a:lstStyle/>
            <a:p>
              <a:pPr algn="ctr">
                <a:lnSpc>
                  <a:spcPct val="130000"/>
                </a:lnSpc>
              </a:pPr>
              <a:r>
                <a:rPr lang="zh-CN" altLang="en-US" dirty="0">
                  <a:solidFill>
                    <a:schemeClr val="tx1">
                      <a:lumMod val="85000"/>
                      <a:lumOff val="15000"/>
                    </a:schemeClr>
                  </a:solidFill>
                </a:rPr>
                <a:t>本套模板为</a:t>
              </a:r>
              <a:r>
                <a:rPr lang="zh-CN" altLang="en-US" b="1" dirty="0">
                  <a:solidFill>
                    <a:schemeClr val="tx1">
                      <a:lumMod val="85000"/>
                      <a:lumOff val="15000"/>
                    </a:schemeClr>
                  </a:solidFill>
                  <a:latin typeface="+mj-ea"/>
                  <a:ea typeface="+mj-ea"/>
                </a:rPr>
                <a:t>公益性质</a:t>
              </a:r>
              <a:endParaRPr lang="en-US" altLang="zh-CN" b="1" dirty="0">
                <a:solidFill>
                  <a:schemeClr val="tx1">
                    <a:lumMod val="85000"/>
                    <a:lumOff val="15000"/>
                  </a:schemeClr>
                </a:solidFill>
                <a:latin typeface="+mj-ea"/>
                <a:ea typeface="+mj-ea"/>
              </a:endParaRPr>
            </a:p>
            <a:p>
              <a:pPr algn="ctr">
                <a:lnSpc>
                  <a:spcPct val="130000"/>
                </a:lnSpc>
              </a:pPr>
              <a:r>
                <a:rPr lang="zh-CN" altLang="en-US" b="1" dirty="0">
                  <a:solidFill>
                    <a:schemeClr val="tx1">
                      <a:lumMod val="85000"/>
                      <a:lumOff val="15000"/>
                    </a:schemeClr>
                  </a:solidFill>
                  <a:latin typeface="+mj-ea"/>
                  <a:ea typeface="+mj-ea"/>
                </a:rPr>
                <a:t>免费</a:t>
              </a:r>
              <a:r>
                <a:rPr lang="zh-CN" altLang="en-US" dirty="0">
                  <a:solidFill>
                    <a:schemeClr val="tx1">
                      <a:lumMod val="85000"/>
                      <a:lumOff val="15000"/>
                    </a:schemeClr>
                  </a:solidFill>
                </a:rPr>
                <a:t>赠与学校师生使用</a:t>
              </a:r>
              <a:endParaRPr lang="en-US" altLang="zh-CN" dirty="0">
                <a:solidFill>
                  <a:schemeClr val="tx1">
                    <a:lumMod val="85000"/>
                    <a:lumOff val="15000"/>
                  </a:schemeClr>
                </a:solidFill>
              </a:endParaRPr>
            </a:p>
            <a:p>
              <a:pPr algn="ctr">
                <a:lnSpc>
                  <a:spcPct val="130000"/>
                </a:lnSpc>
              </a:pPr>
              <a:r>
                <a:rPr lang="zh-CN" altLang="en-US" dirty="0">
                  <a:solidFill>
                    <a:schemeClr val="tx1">
                      <a:lumMod val="85000"/>
                      <a:lumOff val="15000"/>
                    </a:schemeClr>
                  </a:solidFill>
                </a:rPr>
                <a:t>盈利行为请勿相信</a:t>
              </a:r>
              <a:endParaRPr lang="en-US" altLang="zh-CN" dirty="0">
                <a:solidFill>
                  <a:schemeClr val="tx1">
                    <a:lumMod val="85000"/>
                    <a:lumOff val="15000"/>
                  </a:schemeClr>
                </a:solidFill>
              </a:endParaRPr>
            </a:p>
            <a:p>
              <a:pPr algn="ctr">
                <a:lnSpc>
                  <a:spcPct val="130000"/>
                </a:lnSpc>
              </a:pPr>
              <a:r>
                <a:rPr lang="zh-CN" altLang="en-US" dirty="0">
                  <a:solidFill>
                    <a:schemeClr val="tx1">
                      <a:lumMod val="85000"/>
                      <a:lumOff val="15000"/>
                    </a:schemeClr>
                  </a:solidFill>
                </a:rPr>
                <a:t>商用请注意图片和字体版权</a:t>
              </a:r>
            </a:p>
          </p:txBody>
        </p:sp>
      </p:grpSp>
      <p:cxnSp>
        <p:nvCxnSpPr>
          <p:cNvPr id="27" name="直接连接符 26">
            <a:extLst>
              <a:ext uri="{FF2B5EF4-FFF2-40B4-BE49-F238E27FC236}">
                <a16:creationId xmlns:a16="http://schemas.microsoft.com/office/drawing/2014/main" id="{852A774F-77AE-4E40-892A-662B549BD88D}"/>
              </a:ext>
            </a:extLst>
          </p:cNvPr>
          <p:cNvCxnSpPr>
            <a:cxnSpLocks/>
          </p:cNvCxnSpPr>
          <p:nvPr userDrawn="1"/>
        </p:nvCxnSpPr>
        <p:spPr>
          <a:xfrm>
            <a:off x="7762860" y="1863214"/>
            <a:ext cx="0" cy="202035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28" name="组合 27">
            <a:extLst>
              <a:ext uri="{FF2B5EF4-FFF2-40B4-BE49-F238E27FC236}">
                <a16:creationId xmlns:a16="http://schemas.microsoft.com/office/drawing/2014/main" id="{B78A9C43-B1F0-4871-8803-40E61D9245B7}"/>
              </a:ext>
            </a:extLst>
          </p:cNvPr>
          <p:cNvGrpSpPr/>
          <p:nvPr userDrawn="1"/>
        </p:nvGrpSpPr>
        <p:grpSpPr>
          <a:xfrm>
            <a:off x="3179324" y="4339865"/>
            <a:ext cx="6852280" cy="1560741"/>
            <a:chOff x="3179937" y="4561006"/>
            <a:chExt cx="6852280" cy="1560741"/>
          </a:xfrm>
        </p:grpSpPr>
        <p:pic>
          <p:nvPicPr>
            <p:cNvPr id="29" name="图片 28">
              <a:extLst>
                <a:ext uri="{FF2B5EF4-FFF2-40B4-BE49-F238E27FC236}">
                  <a16:creationId xmlns:a16="http://schemas.microsoft.com/office/drawing/2014/main" id="{3BC3CEC8-A8CA-492A-9C53-885E1D31452F}"/>
                </a:ext>
              </a:extLst>
            </p:cNvPr>
            <p:cNvPicPr>
              <a:picLocks noChangeAspect="1"/>
            </p:cNvPicPr>
            <p:nvPr/>
          </p:nvPicPr>
          <p:blipFill rotWithShape="1">
            <a:blip r:embed="rId5">
              <a:extLst>
                <a:ext uri="{28A0092B-C50C-407E-A947-70E740481C1C}">
                  <a14:useLocalDpi xmlns:a14="http://schemas.microsoft.com/office/drawing/2010/main" val="0"/>
                </a:ext>
              </a:extLst>
            </a:blip>
            <a:srcRect b="18818"/>
            <a:stretch/>
          </p:blipFill>
          <p:spPr>
            <a:xfrm>
              <a:off x="3179937" y="4561006"/>
              <a:ext cx="1402932" cy="1560741"/>
            </a:xfrm>
            <a:prstGeom prst="rect">
              <a:avLst/>
            </a:prstGeom>
          </p:spPr>
        </p:pic>
        <p:sp>
          <p:nvSpPr>
            <p:cNvPr id="30" name="文本框 29">
              <a:extLst>
                <a:ext uri="{FF2B5EF4-FFF2-40B4-BE49-F238E27FC236}">
                  <a16:creationId xmlns:a16="http://schemas.microsoft.com/office/drawing/2014/main" id="{454B9E16-CD56-4094-8AB3-69239A0961C2}"/>
                </a:ext>
              </a:extLst>
            </p:cNvPr>
            <p:cNvSpPr txBox="1"/>
            <p:nvPr/>
          </p:nvSpPr>
          <p:spPr>
            <a:xfrm>
              <a:off x="4934551" y="4772150"/>
              <a:ext cx="5097666" cy="1138453"/>
            </a:xfrm>
            <a:prstGeom prst="rect">
              <a:avLst/>
            </a:prstGeom>
            <a:noFill/>
          </p:spPr>
          <p:txBody>
            <a:bodyPr wrap="square" rtlCol="0">
              <a:spAutoFit/>
            </a:bodyPr>
            <a:lstStyle/>
            <a:p>
              <a:pPr>
                <a:lnSpc>
                  <a:spcPct val="130000"/>
                </a:lnSpc>
              </a:pPr>
              <a:r>
                <a:rPr lang="zh-CN" altLang="en-US" dirty="0"/>
                <a:t>有什么想对作者说的吗</a:t>
              </a:r>
              <a:endParaRPr lang="en-US" altLang="zh-CN" dirty="0"/>
            </a:p>
            <a:p>
              <a:pPr>
                <a:lnSpc>
                  <a:spcPct val="130000"/>
                </a:lnSpc>
              </a:pPr>
              <a:r>
                <a:rPr lang="zh-CN" altLang="en-US" dirty="0"/>
                <a:t>对模板还有更好的建议或者使用方面的困惑吗</a:t>
              </a:r>
              <a:endParaRPr lang="en-US" altLang="zh-CN" dirty="0"/>
            </a:p>
            <a:p>
              <a:pPr>
                <a:lnSpc>
                  <a:spcPct val="130000"/>
                </a:lnSpc>
              </a:pPr>
              <a:r>
                <a:rPr lang="zh-CN" altLang="en-US" dirty="0"/>
                <a:t>欢迎加入模板公测</a:t>
              </a:r>
              <a:r>
                <a:rPr lang="en-US" altLang="zh-CN" dirty="0"/>
                <a:t>QQ</a:t>
              </a:r>
              <a:r>
                <a:rPr lang="zh-CN" altLang="en-US" dirty="0"/>
                <a:t>群</a:t>
              </a:r>
              <a:r>
                <a:rPr lang="en-US" altLang="zh-CN" dirty="0"/>
                <a:t>~(</a:t>
              </a:r>
              <a:r>
                <a:rPr lang="zh-CN" altLang="en-US" dirty="0"/>
                <a:t>群号：</a:t>
              </a:r>
              <a:r>
                <a:rPr lang="en-US" altLang="zh-CN" dirty="0"/>
                <a:t>521252309)</a:t>
              </a:r>
              <a:endParaRPr lang="zh-CN" altLang="en-US" dirty="0"/>
            </a:p>
          </p:txBody>
        </p:sp>
      </p:grpSp>
    </p:spTree>
    <p:extLst>
      <p:ext uri="{BB962C8B-B14F-4D97-AF65-F5344CB8AC3E}">
        <p14:creationId xmlns:p14="http://schemas.microsoft.com/office/powerpoint/2010/main" val="17338922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1042332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仅底部">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1BF644C8-485C-464C-9055-7A7425A9AE93}"/>
              </a:ext>
            </a:extLst>
          </p:cNvPr>
          <p:cNvSpPr/>
          <p:nvPr userDrawn="1"/>
        </p:nvSpPr>
        <p:spPr>
          <a:xfrm>
            <a:off x="0" y="0"/>
            <a:ext cx="12192000" cy="6492875"/>
          </a:xfrm>
          <a:prstGeom prst="rect">
            <a:avLst/>
          </a:prstGeom>
          <a:solidFill>
            <a:schemeClr val="bg1">
              <a:alpha val="93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latin typeface="Microsoft YaHei UI" panose="020B0503020204020204" pitchFamily="34" charset="-122"/>
              <a:ea typeface="Microsoft YaHei UI" panose="020B0503020204020204" pitchFamily="34" charset="-122"/>
            </a:endParaRPr>
          </a:p>
        </p:txBody>
      </p:sp>
      <p:sp>
        <p:nvSpPr>
          <p:cNvPr id="7" name="矩形 6">
            <a:extLst>
              <a:ext uri="{FF2B5EF4-FFF2-40B4-BE49-F238E27FC236}">
                <a16:creationId xmlns:a16="http://schemas.microsoft.com/office/drawing/2014/main" id="{EC2C93CA-1026-4279-9CA6-3343633DB369}"/>
              </a:ext>
            </a:extLst>
          </p:cNvPr>
          <p:cNvSpPr/>
          <p:nvPr userDrawn="1"/>
        </p:nvSpPr>
        <p:spPr>
          <a:xfrm>
            <a:off x="0" y="6492875"/>
            <a:ext cx="12192000" cy="365125"/>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a:extLst>
              <a:ext uri="{FF2B5EF4-FFF2-40B4-BE49-F238E27FC236}">
                <a16:creationId xmlns:a16="http://schemas.microsoft.com/office/drawing/2014/main" id="{8DC8C761-9FB6-44CB-A4F6-FA26FEFDF122}"/>
              </a:ext>
            </a:extLst>
          </p:cNvPr>
          <p:cNvPicPr>
            <a:picLocks noChangeAspect="1"/>
          </p:cNvPicPr>
          <p:nvPr userDrawn="1"/>
        </p:nvPicPr>
        <p:blipFill>
          <a:blip r:embed="rId2"/>
          <a:stretch>
            <a:fillRect/>
          </a:stretch>
        </p:blipFill>
        <p:spPr>
          <a:xfrm>
            <a:off x="673100" y="6580054"/>
            <a:ext cx="1330959" cy="203465"/>
          </a:xfrm>
          <a:prstGeom prst="rect">
            <a:avLst/>
          </a:prstGeom>
        </p:spPr>
      </p:pic>
      <p:pic>
        <p:nvPicPr>
          <p:cNvPr id="9" name="图片 8">
            <a:extLst>
              <a:ext uri="{FF2B5EF4-FFF2-40B4-BE49-F238E27FC236}">
                <a16:creationId xmlns:a16="http://schemas.microsoft.com/office/drawing/2014/main" id="{A843333D-8292-4D26-B934-8C4462A814CA}"/>
              </a:ext>
            </a:extLst>
          </p:cNvPr>
          <p:cNvPicPr>
            <a:picLocks noChangeAspect="1"/>
          </p:cNvPicPr>
          <p:nvPr userDrawn="1"/>
        </p:nvPicPr>
        <p:blipFill>
          <a:blip r:embed="rId3"/>
          <a:stretch>
            <a:fillRect/>
          </a:stretch>
        </p:blipFill>
        <p:spPr>
          <a:xfrm>
            <a:off x="8610600" y="6626002"/>
            <a:ext cx="2908300" cy="111568"/>
          </a:xfrm>
          <a:prstGeom prst="rect">
            <a:avLst/>
          </a:prstGeom>
        </p:spPr>
      </p:pic>
    </p:spTree>
    <p:extLst>
      <p:ext uri="{BB962C8B-B14F-4D97-AF65-F5344CB8AC3E}">
        <p14:creationId xmlns:p14="http://schemas.microsoft.com/office/powerpoint/2010/main" val="37903629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一张图片">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40550F8C-09E3-4442-8DC6-E0C639E8B1D8}"/>
              </a:ext>
            </a:extLst>
          </p:cNvPr>
          <p:cNvSpPr/>
          <p:nvPr userDrawn="1"/>
        </p:nvSpPr>
        <p:spPr>
          <a:xfrm>
            <a:off x="0" y="0"/>
            <a:ext cx="12192000" cy="6492875"/>
          </a:xfrm>
          <a:prstGeom prst="rect">
            <a:avLst/>
          </a:prstGeom>
          <a:solidFill>
            <a:schemeClr val="bg1">
              <a:alpha val="93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latin typeface="Microsoft YaHei UI" panose="020B0503020204020204" pitchFamily="34" charset="-122"/>
              <a:ea typeface="Microsoft YaHei UI" panose="020B0503020204020204" pitchFamily="34" charset="-122"/>
            </a:endParaRPr>
          </a:p>
        </p:txBody>
      </p:sp>
      <p:sp>
        <p:nvSpPr>
          <p:cNvPr id="2" name="标题 1">
            <a:extLst>
              <a:ext uri="{FF2B5EF4-FFF2-40B4-BE49-F238E27FC236}">
                <a16:creationId xmlns:a16="http://schemas.microsoft.com/office/drawing/2014/main" id="{F3F78BD0-F462-4621-8C34-D1893B6B97AE}"/>
              </a:ext>
            </a:extLst>
          </p:cNvPr>
          <p:cNvSpPr>
            <a:spLocks noGrp="1"/>
          </p:cNvSpPr>
          <p:nvPr>
            <p:ph type="title"/>
          </p:nvPr>
        </p:nvSpPr>
        <p:spPr>
          <a:xfrm>
            <a:off x="792481" y="574395"/>
            <a:ext cx="7315200" cy="341874"/>
          </a:xfrm>
        </p:spPr>
        <p:txBody>
          <a:bodyPr lIns="0" tIns="0" rIns="0" bIns="0">
            <a:noAutofit/>
          </a:bodyPr>
          <a:lstStyle>
            <a:lvl1pPr>
              <a:defRPr sz="2600" b="1">
                <a:solidFill>
                  <a:schemeClr val="accent1"/>
                </a:solidFill>
              </a:defRPr>
            </a:lvl1pPr>
          </a:lstStyle>
          <a:p>
            <a:r>
              <a:rPr lang="zh-CN" altLang="en-US" dirty="0"/>
              <a:t>单击此处编辑母版标题样式</a:t>
            </a:r>
          </a:p>
        </p:txBody>
      </p:sp>
      <p:sp>
        <p:nvSpPr>
          <p:cNvPr id="7" name="矩形 6">
            <a:extLst>
              <a:ext uri="{FF2B5EF4-FFF2-40B4-BE49-F238E27FC236}">
                <a16:creationId xmlns:a16="http://schemas.microsoft.com/office/drawing/2014/main" id="{273664E7-E6D5-4929-9178-9AD3110374FA}"/>
              </a:ext>
            </a:extLst>
          </p:cNvPr>
          <p:cNvSpPr/>
          <p:nvPr userDrawn="1"/>
        </p:nvSpPr>
        <p:spPr>
          <a:xfrm>
            <a:off x="0" y="6492875"/>
            <a:ext cx="12192000" cy="365125"/>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a:extLst>
              <a:ext uri="{FF2B5EF4-FFF2-40B4-BE49-F238E27FC236}">
                <a16:creationId xmlns:a16="http://schemas.microsoft.com/office/drawing/2014/main" id="{CC1AFDE3-17F7-4C68-81A1-E196F75F6412}"/>
              </a:ext>
            </a:extLst>
          </p:cNvPr>
          <p:cNvPicPr>
            <a:picLocks noChangeAspect="1"/>
          </p:cNvPicPr>
          <p:nvPr userDrawn="1"/>
        </p:nvPicPr>
        <p:blipFill>
          <a:blip r:embed="rId2"/>
          <a:stretch>
            <a:fillRect/>
          </a:stretch>
        </p:blipFill>
        <p:spPr>
          <a:xfrm>
            <a:off x="673100" y="6580054"/>
            <a:ext cx="1330959" cy="203465"/>
          </a:xfrm>
          <a:prstGeom prst="rect">
            <a:avLst/>
          </a:prstGeom>
        </p:spPr>
      </p:pic>
      <p:pic>
        <p:nvPicPr>
          <p:cNvPr id="9" name="图片 8">
            <a:extLst>
              <a:ext uri="{FF2B5EF4-FFF2-40B4-BE49-F238E27FC236}">
                <a16:creationId xmlns:a16="http://schemas.microsoft.com/office/drawing/2014/main" id="{F17405B7-37A0-4A9E-87D3-E7F07F5B2459}"/>
              </a:ext>
            </a:extLst>
          </p:cNvPr>
          <p:cNvPicPr>
            <a:picLocks noChangeAspect="1"/>
          </p:cNvPicPr>
          <p:nvPr userDrawn="1"/>
        </p:nvPicPr>
        <p:blipFill>
          <a:blip r:embed="rId3"/>
          <a:stretch>
            <a:fillRect/>
          </a:stretch>
        </p:blipFill>
        <p:spPr>
          <a:xfrm>
            <a:off x="9997440" y="530517"/>
            <a:ext cx="1521460" cy="380209"/>
          </a:xfrm>
          <a:prstGeom prst="rect">
            <a:avLst/>
          </a:prstGeom>
        </p:spPr>
      </p:pic>
      <p:pic>
        <p:nvPicPr>
          <p:cNvPr id="12" name="图片 11">
            <a:extLst>
              <a:ext uri="{FF2B5EF4-FFF2-40B4-BE49-F238E27FC236}">
                <a16:creationId xmlns:a16="http://schemas.microsoft.com/office/drawing/2014/main" id="{A4F36DF7-8FB7-494A-AB7D-676726F71429}"/>
              </a:ext>
            </a:extLst>
          </p:cNvPr>
          <p:cNvPicPr>
            <a:picLocks noChangeAspect="1"/>
          </p:cNvPicPr>
          <p:nvPr userDrawn="1"/>
        </p:nvPicPr>
        <p:blipFill>
          <a:blip r:embed="rId4"/>
          <a:stretch>
            <a:fillRect/>
          </a:stretch>
        </p:blipFill>
        <p:spPr>
          <a:xfrm>
            <a:off x="8610600" y="6626002"/>
            <a:ext cx="2908300" cy="111568"/>
          </a:xfrm>
          <a:prstGeom prst="rect">
            <a:avLst/>
          </a:prstGeom>
        </p:spPr>
      </p:pic>
      <p:sp>
        <p:nvSpPr>
          <p:cNvPr id="13" name="Freeform 52">
            <a:extLst>
              <a:ext uri="{FF2B5EF4-FFF2-40B4-BE49-F238E27FC236}">
                <a16:creationId xmlns:a16="http://schemas.microsoft.com/office/drawing/2014/main" id="{8C821F99-9CAC-4AF4-A510-C489D83FB6B7}"/>
              </a:ext>
            </a:extLst>
          </p:cNvPr>
          <p:cNvSpPr>
            <a:spLocks noEditPoints="1"/>
          </p:cNvSpPr>
          <p:nvPr userDrawn="1"/>
        </p:nvSpPr>
        <p:spPr bwMode="auto">
          <a:xfrm>
            <a:off x="114520" y="450603"/>
            <a:ext cx="563441" cy="659948"/>
          </a:xfrm>
          <a:custGeom>
            <a:avLst/>
            <a:gdLst>
              <a:gd name="T0" fmla="*/ 342 w 495"/>
              <a:gd name="T1" fmla="*/ 490 h 581"/>
              <a:gd name="T2" fmla="*/ 267 w 495"/>
              <a:gd name="T3" fmla="*/ 393 h 581"/>
              <a:gd name="T4" fmla="*/ 155 w 495"/>
              <a:gd name="T5" fmla="*/ 426 h 581"/>
              <a:gd name="T6" fmla="*/ 159 w 495"/>
              <a:gd name="T7" fmla="*/ 351 h 581"/>
              <a:gd name="T8" fmla="*/ 108 w 495"/>
              <a:gd name="T9" fmla="*/ 266 h 581"/>
              <a:gd name="T10" fmla="*/ 118 w 495"/>
              <a:gd name="T11" fmla="*/ 114 h 581"/>
              <a:gd name="T12" fmla="*/ 157 w 495"/>
              <a:gd name="T13" fmla="*/ 118 h 581"/>
              <a:gd name="T14" fmla="*/ 168 w 495"/>
              <a:gd name="T15" fmla="*/ 129 h 581"/>
              <a:gd name="T16" fmla="*/ 173 w 495"/>
              <a:gd name="T17" fmla="*/ 168 h 581"/>
              <a:gd name="T18" fmla="*/ 68 w 495"/>
              <a:gd name="T19" fmla="*/ 266 h 581"/>
              <a:gd name="T20" fmla="*/ 153 w 495"/>
              <a:gd name="T21" fmla="*/ 111 h 581"/>
              <a:gd name="T22" fmla="*/ 142 w 495"/>
              <a:gd name="T23" fmla="*/ 149 h 581"/>
              <a:gd name="T24" fmla="*/ 181 w 495"/>
              <a:gd name="T25" fmla="*/ 133 h 581"/>
              <a:gd name="T26" fmla="*/ 182 w 495"/>
              <a:gd name="T27" fmla="*/ 47 h 581"/>
              <a:gd name="T28" fmla="*/ 197 w 495"/>
              <a:gd name="T29" fmla="*/ 282 h 581"/>
              <a:gd name="T30" fmla="*/ 199 w 495"/>
              <a:gd name="T31" fmla="*/ 136 h 581"/>
              <a:gd name="T32" fmla="*/ 201 w 495"/>
              <a:gd name="T33" fmla="*/ 5 h 581"/>
              <a:gd name="T34" fmla="*/ 212 w 495"/>
              <a:gd name="T35" fmla="*/ 61 h 581"/>
              <a:gd name="T36" fmla="*/ 256 w 495"/>
              <a:gd name="T37" fmla="*/ 145 h 581"/>
              <a:gd name="T38" fmla="*/ 279 w 495"/>
              <a:gd name="T39" fmla="*/ 84 h 581"/>
              <a:gd name="T40" fmla="*/ 358 w 495"/>
              <a:gd name="T41" fmla="*/ 54 h 581"/>
              <a:gd name="T42" fmla="*/ 412 w 495"/>
              <a:gd name="T43" fmla="*/ 93 h 581"/>
              <a:gd name="T44" fmla="*/ 431 w 495"/>
              <a:gd name="T45" fmla="*/ 95 h 581"/>
              <a:gd name="T46" fmla="*/ 463 w 495"/>
              <a:gd name="T47" fmla="*/ 155 h 581"/>
              <a:gd name="T48" fmla="*/ 222 w 495"/>
              <a:gd name="T49" fmla="*/ 279 h 581"/>
              <a:gd name="T50" fmla="*/ 350 w 495"/>
              <a:gd name="T51" fmla="*/ 257 h 581"/>
              <a:gd name="T52" fmla="*/ 398 w 495"/>
              <a:gd name="T53" fmla="*/ 210 h 581"/>
              <a:gd name="T54" fmla="*/ 407 w 495"/>
              <a:gd name="T55" fmla="*/ 219 h 581"/>
              <a:gd name="T56" fmla="*/ 412 w 495"/>
              <a:gd name="T57" fmla="*/ 451 h 581"/>
              <a:gd name="T58" fmla="*/ 406 w 495"/>
              <a:gd name="T59" fmla="*/ 320 h 581"/>
              <a:gd name="T60" fmla="*/ 469 w 495"/>
              <a:gd name="T61" fmla="*/ 184 h 581"/>
              <a:gd name="T62" fmla="*/ 460 w 495"/>
              <a:gd name="T63" fmla="*/ 233 h 581"/>
              <a:gd name="T64" fmla="*/ 384 w 495"/>
              <a:gd name="T65" fmla="*/ 222 h 581"/>
              <a:gd name="T66" fmla="*/ 421 w 495"/>
              <a:gd name="T67" fmla="*/ 188 h 581"/>
              <a:gd name="T68" fmla="*/ 364 w 495"/>
              <a:gd name="T69" fmla="*/ 225 h 581"/>
              <a:gd name="T70" fmla="*/ 361 w 495"/>
              <a:gd name="T71" fmla="*/ 188 h 581"/>
              <a:gd name="T72" fmla="*/ 387 w 495"/>
              <a:gd name="T73" fmla="*/ 356 h 581"/>
              <a:gd name="T74" fmla="*/ 220 w 495"/>
              <a:gd name="T75" fmla="*/ 351 h 581"/>
              <a:gd name="T76" fmla="*/ 236 w 495"/>
              <a:gd name="T77" fmla="*/ 315 h 581"/>
              <a:gd name="T78" fmla="*/ 207 w 495"/>
              <a:gd name="T79" fmla="*/ 171 h 581"/>
              <a:gd name="T80" fmla="*/ 239 w 495"/>
              <a:gd name="T81" fmla="*/ 166 h 581"/>
              <a:gd name="T82" fmla="*/ 252 w 495"/>
              <a:gd name="T83" fmla="*/ 158 h 581"/>
              <a:gd name="T84" fmla="*/ 270 w 495"/>
              <a:gd name="T85" fmla="*/ 130 h 581"/>
              <a:gd name="T86" fmla="*/ 279 w 495"/>
              <a:gd name="T87" fmla="*/ 100 h 581"/>
              <a:gd name="T88" fmla="*/ 394 w 495"/>
              <a:gd name="T89" fmla="*/ 130 h 581"/>
              <a:gd name="T90" fmla="*/ 438 w 495"/>
              <a:gd name="T91" fmla="*/ 100 h 581"/>
              <a:gd name="T92" fmla="*/ 439 w 495"/>
              <a:gd name="T93" fmla="*/ 153 h 581"/>
              <a:gd name="T94" fmla="*/ 457 w 495"/>
              <a:gd name="T95" fmla="*/ 159 h 581"/>
              <a:gd name="T96" fmla="*/ 475 w 495"/>
              <a:gd name="T97" fmla="*/ 100 h 581"/>
              <a:gd name="T98" fmla="*/ 456 w 495"/>
              <a:gd name="T99" fmla="*/ 80 h 581"/>
              <a:gd name="T100" fmla="*/ 344 w 495"/>
              <a:gd name="T101" fmla="*/ 34 h 581"/>
              <a:gd name="T102" fmla="*/ 207 w 495"/>
              <a:gd name="T103" fmla="*/ 0 h 581"/>
              <a:gd name="T104" fmla="*/ 173 w 495"/>
              <a:gd name="T105" fmla="*/ 7 h 581"/>
              <a:gd name="T106" fmla="*/ 144 w 495"/>
              <a:gd name="T107" fmla="*/ 23 h 581"/>
              <a:gd name="T108" fmla="*/ 122 w 495"/>
              <a:gd name="T109" fmla="*/ 51 h 581"/>
              <a:gd name="T110" fmla="*/ 149 w 495"/>
              <a:gd name="T111" fmla="*/ 82 h 581"/>
              <a:gd name="T112" fmla="*/ 59 w 495"/>
              <a:gd name="T113" fmla="*/ 98 h 581"/>
              <a:gd name="T114" fmla="*/ 108 w 495"/>
              <a:gd name="T115" fmla="*/ 286 h 581"/>
              <a:gd name="T116" fmla="*/ 153 w 495"/>
              <a:gd name="T117" fmla="*/ 307 h 581"/>
              <a:gd name="T118" fmla="*/ 103 w 495"/>
              <a:gd name="T119" fmla="*/ 418 h 581"/>
              <a:gd name="T120" fmla="*/ 495 w 495"/>
              <a:gd name="T121" fmla="*/ 512 h 5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95" h="581">
                <a:moveTo>
                  <a:pt x="370" y="368"/>
                </a:moveTo>
                <a:cubicBezTo>
                  <a:pt x="334" y="361"/>
                  <a:pt x="334" y="361"/>
                  <a:pt x="334" y="361"/>
                </a:cubicBezTo>
                <a:cubicBezTo>
                  <a:pt x="290" y="370"/>
                  <a:pt x="290" y="370"/>
                  <a:pt x="290" y="370"/>
                </a:cubicBezTo>
                <a:cubicBezTo>
                  <a:pt x="299" y="361"/>
                  <a:pt x="299" y="361"/>
                  <a:pt x="299" y="361"/>
                </a:cubicBezTo>
                <a:cubicBezTo>
                  <a:pt x="338" y="349"/>
                  <a:pt x="338" y="349"/>
                  <a:pt x="338" y="349"/>
                </a:cubicBezTo>
                <a:cubicBezTo>
                  <a:pt x="377" y="362"/>
                  <a:pt x="377" y="362"/>
                  <a:pt x="377" y="362"/>
                </a:cubicBezTo>
                <a:lnTo>
                  <a:pt x="370" y="368"/>
                </a:lnTo>
                <a:close/>
                <a:moveTo>
                  <a:pt x="342" y="490"/>
                </a:moveTo>
                <a:cubicBezTo>
                  <a:pt x="338" y="469"/>
                  <a:pt x="338" y="469"/>
                  <a:pt x="338" y="469"/>
                </a:cubicBezTo>
                <a:cubicBezTo>
                  <a:pt x="350" y="422"/>
                  <a:pt x="350" y="422"/>
                  <a:pt x="350" y="422"/>
                </a:cubicBezTo>
                <a:cubicBezTo>
                  <a:pt x="350" y="422"/>
                  <a:pt x="350" y="422"/>
                  <a:pt x="350" y="422"/>
                </a:cubicBezTo>
                <a:cubicBezTo>
                  <a:pt x="350" y="422"/>
                  <a:pt x="350" y="422"/>
                  <a:pt x="350" y="422"/>
                </a:cubicBezTo>
                <a:cubicBezTo>
                  <a:pt x="365" y="420"/>
                  <a:pt x="365" y="420"/>
                  <a:pt x="365" y="420"/>
                </a:cubicBezTo>
                <a:cubicBezTo>
                  <a:pt x="376" y="493"/>
                  <a:pt x="376" y="493"/>
                  <a:pt x="376" y="493"/>
                </a:cubicBezTo>
                <a:cubicBezTo>
                  <a:pt x="365" y="492"/>
                  <a:pt x="354" y="491"/>
                  <a:pt x="342" y="490"/>
                </a:cubicBezTo>
                <a:close/>
                <a:moveTo>
                  <a:pt x="267" y="393"/>
                </a:moveTo>
                <a:cubicBezTo>
                  <a:pt x="300" y="401"/>
                  <a:pt x="300" y="401"/>
                  <a:pt x="300" y="401"/>
                </a:cubicBezTo>
                <a:cubicBezTo>
                  <a:pt x="345" y="384"/>
                  <a:pt x="345" y="384"/>
                  <a:pt x="345" y="384"/>
                </a:cubicBezTo>
                <a:cubicBezTo>
                  <a:pt x="370" y="396"/>
                  <a:pt x="370" y="396"/>
                  <a:pt x="370" y="396"/>
                </a:cubicBezTo>
                <a:cubicBezTo>
                  <a:pt x="345" y="392"/>
                  <a:pt x="345" y="392"/>
                  <a:pt x="345" y="392"/>
                </a:cubicBezTo>
                <a:cubicBezTo>
                  <a:pt x="299" y="409"/>
                  <a:pt x="299" y="409"/>
                  <a:pt x="299" y="409"/>
                </a:cubicBezTo>
                <a:lnTo>
                  <a:pt x="267" y="393"/>
                </a:lnTo>
                <a:close/>
                <a:moveTo>
                  <a:pt x="172" y="472"/>
                </a:moveTo>
                <a:cubicBezTo>
                  <a:pt x="155" y="426"/>
                  <a:pt x="155" y="426"/>
                  <a:pt x="155" y="426"/>
                </a:cubicBezTo>
                <a:cubicBezTo>
                  <a:pt x="132" y="419"/>
                  <a:pt x="132" y="419"/>
                  <a:pt x="132" y="419"/>
                </a:cubicBezTo>
                <a:cubicBezTo>
                  <a:pt x="171" y="407"/>
                  <a:pt x="171" y="407"/>
                  <a:pt x="171" y="407"/>
                </a:cubicBezTo>
                <a:cubicBezTo>
                  <a:pt x="186" y="457"/>
                  <a:pt x="186" y="457"/>
                  <a:pt x="186" y="457"/>
                </a:cubicBezTo>
                <a:cubicBezTo>
                  <a:pt x="278" y="443"/>
                  <a:pt x="278" y="443"/>
                  <a:pt x="278" y="443"/>
                </a:cubicBezTo>
                <a:lnTo>
                  <a:pt x="172" y="472"/>
                </a:lnTo>
                <a:close/>
                <a:moveTo>
                  <a:pt x="155" y="326"/>
                </a:moveTo>
                <a:cubicBezTo>
                  <a:pt x="159" y="326"/>
                  <a:pt x="159" y="326"/>
                  <a:pt x="159" y="326"/>
                </a:cubicBezTo>
                <a:cubicBezTo>
                  <a:pt x="159" y="351"/>
                  <a:pt x="159" y="351"/>
                  <a:pt x="159" y="351"/>
                </a:cubicBezTo>
                <a:cubicBezTo>
                  <a:pt x="155" y="351"/>
                  <a:pt x="155" y="351"/>
                  <a:pt x="155" y="351"/>
                </a:cubicBezTo>
                <a:lnTo>
                  <a:pt x="155" y="326"/>
                </a:lnTo>
                <a:close/>
                <a:moveTo>
                  <a:pt x="164" y="326"/>
                </a:moveTo>
                <a:cubicBezTo>
                  <a:pt x="187" y="326"/>
                  <a:pt x="187" y="326"/>
                  <a:pt x="187" y="326"/>
                </a:cubicBezTo>
                <a:cubicBezTo>
                  <a:pt x="187" y="351"/>
                  <a:pt x="187" y="351"/>
                  <a:pt x="187" y="351"/>
                </a:cubicBezTo>
                <a:cubicBezTo>
                  <a:pt x="164" y="351"/>
                  <a:pt x="164" y="351"/>
                  <a:pt x="164" y="351"/>
                </a:cubicBezTo>
                <a:lnTo>
                  <a:pt x="164" y="326"/>
                </a:lnTo>
                <a:close/>
                <a:moveTo>
                  <a:pt x="108" y="266"/>
                </a:moveTo>
                <a:cubicBezTo>
                  <a:pt x="108" y="266"/>
                  <a:pt x="108" y="266"/>
                  <a:pt x="108" y="266"/>
                </a:cubicBezTo>
                <a:cubicBezTo>
                  <a:pt x="79" y="266"/>
                  <a:pt x="79" y="266"/>
                  <a:pt x="79" y="266"/>
                </a:cubicBezTo>
                <a:cubicBezTo>
                  <a:pt x="79" y="100"/>
                  <a:pt x="79" y="100"/>
                  <a:pt x="79" y="100"/>
                </a:cubicBezTo>
                <a:cubicBezTo>
                  <a:pt x="110" y="100"/>
                  <a:pt x="110" y="100"/>
                  <a:pt x="110" y="100"/>
                </a:cubicBezTo>
                <a:cubicBezTo>
                  <a:pt x="110" y="98"/>
                  <a:pt x="110" y="98"/>
                  <a:pt x="110" y="98"/>
                </a:cubicBezTo>
                <a:cubicBezTo>
                  <a:pt x="149" y="98"/>
                  <a:pt x="149" y="98"/>
                  <a:pt x="149" y="98"/>
                </a:cubicBezTo>
                <a:cubicBezTo>
                  <a:pt x="149" y="99"/>
                  <a:pt x="149" y="100"/>
                  <a:pt x="150" y="101"/>
                </a:cubicBezTo>
                <a:cubicBezTo>
                  <a:pt x="118" y="114"/>
                  <a:pt x="118" y="114"/>
                  <a:pt x="118" y="114"/>
                </a:cubicBezTo>
                <a:cubicBezTo>
                  <a:pt x="117" y="112"/>
                  <a:pt x="117" y="112"/>
                  <a:pt x="117" y="112"/>
                </a:cubicBezTo>
                <a:cubicBezTo>
                  <a:pt x="117" y="112"/>
                  <a:pt x="117" y="112"/>
                  <a:pt x="117" y="112"/>
                </a:cubicBezTo>
                <a:cubicBezTo>
                  <a:pt x="113" y="114"/>
                  <a:pt x="113" y="114"/>
                  <a:pt x="113" y="114"/>
                </a:cubicBezTo>
                <a:cubicBezTo>
                  <a:pt x="120" y="132"/>
                  <a:pt x="120" y="132"/>
                  <a:pt x="120" y="132"/>
                </a:cubicBezTo>
                <a:cubicBezTo>
                  <a:pt x="124" y="130"/>
                  <a:pt x="124" y="130"/>
                  <a:pt x="124" y="130"/>
                </a:cubicBezTo>
                <a:cubicBezTo>
                  <a:pt x="123" y="128"/>
                  <a:pt x="123" y="128"/>
                  <a:pt x="123" y="128"/>
                </a:cubicBezTo>
                <a:cubicBezTo>
                  <a:pt x="155" y="115"/>
                  <a:pt x="155" y="115"/>
                  <a:pt x="155" y="115"/>
                </a:cubicBezTo>
                <a:cubicBezTo>
                  <a:pt x="156" y="116"/>
                  <a:pt x="157" y="117"/>
                  <a:pt x="157" y="118"/>
                </a:cubicBezTo>
                <a:cubicBezTo>
                  <a:pt x="134" y="142"/>
                  <a:pt x="134" y="142"/>
                  <a:pt x="134" y="142"/>
                </a:cubicBezTo>
                <a:cubicBezTo>
                  <a:pt x="132" y="141"/>
                  <a:pt x="132" y="141"/>
                  <a:pt x="132" y="141"/>
                </a:cubicBezTo>
                <a:cubicBezTo>
                  <a:pt x="132" y="141"/>
                  <a:pt x="132" y="141"/>
                  <a:pt x="132" y="141"/>
                </a:cubicBezTo>
                <a:cubicBezTo>
                  <a:pt x="129" y="144"/>
                  <a:pt x="129" y="144"/>
                  <a:pt x="129" y="144"/>
                </a:cubicBezTo>
                <a:cubicBezTo>
                  <a:pt x="143" y="158"/>
                  <a:pt x="143" y="158"/>
                  <a:pt x="143" y="158"/>
                </a:cubicBezTo>
                <a:cubicBezTo>
                  <a:pt x="146" y="155"/>
                  <a:pt x="146" y="155"/>
                  <a:pt x="146" y="155"/>
                </a:cubicBezTo>
                <a:cubicBezTo>
                  <a:pt x="144" y="153"/>
                  <a:pt x="144" y="153"/>
                  <a:pt x="144" y="153"/>
                </a:cubicBezTo>
                <a:cubicBezTo>
                  <a:pt x="168" y="129"/>
                  <a:pt x="168" y="129"/>
                  <a:pt x="168" y="129"/>
                </a:cubicBezTo>
                <a:cubicBezTo>
                  <a:pt x="169" y="130"/>
                  <a:pt x="170" y="131"/>
                  <a:pt x="171" y="131"/>
                </a:cubicBezTo>
                <a:cubicBezTo>
                  <a:pt x="159" y="163"/>
                  <a:pt x="159" y="163"/>
                  <a:pt x="159" y="163"/>
                </a:cubicBezTo>
                <a:cubicBezTo>
                  <a:pt x="157" y="162"/>
                  <a:pt x="157" y="162"/>
                  <a:pt x="157" y="162"/>
                </a:cubicBezTo>
                <a:cubicBezTo>
                  <a:pt x="157" y="162"/>
                  <a:pt x="157" y="162"/>
                  <a:pt x="157" y="162"/>
                </a:cubicBezTo>
                <a:cubicBezTo>
                  <a:pt x="155" y="166"/>
                  <a:pt x="155" y="166"/>
                  <a:pt x="155" y="166"/>
                </a:cubicBezTo>
                <a:cubicBezTo>
                  <a:pt x="173" y="173"/>
                  <a:pt x="173" y="173"/>
                  <a:pt x="173" y="173"/>
                </a:cubicBezTo>
                <a:cubicBezTo>
                  <a:pt x="175" y="169"/>
                  <a:pt x="175" y="169"/>
                  <a:pt x="175" y="169"/>
                </a:cubicBezTo>
                <a:cubicBezTo>
                  <a:pt x="173" y="168"/>
                  <a:pt x="173" y="168"/>
                  <a:pt x="173" y="168"/>
                </a:cubicBezTo>
                <a:cubicBezTo>
                  <a:pt x="185" y="137"/>
                  <a:pt x="185" y="137"/>
                  <a:pt x="185" y="137"/>
                </a:cubicBezTo>
                <a:cubicBezTo>
                  <a:pt x="187" y="137"/>
                  <a:pt x="188" y="138"/>
                  <a:pt x="190" y="138"/>
                </a:cubicBezTo>
                <a:cubicBezTo>
                  <a:pt x="190" y="171"/>
                  <a:pt x="190" y="171"/>
                  <a:pt x="190" y="171"/>
                </a:cubicBezTo>
                <a:cubicBezTo>
                  <a:pt x="187" y="171"/>
                  <a:pt x="187" y="171"/>
                  <a:pt x="187" y="171"/>
                </a:cubicBezTo>
                <a:cubicBezTo>
                  <a:pt x="187" y="266"/>
                  <a:pt x="187" y="266"/>
                  <a:pt x="187" y="266"/>
                </a:cubicBezTo>
                <a:lnTo>
                  <a:pt x="108" y="266"/>
                </a:lnTo>
                <a:close/>
                <a:moveTo>
                  <a:pt x="74" y="266"/>
                </a:moveTo>
                <a:cubicBezTo>
                  <a:pt x="68" y="266"/>
                  <a:pt x="68" y="266"/>
                  <a:pt x="68" y="266"/>
                </a:cubicBezTo>
                <a:cubicBezTo>
                  <a:pt x="68" y="100"/>
                  <a:pt x="68" y="100"/>
                  <a:pt x="68" y="100"/>
                </a:cubicBezTo>
                <a:cubicBezTo>
                  <a:pt x="74" y="100"/>
                  <a:pt x="74" y="100"/>
                  <a:pt x="74" y="100"/>
                </a:cubicBezTo>
                <a:lnTo>
                  <a:pt x="74" y="266"/>
                </a:lnTo>
                <a:close/>
                <a:moveTo>
                  <a:pt x="153" y="111"/>
                </a:moveTo>
                <a:cubicBezTo>
                  <a:pt x="153" y="112"/>
                  <a:pt x="154" y="112"/>
                  <a:pt x="154" y="113"/>
                </a:cubicBezTo>
                <a:cubicBezTo>
                  <a:pt x="125" y="125"/>
                  <a:pt x="125" y="125"/>
                  <a:pt x="125" y="125"/>
                </a:cubicBezTo>
                <a:cubicBezTo>
                  <a:pt x="124" y="123"/>
                  <a:pt x="124" y="123"/>
                  <a:pt x="124" y="123"/>
                </a:cubicBezTo>
                <a:lnTo>
                  <a:pt x="153" y="111"/>
                </a:lnTo>
                <a:close/>
                <a:moveTo>
                  <a:pt x="122" y="57"/>
                </a:moveTo>
                <a:cubicBezTo>
                  <a:pt x="123" y="55"/>
                  <a:pt x="123" y="55"/>
                  <a:pt x="123" y="55"/>
                </a:cubicBezTo>
                <a:cubicBezTo>
                  <a:pt x="156" y="69"/>
                  <a:pt x="156" y="69"/>
                  <a:pt x="156" y="69"/>
                </a:cubicBezTo>
                <a:cubicBezTo>
                  <a:pt x="155" y="70"/>
                  <a:pt x="155" y="70"/>
                  <a:pt x="155" y="70"/>
                </a:cubicBezTo>
                <a:lnTo>
                  <a:pt x="122" y="57"/>
                </a:lnTo>
                <a:close/>
                <a:moveTo>
                  <a:pt x="166" y="124"/>
                </a:moveTo>
                <a:cubicBezTo>
                  <a:pt x="166" y="125"/>
                  <a:pt x="167" y="125"/>
                  <a:pt x="168" y="126"/>
                </a:cubicBezTo>
                <a:cubicBezTo>
                  <a:pt x="142" y="149"/>
                  <a:pt x="142" y="149"/>
                  <a:pt x="142" y="149"/>
                </a:cubicBezTo>
                <a:cubicBezTo>
                  <a:pt x="141" y="148"/>
                  <a:pt x="141" y="148"/>
                  <a:pt x="141" y="148"/>
                </a:cubicBezTo>
                <a:lnTo>
                  <a:pt x="166" y="124"/>
                </a:lnTo>
                <a:close/>
                <a:moveTo>
                  <a:pt x="140" y="29"/>
                </a:moveTo>
                <a:cubicBezTo>
                  <a:pt x="144" y="30"/>
                  <a:pt x="144" y="30"/>
                  <a:pt x="144" y="30"/>
                </a:cubicBezTo>
                <a:cubicBezTo>
                  <a:pt x="168" y="54"/>
                  <a:pt x="168" y="54"/>
                  <a:pt x="168" y="54"/>
                </a:cubicBezTo>
                <a:cubicBezTo>
                  <a:pt x="166" y="56"/>
                  <a:pt x="166" y="56"/>
                  <a:pt x="166" y="56"/>
                </a:cubicBezTo>
                <a:lnTo>
                  <a:pt x="140" y="29"/>
                </a:lnTo>
                <a:close/>
                <a:moveTo>
                  <a:pt x="181" y="133"/>
                </a:moveTo>
                <a:cubicBezTo>
                  <a:pt x="182" y="133"/>
                  <a:pt x="182" y="134"/>
                  <a:pt x="183" y="134"/>
                </a:cubicBezTo>
                <a:cubicBezTo>
                  <a:pt x="170" y="166"/>
                  <a:pt x="170" y="166"/>
                  <a:pt x="170" y="166"/>
                </a:cubicBezTo>
                <a:cubicBezTo>
                  <a:pt x="168" y="165"/>
                  <a:pt x="168" y="165"/>
                  <a:pt x="168" y="165"/>
                </a:cubicBezTo>
                <a:lnTo>
                  <a:pt x="181" y="133"/>
                </a:lnTo>
                <a:close/>
                <a:moveTo>
                  <a:pt x="167" y="10"/>
                </a:moveTo>
                <a:cubicBezTo>
                  <a:pt x="171" y="17"/>
                  <a:pt x="171" y="17"/>
                  <a:pt x="171" y="17"/>
                </a:cubicBezTo>
                <a:cubicBezTo>
                  <a:pt x="185" y="46"/>
                  <a:pt x="185" y="46"/>
                  <a:pt x="185" y="46"/>
                </a:cubicBezTo>
                <a:cubicBezTo>
                  <a:pt x="184" y="46"/>
                  <a:pt x="183" y="47"/>
                  <a:pt x="182" y="47"/>
                </a:cubicBezTo>
                <a:lnTo>
                  <a:pt x="167" y="10"/>
                </a:lnTo>
                <a:close/>
                <a:moveTo>
                  <a:pt x="197" y="323"/>
                </a:moveTo>
                <a:cubicBezTo>
                  <a:pt x="197" y="323"/>
                  <a:pt x="197" y="323"/>
                  <a:pt x="197" y="323"/>
                </a:cubicBezTo>
                <a:cubicBezTo>
                  <a:pt x="201" y="328"/>
                  <a:pt x="201" y="328"/>
                  <a:pt x="201" y="328"/>
                </a:cubicBezTo>
                <a:cubicBezTo>
                  <a:pt x="201" y="351"/>
                  <a:pt x="201" y="351"/>
                  <a:pt x="201" y="351"/>
                </a:cubicBezTo>
                <a:cubicBezTo>
                  <a:pt x="197" y="351"/>
                  <a:pt x="197" y="351"/>
                  <a:pt x="197" y="351"/>
                </a:cubicBezTo>
                <a:lnTo>
                  <a:pt x="197" y="323"/>
                </a:lnTo>
                <a:close/>
                <a:moveTo>
                  <a:pt x="197" y="282"/>
                </a:moveTo>
                <a:cubicBezTo>
                  <a:pt x="197" y="282"/>
                  <a:pt x="197" y="282"/>
                  <a:pt x="197" y="282"/>
                </a:cubicBezTo>
                <a:cubicBezTo>
                  <a:pt x="201" y="287"/>
                  <a:pt x="201" y="287"/>
                  <a:pt x="201" y="287"/>
                </a:cubicBezTo>
                <a:cubicBezTo>
                  <a:pt x="201" y="307"/>
                  <a:pt x="201" y="307"/>
                  <a:pt x="201" y="307"/>
                </a:cubicBezTo>
                <a:cubicBezTo>
                  <a:pt x="197" y="307"/>
                  <a:pt x="197" y="307"/>
                  <a:pt x="197" y="307"/>
                </a:cubicBezTo>
                <a:lnTo>
                  <a:pt x="197" y="282"/>
                </a:lnTo>
                <a:close/>
                <a:moveTo>
                  <a:pt x="197" y="171"/>
                </a:moveTo>
                <a:cubicBezTo>
                  <a:pt x="199" y="171"/>
                  <a:pt x="199" y="171"/>
                  <a:pt x="199" y="171"/>
                </a:cubicBezTo>
                <a:cubicBezTo>
                  <a:pt x="199" y="136"/>
                  <a:pt x="199" y="136"/>
                  <a:pt x="199" y="136"/>
                </a:cubicBezTo>
                <a:cubicBezTo>
                  <a:pt x="200" y="136"/>
                  <a:pt x="201" y="136"/>
                  <a:pt x="201" y="136"/>
                </a:cubicBezTo>
                <a:cubicBezTo>
                  <a:pt x="201" y="171"/>
                  <a:pt x="201" y="171"/>
                  <a:pt x="201" y="171"/>
                </a:cubicBezTo>
                <a:cubicBezTo>
                  <a:pt x="201" y="171"/>
                  <a:pt x="201" y="171"/>
                  <a:pt x="201" y="171"/>
                </a:cubicBezTo>
                <a:cubicBezTo>
                  <a:pt x="201" y="267"/>
                  <a:pt x="201" y="267"/>
                  <a:pt x="201" y="267"/>
                </a:cubicBezTo>
                <a:cubicBezTo>
                  <a:pt x="197" y="267"/>
                  <a:pt x="197" y="267"/>
                  <a:pt x="197" y="267"/>
                </a:cubicBezTo>
                <a:lnTo>
                  <a:pt x="197" y="171"/>
                </a:lnTo>
                <a:close/>
                <a:moveTo>
                  <a:pt x="199" y="5"/>
                </a:moveTo>
                <a:cubicBezTo>
                  <a:pt x="201" y="5"/>
                  <a:pt x="201" y="5"/>
                  <a:pt x="201" y="5"/>
                </a:cubicBezTo>
                <a:cubicBezTo>
                  <a:pt x="201" y="45"/>
                  <a:pt x="201" y="45"/>
                  <a:pt x="201" y="45"/>
                </a:cubicBezTo>
                <a:cubicBezTo>
                  <a:pt x="201" y="45"/>
                  <a:pt x="200" y="45"/>
                  <a:pt x="199" y="44"/>
                </a:cubicBezTo>
                <a:lnTo>
                  <a:pt x="199" y="5"/>
                </a:lnTo>
                <a:close/>
                <a:moveTo>
                  <a:pt x="212" y="61"/>
                </a:moveTo>
                <a:cubicBezTo>
                  <a:pt x="217" y="61"/>
                  <a:pt x="222" y="66"/>
                  <a:pt x="222" y="71"/>
                </a:cubicBezTo>
                <a:cubicBezTo>
                  <a:pt x="222" y="77"/>
                  <a:pt x="217" y="81"/>
                  <a:pt x="212" y="81"/>
                </a:cubicBezTo>
                <a:cubicBezTo>
                  <a:pt x="206" y="81"/>
                  <a:pt x="202" y="77"/>
                  <a:pt x="202" y="71"/>
                </a:cubicBezTo>
                <a:cubicBezTo>
                  <a:pt x="202" y="66"/>
                  <a:pt x="206" y="61"/>
                  <a:pt x="212" y="61"/>
                </a:cubicBezTo>
                <a:close/>
                <a:moveTo>
                  <a:pt x="231" y="164"/>
                </a:moveTo>
                <a:cubicBezTo>
                  <a:pt x="230" y="164"/>
                  <a:pt x="230" y="164"/>
                  <a:pt x="230" y="164"/>
                </a:cubicBezTo>
                <a:cubicBezTo>
                  <a:pt x="217" y="131"/>
                  <a:pt x="217" y="131"/>
                  <a:pt x="217" y="131"/>
                </a:cubicBezTo>
                <a:cubicBezTo>
                  <a:pt x="220" y="130"/>
                  <a:pt x="220" y="130"/>
                  <a:pt x="220" y="130"/>
                </a:cubicBezTo>
                <a:lnTo>
                  <a:pt x="231" y="164"/>
                </a:lnTo>
                <a:close/>
                <a:moveTo>
                  <a:pt x="233" y="119"/>
                </a:moveTo>
                <a:cubicBezTo>
                  <a:pt x="258" y="143"/>
                  <a:pt x="258" y="143"/>
                  <a:pt x="258" y="143"/>
                </a:cubicBezTo>
                <a:cubicBezTo>
                  <a:pt x="256" y="145"/>
                  <a:pt x="256" y="145"/>
                  <a:pt x="256" y="145"/>
                </a:cubicBezTo>
                <a:cubicBezTo>
                  <a:pt x="231" y="120"/>
                  <a:pt x="231" y="120"/>
                  <a:pt x="231" y="120"/>
                </a:cubicBezTo>
                <a:cubicBezTo>
                  <a:pt x="232" y="120"/>
                  <a:pt x="232" y="119"/>
                  <a:pt x="233" y="119"/>
                </a:cubicBezTo>
                <a:close/>
                <a:moveTo>
                  <a:pt x="241" y="103"/>
                </a:moveTo>
                <a:cubicBezTo>
                  <a:pt x="273" y="116"/>
                  <a:pt x="273" y="116"/>
                  <a:pt x="273" y="116"/>
                </a:cubicBezTo>
                <a:cubicBezTo>
                  <a:pt x="272" y="118"/>
                  <a:pt x="272" y="118"/>
                  <a:pt x="272" y="118"/>
                </a:cubicBezTo>
                <a:cubicBezTo>
                  <a:pt x="240" y="104"/>
                  <a:pt x="240" y="104"/>
                  <a:pt x="240" y="104"/>
                </a:cubicBezTo>
                <a:cubicBezTo>
                  <a:pt x="240" y="104"/>
                  <a:pt x="241" y="103"/>
                  <a:pt x="241" y="103"/>
                </a:cubicBezTo>
                <a:close/>
                <a:moveTo>
                  <a:pt x="279" y="84"/>
                </a:moveTo>
                <a:cubicBezTo>
                  <a:pt x="375" y="84"/>
                  <a:pt x="375" y="84"/>
                  <a:pt x="375" y="84"/>
                </a:cubicBezTo>
                <a:cubicBezTo>
                  <a:pt x="375" y="88"/>
                  <a:pt x="375" y="88"/>
                  <a:pt x="375" y="88"/>
                </a:cubicBezTo>
                <a:cubicBezTo>
                  <a:pt x="279" y="88"/>
                  <a:pt x="279" y="88"/>
                  <a:pt x="279" y="88"/>
                </a:cubicBezTo>
                <a:lnTo>
                  <a:pt x="279" y="84"/>
                </a:lnTo>
                <a:close/>
                <a:moveTo>
                  <a:pt x="359" y="55"/>
                </a:moveTo>
                <a:cubicBezTo>
                  <a:pt x="362" y="80"/>
                  <a:pt x="362" y="80"/>
                  <a:pt x="362" y="80"/>
                </a:cubicBezTo>
                <a:cubicBezTo>
                  <a:pt x="360" y="80"/>
                  <a:pt x="360" y="80"/>
                  <a:pt x="360" y="80"/>
                </a:cubicBezTo>
                <a:cubicBezTo>
                  <a:pt x="358" y="54"/>
                  <a:pt x="358" y="54"/>
                  <a:pt x="358" y="54"/>
                </a:cubicBezTo>
                <a:lnTo>
                  <a:pt x="359" y="55"/>
                </a:lnTo>
                <a:close/>
                <a:moveTo>
                  <a:pt x="370" y="67"/>
                </a:moveTo>
                <a:cubicBezTo>
                  <a:pt x="397" y="83"/>
                  <a:pt x="397" y="83"/>
                  <a:pt x="397" y="83"/>
                </a:cubicBezTo>
                <a:cubicBezTo>
                  <a:pt x="397" y="85"/>
                  <a:pt x="397" y="85"/>
                  <a:pt x="397" y="85"/>
                </a:cubicBezTo>
                <a:cubicBezTo>
                  <a:pt x="370" y="72"/>
                  <a:pt x="370" y="72"/>
                  <a:pt x="370" y="72"/>
                </a:cubicBezTo>
                <a:lnTo>
                  <a:pt x="370" y="67"/>
                </a:lnTo>
                <a:close/>
                <a:moveTo>
                  <a:pt x="411" y="89"/>
                </a:moveTo>
                <a:cubicBezTo>
                  <a:pt x="412" y="93"/>
                  <a:pt x="412" y="93"/>
                  <a:pt x="412" y="93"/>
                </a:cubicBezTo>
                <a:cubicBezTo>
                  <a:pt x="382" y="99"/>
                  <a:pt x="382" y="99"/>
                  <a:pt x="382" y="99"/>
                </a:cubicBezTo>
                <a:cubicBezTo>
                  <a:pt x="378" y="97"/>
                  <a:pt x="378" y="97"/>
                  <a:pt x="378" y="97"/>
                </a:cubicBezTo>
                <a:lnTo>
                  <a:pt x="411" y="89"/>
                </a:lnTo>
                <a:close/>
                <a:moveTo>
                  <a:pt x="431" y="95"/>
                </a:moveTo>
                <a:cubicBezTo>
                  <a:pt x="403" y="130"/>
                  <a:pt x="403" y="130"/>
                  <a:pt x="403" y="130"/>
                </a:cubicBezTo>
                <a:cubicBezTo>
                  <a:pt x="400" y="127"/>
                  <a:pt x="400" y="127"/>
                  <a:pt x="400" y="127"/>
                </a:cubicBezTo>
                <a:cubicBezTo>
                  <a:pt x="428" y="91"/>
                  <a:pt x="428" y="91"/>
                  <a:pt x="428" y="91"/>
                </a:cubicBezTo>
                <a:lnTo>
                  <a:pt x="431" y="95"/>
                </a:lnTo>
                <a:close/>
                <a:moveTo>
                  <a:pt x="447" y="98"/>
                </a:moveTo>
                <a:cubicBezTo>
                  <a:pt x="432" y="144"/>
                  <a:pt x="432" y="144"/>
                  <a:pt x="432" y="144"/>
                </a:cubicBezTo>
                <a:cubicBezTo>
                  <a:pt x="430" y="143"/>
                  <a:pt x="430" y="143"/>
                  <a:pt x="430" y="143"/>
                </a:cubicBezTo>
                <a:cubicBezTo>
                  <a:pt x="445" y="96"/>
                  <a:pt x="445" y="96"/>
                  <a:pt x="445" y="96"/>
                </a:cubicBezTo>
                <a:lnTo>
                  <a:pt x="447" y="98"/>
                </a:lnTo>
                <a:close/>
                <a:moveTo>
                  <a:pt x="461" y="95"/>
                </a:moveTo>
                <a:cubicBezTo>
                  <a:pt x="463" y="95"/>
                  <a:pt x="463" y="95"/>
                  <a:pt x="463" y="95"/>
                </a:cubicBezTo>
                <a:cubicBezTo>
                  <a:pt x="463" y="155"/>
                  <a:pt x="463" y="155"/>
                  <a:pt x="463" y="155"/>
                </a:cubicBezTo>
                <a:cubicBezTo>
                  <a:pt x="461" y="155"/>
                  <a:pt x="461" y="155"/>
                  <a:pt x="461" y="155"/>
                </a:cubicBezTo>
                <a:lnTo>
                  <a:pt x="461" y="95"/>
                </a:lnTo>
                <a:close/>
                <a:moveTo>
                  <a:pt x="207" y="286"/>
                </a:moveTo>
                <a:cubicBezTo>
                  <a:pt x="217" y="286"/>
                  <a:pt x="217" y="286"/>
                  <a:pt x="217" y="286"/>
                </a:cubicBezTo>
                <a:cubicBezTo>
                  <a:pt x="217" y="307"/>
                  <a:pt x="217" y="307"/>
                  <a:pt x="217" y="307"/>
                </a:cubicBezTo>
                <a:cubicBezTo>
                  <a:pt x="207" y="307"/>
                  <a:pt x="207" y="307"/>
                  <a:pt x="207" y="307"/>
                </a:cubicBezTo>
                <a:lnTo>
                  <a:pt x="207" y="286"/>
                </a:lnTo>
                <a:close/>
                <a:moveTo>
                  <a:pt x="222" y="279"/>
                </a:moveTo>
                <a:cubicBezTo>
                  <a:pt x="226" y="276"/>
                  <a:pt x="226" y="276"/>
                  <a:pt x="226" y="276"/>
                </a:cubicBezTo>
                <a:cubicBezTo>
                  <a:pt x="226" y="311"/>
                  <a:pt x="226" y="311"/>
                  <a:pt x="226" y="311"/>
                </a:cubicBezTo>
                <a:cubicBezTo>
                  <a:pt x="222" y="309"/>
                  <a:pt x="222" y="309"/>
                  <a:pt x="222" y="309"/>
                </a:cubicBezTo>
                <a:lnTo>
                  <a:pt x="222" y="279"/>
                </a:lnTo>
                <a:close/>
                <a:moveTo>
                  <a:pt x="345" y="260"/>
                </a:moveTo>
                <a:cubicBezTo>
                  <a:pt x="345" y="236"/>
                  <a:pt x="345" y="236"/>
                  <a:pt x="345" y="236"/>
                </a:cubicBezTo>
                <a:cubicBezTo>
                  <a:pt x="348" y="236"/>
                  <a:pt x="348" y="236"/>
                  <a:pt x="348" y="236"/>
                </a:cubicBezTo>
                <a:cubicBezTo>
                  <a:pt x="350" y="257"/>
                  <a:pt x="350" y="257"/>
                  <a:pt x="350" y="257"/>
                </a:cubicBezTo>
                <a:cubicBezTo>
                  <a:pt x="365" y="285"/>
                  <a:pt x="365" y="285"/>
                  <a:pt x="365" y="285"/>
                </a:cubicBezTo>
                <a:lnTo>
                  <a:pt x="345" y="260"/>
                </a:lnTo>
                <a:close/>
                <a:moveTo>
                  <a:pt x="397" y="192"/>
                </a:moveTo>
                <a:cubicBezTo>
                  <a:pt x="397" y="182"/>
                  <a:pt x="397" y="182"/>
                  <a:pt x="397" y="182"/>
                </a:cubicBezTo>
                <a:cubicBezTo>
                  <a:pt x="401" y="182"/>
                  <a:pt x="401" y="182"/>
                  <a:pt x="401" y="182"/>
                </a:cubicBezTo>
                <a:cubicBezTo>
                  <a:pt x="409" y="190"/>
                  <a:pt x="409" y="190"/>
                  <a:pt x="409" y="190"/>
                </a:cubicBezTo>
                <a:cubicBezTo>
                  <a:pt x="407" y="204"/>
                  <a:pt x="407" y="204"/>
                  <a:pt x="407" y="204"/>
                </a:cubicBezTo>
                <a:cubicBezTo>
                  <a:pt x="398" y="210"/>
                  <a:pt x="398" y="210"/>
                  <a:pt x="398" y="210"/>
                </a:cubicBezTo>
                <a:cubicBezTo>
                  <a:pt x="395" y="210"/>
                  <a:pt x="395" y="210"/>
                  <a:pt x="395" y="210"/>
                </a:cubicBezTo>
                <a:cubicBezTo>
                  <a:pt x="395" y="203"/>
                  <a:pt x="395" y="203"/>
                  <a:pt x="395" y="203"/>
                </a:cubicBezTo>
                <a:cubicBezTo>
                  <a:pt x="400" y="203"/>
                  <a:pt x="400" y="203"/>
                  <a:pt x="400" y="203"/>
                </a:cubicBezTo>
                <a:cubicBezTo>
                  <a:pt x="400" y="201"/>
                  <a:pt x="400" y="201"/>
                  <a:pt x="400" y="201"/>
                </a:cubicBezTo>
                <a:cubicBezTo>
                  <a:pt x="395" y="201"/>
                  <a:pt x="395" y="201"/>
                  <a:pt x="395" y="201"/>
                </a:cubicBezTo>
                <a:cubicBezTo>
                  <a:pt x="395" y="192"/>
                  <a:pt x="395" y="192"/>
                  <a:pt x="395" y="192"/>
                </a:cubicBezTo>
                <a:lnTo>
                  <a:pt x="397" y="192"/>
                </a:lnTo>
                <a:close/>
                <a:moveTo>
                  <a:pt x="407" y="219"/>
                </a:moveTo>
                <a:cubicBezTo>
                  <a:pt x="401" y="219"/>
                  <a:pt x="401" y="219"/>
                  <a:pt x="401" y="219"/>
                </a:cubicBezTo>
                <a:cubicBezTo>
                  <a:pt x="401" y="212"/>
                  <a:pt x="401" y="212"/>
                  <a:pt x="401" y="212"/>
                </a:cubicBezTo>
                <a:cubicBezTo>
                  <a:pt x="412" y="206"/>
                  <a:pt x="412" y="206"/>
                  <a:pt x="412" y="206"/>
                </a:cubicBezTo>
                <a:lnTo>
                  <a:pt x="407" y="219"/>
                </a:lnTo>
                <a:close/>
                <a:moveTo>
                  <a:pt x="413" y="497"/>
                </a:moveTo>
                <a:cubicBezTo>
                  <a:pt x="426" y="428"/>
                  <a:pt x="426" y="428"/>
                  <a:pt x="426" y="428"/>
                </a:cubicBezTo>
                <a:cubicBezTo>
                  <a:pt x="423" y="403"/>
                  <a:pt x="423" y="403"/>
                  <a:pt x="423" y="403"/>
                </a:cubicBezTo>
                <a:cubicBezTo>
                  <a:pt x="412" y="451"/>
                  <a:pt x="412" y="451"/>
                  <a:pt x="412" y="451"/>
                </a:cubicBezTo>
                <a:cubicBezTo>
                  <a:pt x="406" y="451"/>
                  <a:pt x="406" y="451"/>
                  <a:pt x="406" y="451"/>
                </a:cubicBezTo>
                <a:cubicBezTo>
                  <a:pt x="406" y="408"/>
                  <a:pt x="406" y="408"/>
                  <a:pt x="406" y="408"/>
                </a:cubicBezTo>
                <a:cubicBezTo>
                  <a:pt x="424" y="395"/>
                  <a:pt x="424" y="395"/>
                  <a:pt x="424" y="395"/>
                </a:cubicBezTo>
                <a:cubicBezTo>
                  <a:pt x="433" y="320"/>
                  <a:pt x="433" y="320"/>
                  <a:pt x="433" y="320"/>
                </a:cubicBezTo>
                <a:cubicBezTo>
                  <a:pt x="398" y="400"/>
                  <a:pt x="398" y="400"/>
                  <a:pt x="398" y="400"/>
                </a:cubicBezTo>
                <a:cubicBezTo>
                  <a:pt x="395" y="400"/>
                  <a:pt x="395" y="400"/>
                  <a:pt x="395" y="400"/>
                </a:cubicBezTo>
                <a:cubicBezTo>
                  <a:pt x="395" y="351"/>
                  <a:pt x="395" y="351"/>
                  <a:pt x="395" y="351"/>
                </a:cubicBezTo>
                <a:cubicBezTo>
                  <a:pt x="406" y="320"/>
                  <a:pt x="406" y="320"/>
                  <a:pt x="406" y="320"/>
                </a:cubicBezTo>
                <a:cubicBezTo>
                  <a:pt x="385" y="302"/>
                  <a:pt x="385" y="302"/>
                  <a:pt x="385" y="302"/>
                </a:cubicBezTo>
                <a:cubicBezTo>
                  <a:pt x="406" y="280"/>
                  <a:pt x="406" y="280"/>
                  <a:pt x="406" y="280"/>
                </a:cubicBezTo>
                <a:cubicBezTo>
                  <a:pt x="413" y="284"/>
                  <a:pt x="413" y="284"/>
                  <a:pt x="413" y="284"/>
                </a:cubicBezTo>
                <a:cubicBezTo>
                  <a:pt x="404" y="301"/>
                  <a:pt x="404" y="301"/>
                  <a:pt x="404" y="301"/>
                </a:cubicBezTo>
                <a:cubicBezTo>
                  <a:pt x="425" y="319"/>
                  <a:pt x="425" y="319"/>
                  <a:pt x="425" y="319"/>
                </a:cubicBezTo>
                <a:cubicBezTo>
                  <a:pt x="456" y="296"/>
                  <a:pt x="456" y="296"/>
                  <a:pt x="456" y="296"/>
                </a:cubicBezTo>
                <a:cubicBezTo>
                  <a:pt x="478" y="218"/>
                  <a:pt x="478" y="218"/>
                  <a:pt x="478" y="218"/>
                </a:cubicBezTo>
                <a:cubicBezTo>
                  <a:pt x="469" y="184"/>
                  <a:pt x="469" y="184"/>
                  <a:pt x="469" y="184"/>
                </a:cubicBezTo>
                <a:cubicBezTo>
                  <a:pt x="482" y="173"/>
                  <a:pt x="482" y="173"/>
                  <a:pt x="482" y="173"/>
                </a:cubicBezTo>
                <a:cubicBezTo>
                  <a:pt x="486" y="167"/>
                  <a:pt x="486" y="167"/>
                  <a:pt x="486" y="167"/>
                </a:cubicBezTo>
                <a:cubicBezTo>
                  <a:pt x="485" y="167"/>
                  <a:pt x="485" y="167"/>
                  <a:pt x="485" y="167"/>
                </a:cubicBezTo>
                <a:cubicBezTo>
                  <a:pt x="485" y="167"/>
                  <a:pt x="485" y="167"/>
                  <a:pt x="485" y="167"/>
                </a:cubicBezTo>
                <a:cubicBezTo>
                  <a:pt x="462" y="176"/>
                  <a:pt x="462" y="176"/>
                  <a:pt x="462" y="176"/>
                </a:cubicBezTo>
                <a:cubicBezTo>
                  <a:pt x="457" y="226"/>
                  <a:pt x="457" y="226"/>
                  <a:pt x="457" y="226"/>
                </a:cubicBezTo>
                <a:cubicBezTo>
                  <a:pt x="417" y="228"/>
                  <a:pt x="417" y="228"/>
                  <a:pt x="417" y="228"/>
                </a:cubicBezTo>
                <a:cubicBezTo>
                  <a:pt x="460" y="233"/>
                  <a:pt x="460" y="233"/>
                  <a:pt x="460" y="233"/>
                </a:cubicBezTo>
                <a:cubicBezTo>
                  <a:pt x="416" y="240"/>
                  <a:pt x="416" y="240"/>
                  <a:pt x="416" y="240"/>
                </a:cubicBezTo>
                <a:cubicBezTo>
                  <a:pt x="421" y="255"/>
                  <a:pt x="421" y="255"/>
                  <a:pt x="421" y="255"/>
                </a:cubicBezTo>
                <a:cubicBezTo>
                  <a:pt x="413" y="265"/>
                  <a:pt x="413" y="265"/>
                  <a:pt x="413" y="265"/>
                </a:cubicBezTo>
                <a:cubicBezTo>
                  <a:pt x="394" y="257"/>
                  <a:pt x="394" y="257"/>
                  <a:pt x="394" y="257"/>
                </a:cubicBezTo>
                <a:cubicBezTo>
                  <a:pt x="377" y="266"/>
                  <a:pt x="377" y="266"/>
                  <a:pt x="377" y="266"/>
                </a:cubicBezTo>
                <a:cubicBezTo>
                  <a:pt x="368" y="256"/>
                  <a:pt x="368" y="256"/>
                  <a:pt x="368" y="256"/>
                </a:cubicBezTo>
                <a:cubicBezTo>
                  <a:pt x="379" y="222"/>
                  <a:pt x="379" y="222"/>
                  <a:pt x="379" y="222"/>
                </a:cubicBezTo>
                <a:cubicBezTo>
                  <a:pt x="384" y="222"/>
                  <a:pt x="384" y="222"/>
                  <a:pt x="384" y="222"/>
                </a:cubicBezTo>
                <a:cubicBezTo>
                  <a:pt x="387" y="251"/>
                  <a:pt x="387" y="251"/>
                  <a:pt x="387" y="251"/>
                </a:cubicBezTo>
                <a:cubicBezTo>
                  <a:pt x="394" y="230"/>
                  <a:pt x="394" y="230"/>
                  <a:pt x="394" y="230"/>
                </a:cubicBezTo>
                <a:cubicBezTo>
                  <a:pt x="411" y="231"/>
                  <a:pt x="411" y="231"/>
                  <a:pt x="411" y="231"/>
                </a:cubicBezTo>
                <a:cubicBezTo>
                  <a:pt x="404" y="228"/>
                  <a:pt x="404" y="228"/>
                  <a:pt x="404" y="228"/>
                </a:cubicBezTo>
                <a:cubicBezTo>
                  <a:pt x="415" y="227"/>
                  <a:pt x="415" y="227"/>
                  <a:pt x="415" y="227"/>
                </a:cubicBezTo>
                <a:cubicBezTo>
                  <a:pt x="412" y="220"/>
                  <a:pt x="412" y="220"/>
                  <a:pt x="412" y="220"/>
                </a:cubicBezTo>
                <a:cubicBezTo>
                  <a:pt x="418" y="210"/>
                  <a:pt x="418" y="210"/>
                  <a:pt x="418" y="210"/>
                </a:cubicBezTo>
                <a:cubicBezTo>
                  <a:pt x="421" y="188"/>
                  <a:pt x="421" y="188"/>
                  <a:pt x="421" y="188"/>
                </a:cubicBezTo>
                <a:cubicBezTo>
                  <a:pt x="406" y="175"/>
                  <a:pt x="406" y="175"/>
                  <a:pt x="406" y="175"/>
                </a:cubicBezTo>
                <a:cubicBezTo>
                  <a:pt x="394" y="176"/>
                  <a:pt x="394" y="176"/>
                  <a:pt x="394" y="176"/>
                </a:cubicBezTo>
                <a:cubicBezTo>
                  <a:pt x="384" y="184"/>
                  <a:pt x="384" y="184"/>
                  <a:pt x="384" y="184"/>
                </a:cubicBezTo>
                <a:cubicBezTo>
                  <a:pt x="381" y="122"/>
                  <a:pt x="381" y="122"/>
                  <a:pt x="381" y="122"/>
                </a:cubicBezTo>
                <a:cubicBezTo>
                  <a:pt x="378" y="118"/>
                  <a:pt x="378" y="118"/>
                  <a:pt x="378" y="118"/>
                </a:cubicBezTo>
                <a:cubicBezTo>
                  <a:pt x="375" y="221"/>
                  <a:pt x="375" y="221"/>
                  <a:pt x="375" y="221"/>
                </a:cubicBezTo>
                <a:cubicBezTo>
                  <a:pt x="367" y="233"/>
                  <a:pt x="367" y="233"/>
                  <a:pt x="367" y="233"/>
                </a:cubicBezTo>
                <a:cubicBezTo>
                  <a:pt x="367" y="233"/>
                  <a:pt x="366" y="232"/>
                  <a:pt x="364" y="225"/>
                </a:cubicBezTo>
                <a:cubicBezTo>
                  <a:pt x="362" y="218"/>
                  <a:pt x="365" y="200"/>
                  <a:pt x="365" y="200"/>
                </a:cubicBezTo>
                <a:cubicBezTo>
                  <a:pt x="373" y="120"/>
                  <a:pt x="373" y="120"/>
                  <a:pt x="373" y="120"/>
                </a:cubicBezTo>
                <a:cubicBezTo>
                  <a:pt x="367" y="127"/>
                  <a:pt x="367" y="127"/>
                  <a:pt x="367" y="127"/>
                </a:cubicBezTo>
                <a:cubicBezTo>
                  <a:pt x="363" y="176"/>
                  <a:pt x="363" y="176"/>
                  <a:pt x="363" y="176"/>
                </a:cubicBezTo>
                <a:cubicBezTo>
                  <a:pt x="345" y="189"/>
                  <a:pt x="345" y="189"/>
                  <a:pt x="345" y="189"/>
                </a:cubicBezTo>
                <a:cubicBezTo>
                  <a:pt x="340" y="215"/>
                  <a:pt x="340" y="215"/>
                  <a:pt x="340" y="215"/>
                </a:cubicBezTo>
                <a:cubicBezTo>
                  <a:pt x="347" y="195"/>
                  <a:pt x="347" y="195"/>
                  <a:pt x="347" y="195"/>
                </a:cubicBezTo>
                <a:cubicBezTo>
                  <a:pt x="361" y="188"/>
                  <a:pt x="361" y="188"/>
                  <a:pt x="361" y="188"/>
                </a:cubicBezTo>
                <a:cubicBezTo>
                  <a:pt x="359" y="201"/>
                  <a:pt x="359" y="201"/>
                  <a:pt x="359" y="201"/>
                </a:cubicBezTo>
                <a:cubicBezTo>
                  <a:pt x="350" y="207"/>
                  <a:pt x="350" y="207"/>
                  <a:pt x="350" y="207"/>
                </a:cubicBezTo>
                <a:cubicBezTo>
                  <a:pt x="332" y="230"/>
                  <a:pt x="332" y="230"/>
                  <a:pt x="332" y="230"/>
                </a:cubicBezTo>
                <a:cubicBezTo>
                  <a:pt x="330" y="270"/>
                  <a:pt x="330" y="270"/>
                  <a:pt x="330" y="270"/>
                </a:cubicBezTo>
                <a:cubicBezTo>
                  <a:pt x="370" y="304"/>
                  <a:pt x="370" y="304"/>
                  <a:pt x="370" y="304"/>
                </a:cubicBezTo>
                <a:cubicBezTo>
                  <a:pt x="361" y="327"/>
                  <a:pt x="361" y="327"/>
                  <a:pt x="361" y="327"/>
                </a:cubicBezTo>
                <a:cubicBezTo>
                  <a:pt x="394" y="351"/>
                  <a:pt x="394" y="351"/>
                  <a:pt x="394" y="351"/>
                </a:cubicBezTo>
                <a:cubicBezTo>
                  <a:pt x="387" y="356"/>
                  <a:pt x="387" y="356"/>
                  <a:pt x="387" y="356"/>
                </a:cubicBezTo>
                <a:cubicBezTo>
                  <a:pt x="350" y="337"/>
                  <a:pt x="350" y="337"/>
                  <a:pt x="350" y="337"/>
                </a:cubicBezTo>
                <a:cubicBezTo>
                  <a:pt x="361" y="327"/>
                  <a:pt x="361" y="327"/>
                  <a:pt x="361" y="327"/>
                </a:cubicBezTo>
                <a:cubicBezTo>
                  <a:pt x="290" y="318"/>
                  <a:pt x="290" y="318"/>
                  <a:pt x="290" y="318"/>
                </a:cubicBezTo>
                <a:cubicBezTo>
                  <a:pt x="253" y="336"/>
                  <a:pt x="253" y="336"/>
                  <a:pt x="253" y="336"/>
                </a:cubicBezTo>
                <a:cubicBezTo>
                  <a:pt x="253" y="350"/>
                  <a:pt x="253" y="350"/>
                  <a:pt x="253" y="350"/>
                </a:cubicBezTo>
                <a:cubicBezTo>
                  <a:pt x="253" y="367"/>
                  <a:pt x="253" y="367"/>
                  <a:pt x="253" y="367"/>
                </a:cubicBezTo>
                <a:cubicBezTo>
                  <a:pt x="229" y="367"/>
                  <a:pt x="229" y="367"/>
                  <a:pt x="229" y="367"/>
                </a:cubicBezTo>
                <a:cubicBezTo>
                  <a:pt x="220" y="351"/>
                  <a:pt x="220" y="351"/>
                  <a:pt x="220" y="351"/>
                </a:cubicBezTo>
                <a:cubicBezTo>
                  <a:pt x="207" y="351"/>
                  <a:pt x="207" y="351"/>
                  <a:pt x="207" y="351"/>
                </a:cubicBezTo>
                <a:cubicBezTo>
                  <a:pt x="207" y="326"/>
                  <a:pt x="207" y="326"/>
                  <a:pt x="207" y="326"/>
                </a:cubicBezTo>
                <a:cubicBezTo>
                  <a:pt x="227" y="326"/>
                  <a:pt x="227" y="326"/>
                  <a:pt x="227" y="326"/>
                </a:cubicBezTo>
                <a:cubicBezTo>
                  <a:pt x="227" y="326"/>
                  <a:pt x="227" y="326"/>
                  <a:pt x="227" y="326"/>
                </a:cubicBezTo>
                <a:cubicBezTo>
                  <a:pt x="232" y="326"/>
                  <a:pt x="235" y="323"/>
                  <a:pt x="235" y="318"/>
                </a:cubicBezTo>
                <a:cubicBezTo>
                  <a:pt x="235" y="318"/>
                  <a:pt x="235" y="318"/>
                  <a:pt x="235" y="318"/>
                </a:cubicBezTo>
                <a:cubicBezTo>
                  <a:pt x="235" y="315"/>
                  <a:pt x="235" y="315"/>
                  <a:pt x="235" y="315"/>
                </a:cubicBezTo>
                <a:cubicBezTo>
                  <a:pt x="236" y="315"/>
                  <a:pt x="236" y="315"/>
                  <a:pt x="236" y="315"/>
                </a:cubicBezTo>
                <a:cubicBezTo>
                  <a:pt x="236" y="286"/>
                  <a:pt x="236" y="286"/>
                  <a:pt x="236" y="286"/>
                </a:cubicBezTo>
                <a:cubicBezTo>
                  <a:pt x="236" y="286"/>
                  <a:pt x="236" y="286"/>
                  <a:pt x="236" y="286"/>
                </a:cubicBezTo>
                <a:cubicBezTo>
                  <a:pt x="236" y="275"/>
                  <a:pt x="236" y="275"/>
                  <a:pt x="236" y="275"/>
                </a:cubicBezTo>
                <a:cubicBezTo>
                  <a:pt x="236" y="275"/>
                  <a:pt x="236" y="275"/>
                  <a:pt x="236" y="274"/>
                </a:cubicBezTo>
                <a:cubicBezTo>
                  <a:pt x="236" y="270"/>
                  <a:pt x="232" y="266"/>
                  <a:pt x="228" y="266"/>
                </a:cubicBezTo>
                <a:cubicBezTo>
                  <a:pt x="227" y="266"/>
                  <a:pt x="227" y="266"/>
                  <a:pt x="227" y="266"/>
                </a:cubicBezTo>
                <a:cubicBezTo>
                  <a:pt x="207" y="266"/>
                  <a:pt x="207" y="266"/>
                  <a:pt x="207" y="266"/>
                </a:cubicBezTo>
                <a:cubicBezTo>
                  <a:pt x="207" y="171"/>
                  <a:pt x="207" y="171"/>
                  <a:pt x="207" y="171"/>
                </a:cubicBezTo>
                <a:cubicBezTo>
                  <a:pt x="205" y="171"/>
                  <a:pt x="205" y="171"/>
                  <a:pt x="205" y="171"/>
                </a:cubicBezTo>
                <a:cubicBezTo>
                  <a:pt x="205" y="138"/>
                  <a:pt x="205" y="138"/>
                  <a:pt x="205" y="138"/>
                </a:cubicBezTo>
                <a:cubicBezTo>
                  <a:pt x="206" y="137"/>
                  <a:pt x="208" y="137"/>
                  <a:pt x="209" y="137"/>
                </a:cubicBezTo>
                <a:cubicBezTo>
                  <a:pt x="221" y="168"/>
                  <a:pt x="221" y="168"/>
                  <a:pt x="221" y="168"/>
                </a:cubicBezTo>
                <a:cubicBezTo>
                  <a:pt x="219" y="169"/>
                  <a:pt x="219" y="169"/>
                  <a:pt x="219" y="169"/>
                </a:cubicBezTo>
                <a:cubicBezTo>
                  <a:pt x="219" y="169"/>
                  <a:pt x="219" y="169"/>
                  <a:pt x="219" y="169"/>
                </a:cubicBezTo>
                <a:cubicBezTo>
                  <a:pt x="220" y="173"/>
                  <a:pt x="220" y="173"/>
                  <a:pt x="220" y="173"/>
                </a:cubicBezTo>
                <a:cubicBezTo>
                  <a:pt x="239" y="166"/>
                  <a:pt x="239" y="166"/>
                  <a:pt x="239" y="166"/>
                </a:cubicBezTo>
                <a:cubicBezTo>
                  <a:pt x="237" y="162"/>
                  <a:pt x="237" y="162"/>
                  <a:pt x="237" y="162"/>
                </a:cubicBezTo>
                <a:cubicBezTo>
                  <a:pt x="235" y="163"/>
                  <a:pt x="235" y="163"/>
                  <a:pt x="235" y="163"/>
                </a:cubicBezTo>
                <a:cubicBezTo>
                  <a:pt x="223" y="131"/>
                  <a:pt x="223" y="131"/>
                  <a:pt x="223" y="131"/>
                </a:cubicBezTo>
                <a:cubicBezTo>
                  <a:pt x="224" y="130"/>
                  <a:pt x="225" y="129"/>
                  <a:pt x="226" y="129"/>
                </a:cubicBezTo>
                <a:cubicBezTo>
                  <a:pt x="250" y="153"/>
                  <a:pt x="250" y="153"/>
                  <a:pt x="250" y="153"/>
                </a:cubicBezTo>
                <a:cubicBezTo>
                  <a:pt x="249" y="155"/>
                  <a:pt x="249" y="155"/>
                  <a:pt x="249" y="155"/>
                </a:cubicBezTo>
                <a:cubicBezTo>
                  <a:pt x="249" y="155"/>
                  <a:pt x="249" y="155"/>
                  <a:pt x="249" y="155"/>
                </a:cubicBezTo>
                <a:cubicBezTo>
                  <a:pt x="252" y="158"/>
                  <a:pt x="252" y="158"/>
                  <a:pt x="252" y="158"/>
                </a:cubicBezTo>
                <a:cubicBezTo>
                  <a:pt x="265" y="144"/>
                  <a:pt x="265" y="144"/>
                  <a:pt x="265" y="144"/>
                </a:cubicBezTo>
                <a:cubicBezTo>
                  <a:pt x="262" y="141"/>
                  <a:pt x="262" y="141"/>
                  <a:pt x="262" y="141"/>
                </a:cubicBezTo>
                <a:cubicBezTo>
                  <a:pt x="261" y="142"/>
                  <a:pt x="261" y="142"/>
                  <a:pt x="261" y="142"/>
                </a:cubicBezTo>
                <a:cubicBezTo>
                  <a:pt x="236" y="118"/>
                  <a:pt x="236" y="118"/>
                  <a:pt x="236" y="118"/>
                </a:cubicBezTo>
                <a:cubicBezTo>
                  <a:pt x="237" y="117"/>
                  <a:pt x="237" y="116"/>
                  <a:pt x="238" y="115"/>
                </a:cubicBezTo>
                <a:cubicBezTo>
                  <a:pt x="271" y="128"/>
                  <a:pt x="271" y="128"/>
                  <a:pt x="271" y="128"/>
                </a:cubicBezTo>
                <a:cubicBezTo>
                  <a:pt x="270" y="130"/>
                  <a:pt x="270" y="130"/>
                  <a:pt x="270" y="130"/>
                </a:cubicBezTo>
                <a:cubicBezTo>
                  <a:pt x="270" y="130"/>
                  <a:pt x="270" y="130"/>
                  <a:pt x="270" y="130"/>
                </a:cubicBezTo>
                <a:cubicBezTo>
                  <a:pt x="274" y="132"/>
                  <a:pt x="274" y="132"/>
                  <a:pt x="274" y="132"/>
                </a:cubicBezTo>
                <a:cubicBezTo>
                  <a:pt x="281" y="114"/>
                  <a:pt x="281" y="114"/>
                  <a:pt x="281" y="114"/>
                </a:cubicBezTo>
                <a:cubicBezTo>
                  <a:pt x="277" y="112"/>
                  <a:pt x="277" y="112"/>
                  <a:pt x="277" y="112"/>
                </a:cubicBezTo>
                <a:cubicBezTo>
                  <a:pt x="277" y="114"/>
                  <a:pt x="277" y="114"/>
                  <a:pt x="277" y="114"/>
                </a:cubicBezTo>
                <a:cubicBezTo>
                  <a:pt x="244" y="101"/>
                  <a:pt x="244" y="101"/>
                  <a:pt x="244" y="101"/>
                </a:cubicBezTo>
                <a:cubicBezTo>
                  <a:pt x="244" y="100"/>
                  <a:pt x="244" y="99"/>
                  <a:pt x="244" y="98"/>
                </a:cubicBezTo>
                <a:cubicBezTo>
                  <a:pt x="279" y="98"/>
                  <a:pt x="279" y="98"/>
                  <a:pt x="279" y="98"/>
                </a:cubicBezTo>
                <a:cubicBezTo>
                  <a:pt x="279" y="100"/>
                  <a:pt x="279" y="100"/>
                  <a:pt x="279" y="100"/>
                </a:cubicBezTo>
                <a:cubicBezTo>
                  <a:pt x="368" y="100"/>
                  <a:pt x="368" y="100"/>
                  <a:pt x="368" y="100"/>
                </a:cubicBezTo>
                <a:cubicBezTo>
                  <a:pt x="369" y="101"/>
                  <a:pt x="369" y="103"/>
                  <a:pt x="370" y="105"/>
                </a:cubicBezTo>
                <a:cubicBezTo>
                  <a:pt x="371" y="109"/>
                  <a:pt x="374" y="112"/>
                  <a:pt x="375" y="112"/>
                </a:cubicBezTo>
                <a:cubicBezTo>
                  <a:pt x="375" y="112"/>
                  <a:pt x="375" y="112"/>
                  <a:pt x="375" y="112"/>
                </a:cubicBezTo>
                <a:cubicBezTo>
                  <a:pt x="375" y="112"/>
                  <a:pt x="375" y="112"/>
                  <a:pt x="375" y="112"/>
                </a:cubicBezTo>
                <a:cubicBezTo>
                  <a:pt x="406" y="100"/>
                  <a:pt x="406" y="100"/>
                  <a:pt x="406" y="100"/>
                </a:cubicBezTo>
                <a:cubicBezTo>
                  <a:pt x="416" y="100"/>
                  <a:pt x="416" y="100"/>
                  <a:pt x="416" y="100"/>
                </a:cubicBezTo>
                <a:cubicBezTo>
                  <a:pt x="394" y="130"/>
                  <a:pt x="394" y="130"/>
                  <a:pt x="394" y="130"/>
                </a:cubicBezTo>
                <a:cubicBezTo>
                  <a:pt x="394" y="130"/>
                  <a:pt x="394" y="130"/>
                  <a:pt x="394" y="130"/>
                </a:cubicBezTo>
                <a:cubicBezTo>
                  <a:pt x="394" y="130"/>
                  <a:pt x="394" y="130"/>
                  <a:pt x="394" y="130"/>
                </a:cubicBezTo>
                <a:cubicBezTo>
                  <a:pt x="394" y="130"/>
                  <a:pt x="394" y="130"/>
                  <a:pt x="394" y="130"/>
                </a:cubicBezTo>
                <a:cubicBezTo>
                  <a:pt x="394" y="130"/>
                  <a:pt x="394" y="130"/>
                  <a:pt x="394" y="130"/>
                </a:cubicBezTo>
                <a:cubicBezTo>
                  <a:pt x="393" y="131"/>
                  <a:pt x="395" y="134"/>
                  <a:pt x="399" y="136"/>
                </a:cubicBezTo>
                <a:cubicBezTo>
                  <a:pt x="403" y="139"/>
                  <a:pt x="406" y="140"/>
                  <a:pt x="407" y="139"/>
                </a:cubicBezTo>
                <a:cubicBezTo>
                  <a:pt x="407" y="139"/>
                  <a:pt x="407" y="139"/>
                  <a:pt x="407" y="139"/>
                </a:cubicBezTo>
                <a:cubicBezTo>
                  <a:pt x="438" y="100"/>
                  <a:pt x="438" y="100"/>
                  <a:pt x="438" y="100"/>
                </a:cubicBezTo>
                <a:cubicBezTo>
                  <a:pt x="439" y="100"/>
                  <a:pt x="439" y="100"/>
                  <a:pt x="439" y="100"/>
                </a:cubicBezTo>
                <a:cubicBezTo>
                  <a:pt x="423" y="147"/>
                  <a:pt x="423" y="147"/>
                  <a:pt x="423" y="147"/>
                </a:cubicBezTo>
                <a:cubicBezTo>
                  <a:pt x="423" y="147"/>
                  <a:pt x="423" y="147"/>
                  <a:pt x="423" y="147"/>
                </a:cubicBezTo>
                <a:cubicBezTo>
                  <a:pt x="423" y="147"/>
                  <a:pt x="423" y="147"/>
                  <a:pt x="423" y="147"/>
                </a:cubicBezTo>
                <a:cubicBezTo>
                  <a:pt x="422" y="149"/>
                  <a:pt x="426" y="151"/>
                  <a:pt x="430" y="153"/>
                </a:cubicBezTo>
                <a:cubicBezTo>
                  <a:pt x="434" y="154"/>
                  <a:pt x="438" y="155"/>
                  <a:pt x="439" y="153"/>
                </a:cubicBezTo>
                <a:cubicBezTo>
                  <a:pt x="439" y="153"/>
                  <a:pt x="439" y="153"/>
                  <a:pt x="439" y="153"/>
                </a:cubicBezTo>
                <a:cubicBezTo>
                  <a:pt x="439" y="153"/>
                  <a:pt x="439" y="153"/>
                  <a:pt x="439" y="153"/>
                </a:cubicBezTo>
                <a:cubicBezTo>
                  <a:pt x="439" y="153"/>
                  <a:pt x="439" y="153"/>
                  <a:pt x="439" y="153"/>
                </a:cubicBezTo>
                <a:cubicBezTo>
                  <a:pt x="439" y="153"/>
                  <a:pt x="439" y="153"/>
                  <a:pt x="439" y="153"/>
                </a:cubicBezTo>
                <a:cubicBezTo>
                  <a:pt x="457" y="100"/>
                  <a:pt x="457" y="100"/>
                  <a:pt x="457" y="100"/>
                </a:cubicBezTo>
                <a:cubicBezTo>
                  <a:pt x="457" y="100"/>
                  <a:pt x="457" y="100"/>
                  <a:pt x="457" y="100"/>
                </a:cubicBezTo>
                <a:cubicBezTo>
                  <a:pt x="457" y="159"/>
                  <a:pt x="457" y="159"/>
                  <a:pt x="457" y="159"/>
                </a:cubicBezTo>
                <a:cubicBezTo>
                  <a:pt x="457" y="159"/>
                  <a:pt x="457" y="159"/>
                  <a:pt x="457" y="159"/>
                </a:cubicBezTo>
                <a:cubicBezTo>
                  <a:pt x="457" y="159"/>
                  <a:pt x="457" y="159"/>
                  <a:pt x="457" y="159"/>
                </a:cubicBezTo>
                <a:cubicBezTo>
                  <a:pt x="457" y="159"/>
                  <a:pt x="457" y="159"/>
                  <a:pt x="457" y="159"/>
                </a:cubicBezTo>
                <a:cubicBezTo>
                  <a:pt x="457" y="159"/>
                  <a:pt x="457" y="159"/>
                  <a:pt x="457" y="159"/>
                </a:cubicBezTo>
                <a:cubicBezTo>
                  <a:pt x="457" y="160"/>
                  <a:pt x="461" y="161"/>
                  <a:pt x="466" y="161"/>
                </a:cubicBezTo>
                <a:cubicBezTo>
                  <a:pt x="471" y="161"/>
                  <a:pt x="474" y="160"/>
                  <a:pt x="475" y="159"/>
                </a:cubicBezTo>
                <a:cubicBezTo>
                  <a:pt x="475" y="159"/>
                  <a:pt x="475" y="159"/>
                  <a:pt x="475" y="159"/>
                </a:cubicBezTo>
                <a:cubicBezTo>
                  <a:pt x="475" y="159"/>
                  <a:pt x="475" y="159"/>
                  <a:pt x="475" y="159"/>
                </a:cubicBezTo>
                <a:cubicBezTo>
                  <a:pt x="475" y="159"/>
                  <a:pt x="475" y="159"/>
                  <a:pt x="475" y="159"/>
                </a:cubicBezTo>
                <a:cubicBezTo>
                  <a:pt x="475" y="159"/>
                  <a:pt x="475" y="159"/>
                  <a:pt x="475" y="159"/>
                </a:cubicBezTo>
                <a:cubicBezTo>
                  <a:pt x="475" y="100"/>
                  <a:pt x="475" y="100"/>
                  <a:pt x="475" y="100"/>
                </a:cubicBezTo>
                <a:cubicBezTo>
                  <a:pt x="481" y="100"/>
                  <a:pt x="481" y="100"/>
                  <a:pt x="481" y="100"/>
                </a:cubicBezTo>
                <a:cubicBezTo>
                  <a:pt x="481" y="88"/>
                  <a:pt x="481" y="88"/>
                  <a:pt x="481" y="88"/>
                </a:cubicBezTo>
                <a:cubicBezTo>
                  <a:pt x="412" y="88"/>
                  <a:pt x="412" y="88"/>
                  <a:pt x="412" y="88"/>
                </a:cubicBezTo>
                <a:cubicBezTo>
                  <a:pt x="412" y="84"/>
                  <a:pt x="412" y="84"/>
                  <a:pt x="412" y="84"/>
                </a:cubicBezTo>
                <a:cubicBezTo>
                  <a:pt x="481" y="84"/>
                  <a:pt x="481" y="84"/>
                  <a:pt x="481" y="84"/>
                </a:cubicBezTo>
                <a:cubicBezTo>
                  <a:pt x="481" y="80"/>
                  <a:pt x="481" y="80"/>
                  <a:pt x="481" y="80"/>
                </a:cubicBezTo>
                <a:cubicBezTo>
                  <a:pt x="456" y="80"/>
                  <a:pt x="456" y="80"/>
                  <a:pt x="456" y="80"/>
                </a:cubicBezTo>
                <a:cubicBezTo>
                  <a:pt x="456" y="80"/>
                  <a:pt x="456" y="80"/>
                  <a:pt x="456" y="80"/>
                </a:cubicBezTo>
                <a:cubicBezTo>
                  <a:pt x="411" y="80"/>
                  <a:pt x="411" y="80"/>
                  <a:pt x="411" y="80"/>
                </a:cubicBezTo>
                <a:cubicBezTo>
                  <a:pt x="404" y="79"/>
                  <a:pt x="386" y="75"/>
                  <a:pt x="374" y="63"/>
                </a:cubicBezTo>
                <a:cubicBezTo>
                  <a:pt x="357" y="46"/>
                  <a:pt x="357" y="34"/>
                  <a:pt x="357" y="34"/>
                </a:cubicBezTo>
                <a:cubicBezTo>
                  <a:pt x="354" y="34"/>
                  <a:pt x="354" y="34"/>
                  <a:pt x="354" y="34"/>
                </a:cubicBezTo>
                <a:cubicBezTo>
                  <a:pt x="354" y="80"/>
                  <a:pt x="354" y="80"/>
                  <a:pt x="354" y="80"/>
                </a:cubicBezTo>
                <a:cubicBezTo>
                  <a:pt x="350" y="80"/>
                  <a:pt x="350" y="80"/>
                  <a:pt x="350" y="80"/>
                </a:cubicBezTo>
                <a:cubicBezTo>
                  <a:pt x="350" y="34"/>
                  <a:pt x="350" y="34"/>
                  <a:pt x="350" y="34"/>
                </a:cubicBezTo>
                <a:cubicBezTo>
                  <a:pt x="344" y="34"/>
                  <a:pt x="344" y="34"/>
                  <a:pt x="344" y="34"/>
                </a:cubicBezTo>
                <a:cubicBezTo>
                  <a:pt x="344" y="80"/>
                  <a:pt x="344" y="80"/>
                  <a:pt x="344" y="80"/>
                </a:cubicBezTo>
                <a:cubicBezTo>
                  <a:pt x="279" y="80"/>
                  <a:pt x="279" y="80"/>
                  <a:pt x="279" y="80"/>
                </a:cubicBezTo>
                <a:cubicBezTo>
                  <a:pt x="279" y="82"/>
                  <a:pt x="279" y="82"/>
                  <a:pt x="279" y="82"/>
                </a:cubicBezTo>
                <a:cubicBezTo>
                  <a:pt x="244" y="82"/>
                  <a:pt x="244" y="82"/>
                  <a:pt x="244" y="82"/>
                </a:cubicBezTo>
                <a:cubicBezTo>
                  <a:pt x="241" y="62"/>
                  <a:pt x="225" y="46"/>
                  <a:pt x="205" y="43"/>
                </a:cubicBezTo>
                <a:cubicBezTo>
                  <a:pt x="205" y="4"/>
                  <a:pt x="205" y="4"/>
                  <a:pt x="205" y="4"/>
                </a:cubicBezTo>
                <a:cubicBezTo>
                  <a:pt x="207" y="4"/>
                  <a:pt x="207" y="4"/>
                  <a:pt x="207" y="4"/>
                </a:cubicBezTo>
                <a:cubicBezTo>
                  <a:pt x="207" y="0"/>
                  <a:pt x="207" y="0"/>
                  <a:pt x="207" y="0"/>
                </a:cubicBezTo>
                <a:cubicBezTo>
                  <a:pt x="187" y="0"/>
                  <a:pt x="187" y="0"/>
                  <a:pt x="187" y="0"/>
                </a:cubicBezTo>
                <a:cubicBezTo>
                  <a:pt x="187" y="4"/>
                  <a:pt x="187" y="4"/>
                  <a:pt x="187" y="4"/>
                </a:cubicBezTo>
                <a:cubicBezTo>
                  <a:pt x="190" y="4"/>
                  <a:pt x="190" y="4"/>
                  <a:pt x="190" y="4"/>
                </a:cubicBezTo>
                <a:cubicBezTo>
                  <a:pt x="190" y="43"/>
                  <a:pt x="190" y="43"/>
                  <a:pt x="190" y="43"/>
                </a:cubicBezTo>
                <a:cubicBezTo>
                  <a:pt x="188" y="43"/>
                  <a:pt x="187" y="43"/>
                  <a:pt x="186" y="43"/>
                </a:cubicBezTo>
                <a:cubicBezTo>
                  <a:pt x="171" y="8"/>
                  <a:pt x="171" y="8"/>
                  <a:pt x="171" y="8"/>
                </a:cubicBezTo>
                <a:cubicBezTo>
                  <a:pt x="173" y="7"/>
                  <a:pt x="173" y="7"/>
                  <a:pt x="173" y="7"/>
                </a:cubicBezTo>
                <a:cubicBezTo>
                  <a:pt x="173" y="7"/>
                  <a:pt x="173" y="7"/>
                  <a:pt x="173" y="7"/>
                </a:cubicBezTo>
                <a:cubicBezTo>
                  <a:pt x="172" y="3"/>
                  <a:pt x="172" y="3"/>
                  <a:pt x="172" y="3"/>
                </a:cubicBezTo>
                <a:cubicBezTo>
                  <a:pt x="154" y="11"/>
                  <a:pt x="154" y="11"/>
                  <a:pt x="154" y="11"/>
                </a:cubicBezTo>
                <a:cubicBezTo>
                  <a:pt x="155" y="15"/>
                  <a:pt x="155" y="15"/>
                  <a:pt x="155" y="15"/>
                </a:cubicBezTo>
                <a:cubicBezTo>
                  <a:pt x="157" y="14"/>
                  <a:pt x="157" y="14"/>
                  <a:pt x="157" y="14"/>
                </a:cubicBezTo>
                <a:cubicBezTo>
                  <a:pt x="172" y="49"/>
                  <a:pt x="172" y="49"/>
                  <a:pt x="172" y="49"/>
                </a:cubicBezTo>
                <a:cubicBezTo>
                  <a:pt x="171" y="49"/>
                  <a:pt x="170" y="50"/>
                  <a:pt x="169" y="51"/>
                </a:cubicBezTo>
                <a:cubicBezTo>
                  <a:pt x="142" y="24"/>
                  <a:pt x="142" y="24"/>
                  <a:pt x="142" y="24"/>
                </a:cubicBezTo>
                <a:cubicBezTo>
                  <a:pt x="144" y="23"/>
                  <a:pt x="144" y="23"/>
                  <a:pt x="144" y="23"/>
                </a:cubicBezTo>
                <a:cubicBezTo>
                  <a:pt x="144" y="23"/>
                  <a:pt x="144" y="23"/>
                  <a:pt x="144" y="23"/>
                </a:cubicBezTo>
                <a:cubicBezTo>
                  <a:pt x="141" y="20"/>
                  <a:pt x="141" y="20"/>
                  <a:pt x="141" y="20"/>
                </a:cubicBezTo>
                <a:cubicBezTo>
                  <a:pt x="127" y="34"/>
                  <a:pt x="127" y="34"/>
                  <a:pt x="127" y="34"/>
                </a:cubicBezTo>
                <a:cubicBezTo>
                  <a:pt x="130" y="37"/>
                  <a:pt x="130" y="37"/>
                  <a:pt x="130" y="37"/>
                </a:cubicBezTo>
                <a:cubicBezTo>
                  <a:pt x="132" y="35"/>
                  <a:pt x="132" y="35"/>
                  <a:pt x="132" y="35"/>
                </a:cubicBezTo>
                <a:cubicBezTo>
                  <a:pt x="158" y="61"/>
                  <a:pt x="158" y="61"/>
                  <a:pt x="158" y="61"/>
                </a:cubicBezTo>
                <a:cubicBezTo>
                  <a:pt x="157" y="62"/>
                  <a:pt x="157" y="63"/>
                  <a:pt x="156" y="64"/>
                </a:cubicBezTo>
                <a:cubicBezTo>
                  <a:pt x="122" y="51"/>
                  <a:pt x="122" y="51"/>
                  <a:pt x="122" y="51"/>
                </a:cubicBezTo>
                <a:cubicBezTo>
                  <a:pt x="123" y="48"/>
                  <a:pt x="123" y="48"/>
                  <a:pt x="123" y="48"/>
                </a:cubicBezTo>
                <a:cubicBezTo>
                  <a:pt x="123" y="48"/>
                  <a:pt x="123" y="48"/>
                  <a:pt x="123" y="48"/>
                </a:cubicBezTo>
                <a:cubicBezTo>
                  <a:pt x="119" y="47"/>
                  <a:pt x="119" y="47"/>
                  <a:pt x="119" y="47"/>
                </a:cubicBezTo>
                <a:cubicBezTo>
                  <a:pt x="112" y="65"/>
                  <a:pt x="112" y="65"/>
                  <a:pt x="112" y="65"/>
                </a:cubicBezTo>
                <a:cubicBezTo>
                  <a:pt x="116" y="66"/>
                  <a:pt x="116" y="66"/>
                  <a:pt x="116" y="66"/>
                </a:cubicBezTo>
                <a:cubicBezTo>
                  <a:pt x="116" y="64"/>
                  <a:pt x="116" y="64"/>
                  <a:pt x="116" y="64"/>
                </a:cubicBezTo>
                <a:cubicBezTo>
                  <a:pt x="150" y="78"/>
                  <a:pt x="150" y="78"/>
                  <a:pt x="150" y="78"/>
                </a:cubicBezTo>
                <a:cubicBezTo>
                  <a:pt x="150" y="79"/>
                  <a:pt x="149" y="81"/>
                  <a:pt x="149" y="82"/>
                </a:cubicBezTo>
                <a:cubicBezTo>
                  <a:pt x="110" y="82"/>
                  <a:pt x="110" y="82"/>
                  <a:pt x="110" y="82"/>
                </a:cubicBezTo>
                <a:cubicBezTo>
                  <a:pt x="110" y="80"/>
                  <a:pt x="110" y="80"/>
                  <a:pt x="110" y="80"/>
                </a:cubicBezTo>
                <a:cubicBezTo>
                  <a:pt x="68" y="80"/>
                  <a:pt x="68" y="80"/>
                  <a:pt x="68" y="80"/>
                </a:cubicBezTo>
                <a:cubicBezTo>
                  <a:pt x="68" y="80"/>
                  <a:pt x="68" y="80"/>
                  <a:pt x="67" y="80"/>
                </a:cubicBezTo>
                <a:cubicBezTo>
                  <a:pt x="63" y="80"/>
                  <a:pt x="59" y="84"/>
                  <a:pt x="59" y="89"/>
                </a:cubicBezTo>
                <a:cubicBezTo>
                  <a:pt x="59" y="89"/>
                  <a:pt x="59" y="89"/>
                  <a:pt x="59" y="89"/>
                </a:cubicBezTo>
                <a:cubicBezTo>
                  <a:pt x="59" y="98"/>
                  <a:pt x="59" y="98"/>
                  <a:pt x="59" y="98"/>
                </a:cubicBezTo>
                <a:cubicBezTo>
                  <a:pt x="59" y="98"/>
                  <a:pt x="59" y="98"/>
                  <a:pt x="59" y="98"/>
                </a:cubicBezTo>
                <a:cubicBezTo>
                  <a:pt x="59" y="266"/>
                  <a:pt x="59" y="266"/>
                  <a:pt x="59" y="266"/>
                </a:cubicBezTo>
                <a:cubicBezTo>
                  <a:pt x="59" y="266"/>
                  <a:pt x="59" y="266"/>
                  <a:pt x="59" y="266"/>
                </a:cubicBezTo>
                <a:cubicBezTo>
                  <a:pt x="59" y="277"/>
                  <a:pt x="59" y="277"/>
                  <a:pt x="59" y="277"/>
                </a:cubicBezTo>
                <a:cubicBezTo>
                  <a:pt x="59" y="277"/>
                  <a:pt x="59" y="277"/>
                  <a:pt x="59" y="277"/>
                </a:cubicBezTo>
                <a:cubicBezTo>
                  <a:pt x="59" y="282"/>
                  <a:pt x="63" y="286"/>
                  <a:pt x="67" y="286"/>
                </a:cubicBezTo>
                <a:cubicBezTo>
                  <a:pt x="68" y="286"/>
                  <a:pt x="68" y="286"/>
                  <a:pt x="68" y="286"/>
                </a:cubicBezTo>
                <a:cubicBezTo>
                  <a:pt x="108" y="286"/>
                  <a:pt x="108" y="286"/>
                  <a:pt x="108" y="286"/>
                </a:cubicBezTo>
                <a:cubicBezTo>
                  <a:pt x="108" y="286"/>
                  <a:pt x="108" y="286"/>
                  <a:pt x="108" y="286"/>
                </a:cubicBezTo>
                <a:cubicBezTo>
                  <a:pt x="185" y="286"/>
                  <a:pt x="185" y="286"/>
                  <a:pt x="185" y="286"/>
                </a:cubicBezTo>
                <a:cubicBezTo>
                  <a:pt x="185" y="286"/>
                  <a:pt x="185" y="286"/>
                  <a:pt x="185" y="286"/>
                </a:cubicBezTo>
                <a:cubicBezTo>
                  <a:pt x="187" y="286"/>
                  <a:pt x="187" y="286"/>
                  <a:pt x="187" y="286"/>
                </a:cubicBezTo>
                <a:cubicBezTo>
                  <a:pt x="187" y="307"/>
                  <a:pt x="187" y="307"/>
                  <a:pt x="187" y="307"/>
                </a:cubicBezTo>
                <a:cubicBezTo>
                  <a:pt x="185" y="307"/>
                  <a:pt x="185" y="307"/>
                  <a:pt x="185" y="307"/>
                </a:cubicBezTo>
                <a:cubicBezTo>
                  <a:pt x="185" y="307"/>
                  <a:pt x="185" y="307"/>
                  <a:pt x="185" y="307"/>
                </a:cubicBezTo>
                <a:cubicBezTo>
                  <a:pt x="153" y="307"/>
                  <a:pt x="153" y="307"/>
                  <a:pt x="153" y="307"/>
                </a:cubicBezTo>
                <a:cubicBezTo>
                  <a:pt x="153" y="307"/>
                  <a:pt x="153" y="307"/>
                  <a:pt x="153" y="307"/>
                </a:cubicBezTo>
                <a:cubicBezTo>
                  <a:pt x="148" y="307"/>
                  <a:pt x="145" y="310"/>
                  <a:pt x="145" y="315"/>
                </a:cubicBezTo>
                <a:cubicBezTo>
                  <a:pt x="145" y="315"/>
                  <a:pt x="145" y="315"/>
                  <a:pt x="145" y="315"/>
                </a:cubicBezTo>
                <a:cubicBezTo>
                  <a:pt x="145" y="326"/>
                  <a:pt x="145" y="326"/>
                  <a:pt x="145" y="326"/>
                </a:cubicBezTo>
                <a:cubicBezTo>
                  <a:pt x="145" y="326"/>
                  <a:pt x="145" y="326"/>
                  <a:pt x="145" y="326"/>
                </a:cubicBezTo>
                <a:cubicBezTo>
                  <a:pt x="145" y="351"/>
                  <a:pt x="145" y="351"/>
                  <a:pt x="145" y="351"/>
                </a:cubicBezTo>
                <a:cubicBezTo>
                  <a:pt x="86" y="351"/>
                  <a:pt x="86" y="351"/>
                  <a:pt x="86" y="351"/>
                </a:cubicBezTo>
                <a:cubicBezTo>
                  <a:pt x="87" y="400"/>
                  <a:pt x="87" y="400"/>
                  <a:pt x="87" y="400"/>
                </a:cubicBezTo>
                <a:cubicBezTo>
                  <a:pt x="103" y="418"/>
                  <a:pt x="103" y="418"/>
                  <a:pt x="103" y="418"/>
                </a:cubicBezTo>
                <a:cubicBezTo>
                  <a:pt x="103" y="451"/>
                  <a:pt x="103" y="451"/>
                  <a:pt x="103" y="451"/>
                </a:cubicBezTo>
                <a:cubicBezTo>
                  <a:pt x="122" y="459"/>
                  <a:pt x="122" y="459"/>
                  <a:pt x="122" y="459"/>
                </a:cubicBezTo>
                <a:cubicBezTo>
                  <a:pt x="122" y="505"/>
                  <a:pt x="122" y="505"/>
                  <a:pt x="122" y="505"/>
                </a:cubicBezTo>
                <a:cubicBezTo>
                  <a:pt x="38" y="520"/>
                  <a:pt x="7" y="539"/>
                  <a:pt x="4" y="540"/>
                </a:cubicBezTo>
                <a:cubicBezTo>
                  <a:pt x="0" y="540"/>
                  <a:pt x="19" y="543"/>
                  <a:pt x="46" y="556"/>
                </a:cubicBezTo>
                <a:cubicBezTo>
                  <a:pt x="80" y="572"/>
                  <a:pt x="76" y="581"/>
                  <a:pt x="76" y="581"/>
                </a:cubicBezTo>
                <a:cubicBezTo>
                  <a:pt x="76" y="581"/>
                  <a:pt x="135" y="543"/>
                  <a:pt x="263" y="520"/>
                </a:cubicBezTo>
                <a:cubicBezTo>
                  <a:pt x="330" y="508"/>
                  <a:pt x="451" y="503"/>
                  <a:pt x="495" y="512"/>
                </a:cubicBezTo>
                <a:cubicBezTo>
                  <a:pt x="495" y="512"/>
                  <a:pt x="461" y="504"/>
                  <a:pt x="413" y="497"/>
                </a:cubicBezTo>
                <a:close/>
              </a:path>
            </a:pathLst>
          </a:custGeom>
          <a:solidFill>
            <a:srgbClr val="003778"/>
          </a:solidFill>
          <a:ln>
            <a:noFill/>
          </a:ln>
        </p:spPr>
        <p:txBody>
          <a:bodyPr vert="horz" wrap="square" lIns="91440" tIns="45720" rIns="91440" bIns="45720" numCol="1" anchor="t" anchorCtr="0" compatLnSpc="1">
            <a:prstTxWarp prst="textNoShape">
              <a:avLst/>
            </a:prstTxWarp>
          </a:bodyPr>
          <a:lstStyle/>
          <a:p>
            <a:endParaRPr lang="zh-CN" altLang="en-US" dirty="0"/>
          </a:p>
        </p:txBody>
      </p:sp>
      <p:cxnSp>
        <p:nvCxnSpPr>
          <p:cNvPr id="16" name="直接连接符 15">
            <a:extLst>
              <a:ext uri="{FF2B5EF4-FFF2-40B4-BE49-F238E27FC236}">
                <a16:creationId xmlns:a16="http://schemas.microsoft.com/office/drawing/2014/main" id="{37B9A614-BC4E-4B23-B9D1-2B209AB0743B}"/>
              </a:ext>
            </a:extLst>
          </p:cNvPr>
          <p:cNvCxnSpPr>
            <a:cxnSpLocks/>
          </p:cNvCxnSpPr>
          <p:nvPr userDrawn="1"/>
        </p:nvCxnSpPr>
        <p:spPr>
          <a:xfrm>
            <a:off x="659130" y="1027048"/>
            <a:ext cx="10864850" cy="0"/>
          </a:xfrm>
          <a:prstGeom prst="line">
            <a:avLst/>
          </a:prstGeom>
          <a:ln cap="rnd">
            <a:solidFill>
              <a:schemeClr val="accent1"/>
            </a:solidFill>
          </a:ln>
        </p:spPr>
        <p:style>
          <a:lnRef idx="1">
            <a:schemeClr val="accent1"/>
          </a:lnRef>
          <a:fillRef idx="0">
            <a:schemeClr val="accent1"/>
          </a:fillRef>
          <a:effectRef idx="0">
            <a:schemeClr val="accent1"/>
          </a:effectRef>
          <a:fontRef idx="minor">
            <a:schemeClr val="tx1"/>
          </a:fontRef>
        </p:style>
      </p:cxnSp>
      <p:sp>
        <p:nvSpPr>
          <p:cNvPr id="4" name="图片占位符 3">
            <a:extLst>
              <a:ext uri="{FF2B5EF4-FFF2-40B4-BE49-F238E27FC236}">
                <a16:creationId xmlns:a16="http://schemas.microsoft.com/office/drawing/2014/main" id="{2A4991FC-73E2-4BF2-A28B-7D7A275207F9}"/>
              </a:ext>
            </a:extLst>
          </p:cNvPr>
          <p:cNvSpPr>
            <a:spLocks noGrp="1"/>
          </p:cNvSpPr>
          <p:nvPr>
            <p:ph type="pic" sz="quarter" idx="10"/>
          </p:nvPr>
        </p:nvSpPr>
        <p:spPr>
          <a:xfrm>
            <a:off x="660400" y="1444625"/>
            <a:ext cx="10871200" cy="3059113"/>
          </a:xfrm>
        </p:spPr>
        <p:txBody>
          <a:bodyPr/>
          <a:lstStyle/>
          <a:p>
            <a:endParaRPr lang="zh-CN" altLang="en-US"/>
          </a:p>
        </p:txBody>
      </p:sp>
    </p:spTree>
    <p:extLst>
      <p:ext uri="{BB962C8B-B14F-4D97-AF65-F5344CB8AC3E}">
        <p14:creationId xmlns:p14="http://schemas.microsoft.com/office/powerpoint/2010/main" val="5358881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单图">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40550F8C-09E3-4442-8DC6-E0C639E8B1D8}"/>
              </a:ext>
            </a:extLst>
          </p:cNvPr>
          <p:cNvSpPr/>
          <p:nvPr userDrawn="1"/>
        </p:nvSpPr>
        <p:spPr>
          <a:xfrm>
            <a:off x="0" y="0"/>
            <a:ext cx="12192000" cy="6492875"/>
          </a:xfrm>
          <a:prstGeom prst="rect">
            <a:avLst/>
          </a:prstGeom>
          <a:solidFill>
            <a:schemeClr val="bg1">
              <a:alpha val="93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latin typeface="Microsoft YaHei UI" panose="020B0503020204020204" pitchFamily="34" charset="-122"/>
              <a:ea typeface="Microsoft YaHei UI" panose="020B0503020204020204" pitchFamily="34" charset="-122"/>
            </a:endParaRPr>
          </a:p>
        </p:txBody>
      </p:sp>
      <p:sp>
        <p:nvSpPr>
          <p:cNvPr id="2" name="标题 1">
            <a:extLst>
              <a:ext uri="{FF2B5EF4-FFF2-40B4-BE49-F238E27FC236}">
                <a16:creationId xmlns:a16="http://schemas.microsoft.com/office/drawing/2014/main" id="{F3F78BD0-F462-4621-8C34-D1893B6B97AE}"/>
              </a:ext>
            </a:extLst>
          </p:cNvPr>
          <p:cNvSpPr>
            <a:spLocks noGrp="1"/>
          </p:cNvSpPr>
          <p:nvPr>
            <p:ph type="title"/>
          </p:nvPr>
        </p:nvSpPr>
        <p:spPr>
          <a:xfrm>
            <a:off x="792481" y="574395"/>
            <a:ext cx="7315200" cy="341874"/>
          </a:xfrm>
        </p:spPr>
        <p:txBody>
          <a:bodyPr lIns="0" tIns="0" rIns="0" bIns="0">
            <a:noAutofit/>
          </a:bodyPr>
          <a:lstStyle>
            <a:lvl1pPr>
              <a:defRPr sz="2600" b="1">
                <a:solidFill>
                  <a:schemeClr val="accent1"/>
                </a:solidFill>
              </a:defRPr>
            </a:lvl1pPr>
          </a:lstStyle>
          <a:p>
            <a:r>
              <a:rPr lang="zh-CN" altLang="en-US" dirty="0"/>
              <a:t>单击此处编辑母版标题样式</a:t>
            </a:r>
          </a:p>
        </p:txBody>
      </p:sp>
      <p:sp>
        <p:nvSpPr>
          <p:cNvPr id="7" name="矩形 6">
            <a:extLst>
              <a:ext uri="{FF2B5EF4-FFF2-40B4-BE49-F238E27FC236}">
                <a16:creationId xmlns:a16="http://schemas.microsoft.com/office/drawing/2014/main" id="{273664E7-E6D5-4929-9178-9AD3110374FA}"/>
              </a:ext>
            </a:extLst>
          </p:cNvPr>
          <p:cNvSpPr/>
          <p:nvPr userDrawn="1"/>
        </p:nvSpPr>
        <p:spPr>
          <a:xfrm>
            <a:off x="0" y="6492875"/>
            <a:ext cx="12192000" cy="365125"/>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a:extLst>
              <a:ext uri="{FF2B5EF4-FFF2-40B4-BE49-F238E27FC236}">
                <a16:creationId xmlns:a16="http://schemas.microsoft.com/office/drawing/2014/main" id="{CC1AFDE3-17F7-4C68-81A1-E196F75F6412}"/>
              </a:ext>
            </a:extLst>
          </p:cNvPr>
          <p:cNvPicPr>
            <a:picLocks noChangeAspect="1"/>
          </p:cNvPicPr>
          <p:nvPr userDrawn="1"/>
        </p:nvPicPr>
        <p:blipFill>
          <a:blip r:embed="rId2"/>
          <a:stretch>
            <a:fillRect/>
          </a:stretch>
        </p:blipFill>
        <p:spPr>
          <a:xfrm>
            <a:off x="673100" y="6580054"/>
            <a:ext cx="1330959" cy="203465"/>
          </a:xfrm>
          <a:prstGeom prst="rect">
            <a:avLst/>
          </a:prstGeom>
        </p:spPr>
      </p:pic>
      <p:pic>
        <p:nvPicPr>
          <p:cNvPr id="9" name="图片 8">
            <a:extLst>
              <a:ext uri="{FF2B5EF4-FFF2-40B4-BE49-F238E27FC236}">
                <a16:creationId xmlns:a16="http://schemas.microsoft.com/office/drawing/2014/main" id="{F17405B7-37A0-4A9E-87D3-E7F07F5B2459}"/>
              </a:ext>
            </a:extLst>
          </p:cNvPr>
          <p:cNvPicPr>
            <a:picLocks noChangeAspect="1"/>
          </p:cNvPicPr>
          <p:nvPr userDrawn="1"/>
        </p:nvPicPr>
        <p:blipFill>
          <a:blip r:embed="rId3"/>
          <a:stretch>
            <a:fillRect/>
          </a:stretch>
        </p:blipFill>
        <p:spPr>
          <a:xfrm>
            <a:off x="9997440" y="530517"/>
            <a:ext cx="1521460" cy="380209"/>
          </a:xfrm>
          <a:prstGeom prst="rect">
            <a:avLst/>
          </a:prstGeom>
        </p:spPr>
      </p:pic>
      <p:pic>
        <p:nvPicPr>
          <p:cNvPr id="12" name="图片 11">
            <a:extLst>
              <a:ext uri="{FF2B5EF4-FFF2-40B4-BE49-F238E27FC236}">
                <a16:creationId xmlns:a16="http://schemas.microsoft.com/office/drawing/2014/main" id="{A4F36DF7-8FB7-494A-AB7D-676726F71429}"/>
              </a:ext>
            </a:extLst>
          </p:cNvPr>
          <p:cNvPicPr>
            <a:picLocks noChangeAspect="1"/>
          </p:cNvPicPr>
          <p:nvPr userDrawn="1"/>
        </p:nvPicPr>
        <p:blipFill>
          <a:blip r:embed="rId4"/>
          <a:stretch>
            <a:fillRect/>
          </a:stretch>
        </p:blipFill>
        <p:spPr>
          <a:xfrm>
            <a:off x="8610600" y="6626002"/>
            <a:ext cx="2908300" cy="111568"/>
          </a:xfrm>
          <a:prstGeom prst="rect">
            <a:avLst/>
          </a:prstGeom>
        </p:spPr>
      </p:pic>
      <p:sp>
        <p:nvSpPr>
          <p:cNvPr id="13" name="Freeform 52">
            <a:extLst>
              <a:ext uri="{FF2B5EF4-FFF2-40B4-BE49-F238E27FC236}">
                <a16:creationId xmlns:a16="http://schemas.microsoft.com/office/drawing/2014/main" id="{8C821F99-9CAC-4AF4-A510-C489D83FB6B7}"/>
              </a:ext>
            </a:extLst>
          </p:cNvPr>
          <p:cNvSpPr>
            <a:spLocks noEditPoints="1"/>
          </p:cNvSpPr>
          <p:nvPr userDrawn="1"/>
        </p:nvSpPr>
        <p:spPr bwMode="auto">
          <a:xfrm>
            <a:off x="114520" y="450603"/>
            <a:ext cx="563441" cy="659948"/>
          </a:xfrm>
          <a:custGeom>
            <a:avLst/>
            <a:gdLst>
              <a:gd name="T0" fmla="*/ 342 w 495"/>
              <a:gd name="T1" fmla="*/ 490 h 581"/>
              <a:gd name="T2" fmla="*/ 267 w 495"/>
              <a:gd name="T3" fmla="*/ 393 h 581"/>
              <a:gd name="T4" fmla="*/ 155 w 495"/>
              <a:gd name="T5" fmla="*/ 426 h 581"/>
              <a:gd name="T6" fmla="*/ 159 w 495"/>
              <a:gd name="T7" fmla="*/ 351 h 581"/>
              <a:gd name="T8" fmla="*/ 108 w 495"/>
              <a:gd name="T9" fmla="*/ 266 h 581"/>
              <a:gd name="T10" fmla="*/ 118 w 495"/>
              <a:gd name="T11" fmla="*/ 114 h 581"/>
              <a:gd name="T12" fmla="*/ 157 w 495"/>
              <a:gd name="T13" fmla="*/ 118 h 581"/>
              <a:gd name="T14" fmla="*/ 168 w 495"/>
              <a:gd name="T15" fmla="*/ 129 h 581"/>
              <a:gd name="T16" fmla="*/ 173 w 495"/>
              <a:gd name="T17" fmla="*/ 168 h 581"/>
              <a:gd name="T18" fmla="*/ 68 w 495"/>
              <a:gd name="T19" fmla="*/ 266 h 581"/>
              <a:gd name="T20" fmla="*/ 153 w 495"/>
              <a:gd name="T21" fmla="*/ 111 h 581"/>
              <a:gd name="T22" fmla="*/ 142 w 495"/>
              <a:gd name="T23" fmla="*/ 149 h 581"/>
              <a:gd name="T24" fmla="*/ 181 w 495"/>
              <a:gd name="T25" fmla="*/ 133 h 581"/>
              <a:gd name="T26" fmla="*/ 182 w 495"/>
              <a:gd name="T27" fmla="*/ 47 h 581"/>
              <a:gd name="T28" fmla="*/ 197 w 495"/>
              <a:gd name="T29" fmla="*/ 282 h 581"/>
              <a:gd name="T30" fmla="*/ 199 w 495"/>
              <a:gd name="T31" fmla="*/ 136 h 581"/>
              <a:gd name="T32" fmla="*/ 201 w 495"/>
              <a:gd name="T33" fmla="*/ 5 h 581"/>
              <a:gd name="T34" fmla="*/ 212 w 495"/>
              <a:gd name="T35" fmla="*/ 61 h 581"/>
              <a:gd name="T36" fmla="*/ 256 w 495"/>
              <a:gd name="T37" fmla="*/ 145 h 581"/>
              <a:gd name="T38" fmla="*/ 279 w 495"/>
              <a:gd name="T39" fmla="*/ 84 h 581"/>
              <a:gd name="T40" fmla="*/ 358 w 495"/>
              <a:gd name="T41" fmla="*/ 54 h 581"/>
              <a:gd name="T42" fmla="*/ 412 w 495"/>
              <a:gd name="T43" fmla="*/ 93 h 581"/>
              <a:gd name="T44" fmla="*/ 431 w 495"/>
              <a:gd name="T45" fmla="*/ 95 h 581"/>
              <a:gd name="T46" fmla="*/ 463 w 495"/>
              <a:gd name="T47" fmla="*/ 155 h 581"/>
              <a:gd name="T48" fmla="*/ 222 w 495"/>
              <a:gd name="T49" fmla="*/ 279 h 581"/>
              <a:gd name="T50" fmla="*/ 350 w 495"/>
              <a:gd name="T51" fmla="*/ 257 h 581"/>
              <a:gd name="T52" fmla="*/ 398 w 495"/>
              <a:gd name="T53" fmla="*/ 210 h 581"/>
              <a:gd name="T54" fmla="*/ 407 w 495"/>
              <a:gd name="T55" fmla="*/ 219 h 581"/>
              <a:gd name="T56" fmla="*/ 412 w 495"/>
              <a:gd name="T57" fmla="*/ 451 h 581"/>
              <a:gd name="T58" fmla="*/ 406 w 495"/>
              <a:gd name="T59" fmla="*/ 320 h 581"/>
              <a:gd name="T60" fmla="*/ 469 w 495"/>
              <a:gd name="T61" fmla="*/ 184 h 581"/>
              <a:gd name="T62" fmla="*/ 460 w 495"/>
              <a:gd name="T63" fmla="*/ 233 h 581"/>
              <a:gd name="T64" fmla="*/ 384 w 495"/>
              <a:gd name="T65" fmla="*/ 222 h 581"/>
              <a:gd name="T66" fmla="*/ 421 w 495"/>
              <a:gd name="T67" fmla="*/ 188 h 581"/>
              <a:gd name="T68" fmla="*/ 364 w 495"/>
              <a:gd name="T69" fmla="*/ 225 h 581"/>
              <a:gd name="T70" fmla="*/ 361 w 495"/>
              <a:gd name="T71" fmla="*/ 188 h 581"/>
              <a:gd name="T72" fmla="*/ 387 w 495"/>
              <a:gd name="T73" fmla="*/ 356 h 581"/>
              <a:gd name="T74" fmla="*/ 220 w 495"/>
              <a:gd name="T75" fmla="*/ 351 h 581"/>
              <a:gd name="T76" fmla="*/ 236 w 495"/>
              <a:gd name="T77" fmla="*/ 315 h 581"/>
              <a:gd name="T78" fmla="*/ 207 w 495"/>
              <a:gd name="T79" fmla="*/ 171 h 581"/>
              <a:gd name="T80" fmla="*/ 239 w 495"/>
              <a:gd name="T81" fmla="*/ 166 h 581"/>
              <a:gd name="T82" fmla="*/ 252 w 495"/>
              <a:gd name="T83" fmla="*/ 158 h 581"/>
              <a:gd name="T84" fmla="*/ 270 w 495"/>
              <a:gd name="T85" fmla="*/ 130 h 581"/>
              <a:gd name="T86" fmla="*/ 279 w 495"/>
              <a:gd name="T87" fmla="*/ 100 h 581"/>
              <a:gd name="T88" fmla="*/ 394 w 495"/>
              <a:gd name="T89" fmla="*/ 130 h 581"/>
              <a:gd name="T90" fmla="*/ 438 w 495"/>
              <a:gd name="T91" fmla="*/ 100 h 581"/>
              <a:gd name="T92" fmla="*/ 439 w 495"/>
              <a:gd name="T93" fmla="*/ 153 h 581"/>
              <a:gd name="T94" fmla="*/ 457 w 495"/>
              <a:gd name="T95" fmla="*/ 159 h 581"/>
              <a:gd name="T96" fmla="*/ 475 w 495"/>
              <a:gd name="T97" fmla="*/ 100 h 581"/>
              <a:gd name="T98" fmla="*/ 456 w 495"/>
              <a:gd name="T99" fmla="*/ 80 h 581"/>
              <a:gd name="T100" fmla="*/ 344 w 495"/>
              <a:gd name="T101" fmla="*/ 34 h 581"/>
              <a:gd name="T102" fmla="*/ 207 w 495"/>
              <a:gd name="T103" fmla="*/ 0 h 581"/>
              <a:gd name="T104" fmla="*/ 173 w 495"/>
              <a:gd name="T105" fmla="*/ 7 h 581"/>
              <a:gd name="T106" fmla="*/ 144 w 495"/>
              <a:gd name="T107" fmla="*/ 23 h 581"/>
              <a:gd name="T108" fmla="*/ 122 w 495"/>
              <a:gd name="T109" fmla="*/ 51 h 581"/>
              <a:gd name="T110" fmla="*/ 149 w 495"/>
              <a:gd name="T111" fmla="*/ 82 h 581"/>
              <a:gd name="T112" fmla="*/ 59 w 495"/>
              <a:gd name="T113" fmla="*/ 98 h 581"/>
              <a:gd name="T114" fmla="*/ 108 w 495"/>
              <a:gd name="T115" fmla="*/ 286 h 581"/>
              <a:gd name="T116" fmla="*/ 153 w 495"/>
              <a:gd name="T117" fmla="*/ 307 h 581"/>
              <a:gd name="T118" fmla="*/ 103 w 495"/>
              <a:gd name="T119" fmla="*/ 418 h 581"/>
              <a:gd name="T120" fmla="*/ 495 w 495"/>
              <a:gd name="T121" fmla="*/ 512 h 5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95" h="581">
                <a:moveTo>
                  <a:pt x="370" y="368"/>
                </a:moveTo>
                <a:cubicBezTo>
                  <a:pt x="334" y="361"/>
                  <a:pt x="334" y="361"/>
                  <a:pt x="334" y="361"/>
                </a:cubicBezTo>
                <a:cubicBezTo>
                  <a:pt x="290" y="370"/>
                  <a:pt x="290" y="370"/>
                  <a:pt x="290" y="370"/>
                </a:cubicBezTo>
                <a:cubicBezTo>
                  <a:pt x="299" y="361"/>
                  <a:pt x="299" y="361"/>
                  <a:pt x="299" y="361"/>
                </a:cubicBezTo>
                <a:cubicBezTo>
                  <a:pt x="338" y="349"/>
                  <a:pt x="338" y="349"/>
                  <a:pt x="338" y="349"/>
                </a:cubicBezTo>
                <a:cubicBezTo>
                  <a:pt x="377" y="362"/>
                  <a:pt x="377" y="362"/>
                  <a:pt x="377" y="362"/>
                </a:cubicBezTo>
                <a:lnTo>
                  <a:pt x="370" y="368"/>
                </a:lnTo>
                <a:close/>
                <a:moveTo>
                  <a:pt x="342" y="490"/>
                </a:moveTo>
                <a:cubicBezTo>
                  <a:pt x="338" y="469"/>
                  <a:pt x="338" y="469"/>
                  <a:pt x="338" y="469"/>
                </a:cubicBezTo>
                <a:cubicBezTo>
                  <a:pt x="350" y="422"/>
                  <a:pt x="350" y="422"/>
                  <a:pt x="350" y="422"/>
                </a:cubicBezTo>
                <a:cubicBezTo>
                  <a:pt x="350" y="422"/>
                  <a:pt x="350" y="422"/>
                  <a:pt x="350" y="422"/>
                </a:cubicBezTo>
                <a:cubicBezTo>
                  <a:pt x="350" y="422"/>
                  <a:pt x="350" y="422"/>
                  <a:pt x="350" y="422"/>
                </a:cubicBezTo>
                <a:cubicBezTo>
                  <a:pt x="365" y="420"/>
                  <a:pt x="365" y="420"/>
                  <a:pt x="365" y="420"/>
                </a:cubicBezTo>
                <a:cubicBezTo>
                  <a:pt x="376" y="493"/>
                  <a:pt x="376" y="493"/>
                  <a:pt x="376" y="493"/>
                </a:cubicBezTo>
                <a:cubicBezTo>
                  <a:pt x="365" y="492"/>
                  <a:pt x="354" y="491"/>
                  <a:pt x="342" y="490"/>
                </a:cubicBezTo>
                <a:close/>
                <a:moveTo>
                  <a:pt x="267" y="393"/>
                </a:moveTo>
                <a:cubicBezTo>
                  <a:pt x="300" y="401"/>
                  <a:pt x="300" y="401"/>
                  <a:pt x="300" y="401"/>
                </a:cubicBezTo>
                <a:cubicBezTo>
                  <a:pt x="345" y="384"/>
                  <a:pt x="345" y="384"/>
                  <a:pt x="345" y="384"/>
                </a:cubicBezTo>
                <a:cubicBezTo>
                  <a:pt x="370" y="396"/>
                  <a:pt x="370" y="396"/>
                  <a:pt x="370" y="396"/>
                </a:cubicBezTo>
                <a:cubicBezTo>
                  <a:pt x="345" y="392"/>
                  <a:pt x="345" y="392"/>
                  <a:pt x="345" y="392"/>
                </a:cubicBezTo>
                <a:cubicBezTo>
                  <a:pt x="299" y="409"/>
                  <a:pt x="299" y="409"/>
                  <a:pt x="299" y="409"/>
                </a:cubicBezTo>
                <a:lnTo>
                  <a:pt x="267" y="393"/>
                </a:lnTo>
                <a:close/>
                <a:moveTo>
                  <a:pt x="172" y="472"/>
                </a:moveTo>
                <a:cubicBezTo>
                  <a:pt x="155" y="426"/>
                  <a:pt x="155" y="426"/>
                  <a:pt x="155" y="426"/>
                </a:cubicBezTo>
                <a:cubicBezTo>
                  <a:pt x="132" y="419"/>
                  <a:pt x="132" y="419"/>
                  <a:pt x="132" y="419"/>
                </a:cubicBezTo>
                <a:cubicBezTo>
                  <a:pt x="171" y="407"/>
                  <a:pt x="171" y="407"/>
                  <a:pt x="171" y="407"/>
                </a:cubicBezTo>
                <a:cubicBezTo>
                  <a:pt x="186" y="457"/>
                  <a:pt x="186" y="457"/>
                  <a:pt x="186" y="457"/>
                </a:cubicBezTo>
                <a:cubicBezTo>
                  <a:pt x="278" y="443"/>
                  <a:pt x="278" y="443"/>
                  <a:pt x="278" y="443"/>
                </a:cubicBezTo>
                <a:lnTo>
                  <a:pt x="172" y="472"/>
                </a:lnTo>
                <a:close/>
                <a:moveTo>
                  <a:pt x="155" y="326"/>
                </a:moveTo>
                <a:cubicBezTo>
                  <a:pt x="159" y="326"/>
                  <a:pt x="159" y="326"/>
                  <a:pt x="159" y="326"/>
                </a:cubicBezTo>
                <a:cubicBezTo>
                  <a:pt x="159" y="351"/>
                  <a:pt x="159" y="351"/>
                  <a:pt x="159" y="351"/>
                </a:cubicBezTo>
                <a:cubicBezTo>
                  <a:pt x="155" y="351"/>
                  <a:pt x="155" y="351"/>
                  <a:pt x="155" y="351"/>
                </a:cubicBezTo>
                <a:lnTo>
                  <a:pt x="155" y="326"/>
                </a:lnTo>
                <a:close/>
                <a:moveTo>
                  <a:pt x="164" y="326"/>
                </a:moveTo>
                <a:cubicBezTo>
                  <a:pt x="187" y="326"/>
                  <a:pt x="187" y="326"/>
                  <a:pt x="187" y="326"/>
                </a:cubicBezTo>
                <a:cubicBezTo>
                  <a:pt x="187" y="351"/>
                  <a:pt x="187" y="351"/>
                  <a:pt x="187" y="351"/>
                </a:cubicBezTo>
                <a:cubicBezTo>
                  <a:pt x="164" y="351"/>
                  <a:pt x="164" y="351"/>
                  <a:pt x="164" y="351"/>
                </a:cubicBezTo>
                <a:lnTo>
                  <a:pt x="164" y="326"/>
                </a:lnTo>
                <a:close/>
                <a:moveTo>
                  <a:pt x="108" y="266"/>
                </a:moveTo>
                <a:cubicBezTo>
                  <a:pt x="108" y="266"/>
                  <a:pt x="108" y="266"/>
                  <a:pt x="108" y="266"/>
                </a:cubicBezTo>
                <a:cubicBezTo>
                  <a:pt x="79" y="266"/>
                  <a:pt x="79" y="266"/>
                  <a:pt x="79" y="266"/>
                </a:cubicBezTo>
                <a:cubicBezTo>
                  <a:pt x="79" y="100"/>
                  <a:pt x="79" y="100"/>
                  <a:pt x="79" y="100"/>
                </a:cubicBezTo>
                <a:cubicBezTo>
                  <a:pt x="110" y="100"/>
                  <a:pt x="110" y="100"/>
                  <a:pt x="110" y="100"/>
                </a:cubicBezTo>
                <a:cubicBezTo>
                  <a:pt x="110" y="98"/>
                  <a:pt x="110" y="98"/>
                  <a:pt x="110" y="98"/>
                </a:cubicBezTo>
                <a:cubicBezTo>
                  <a:pt x="149" y="98"/>
                  <a:pt x="149" y="98"/>
                  <a:pt x="149" y="98"/>
                </a:cubicBezTo>
                <a:cubicBezTo>
                  <a:pt x="149" y="99"/>
                  <a:pt x="149" y="100"/>
                  <a:pt x="150" y="101"/>
                </a:cubicBezTo>
                <a:cubicBezTo>
                  <a:pt x="118" y="114"/>
                  <a:pt x="118" y="114"/>
                  <a:pt x="118" y="114"/>
                </a:cubicBezTo>
                <a:cubicBezTo>
                  <a:pt x="117" y="112"/>
                  <a:pt x="117" y="112"/>
                  <a:pt x="117" y="112"/>
                </a:cubicBezTo>
                <a:cubicBezTo>
                  <a:pt x="117" y="112"/>
                  <a:pt x="117" y="112"/>
                  <a:pt x="117" y="112"/>
                </a:cubicBezTo>
                <a:cubicBezTo>
                  <a:pt x="113" y="114"/>
                  <a:pt x="113" y="114"/>
                  <a:pt x="113" y="114"/>
                </a:cubicBezTo>
                <a:cubicBezTo>
                  <a:pt x="120" y="132"/>
                  <a:pt x="120" y="132"/>
                  <a:pt x="120" y="132"/>
                </a:cubicBezTo>
                <a:cubicBezTo>
                  <a:pt x="124" y="130"/>
                  <a:pt x="124" y="130"/>
                  <a:pt x="124" y="130"/>
                </a:cubicBezTo>
                <a:cubicBezTo>
                  <a:pt x="123" y="128"/>
                  <a:pt x="123" y="128"/>
                  <a:pt x="123" y="128"/>
                </a:cubicBezTo>
                <a:cubicBezTo>
                  <a:pt x="155" y="115"/>
                  <a:pt x="155" y="115"/>
                  <a:pt x="155" y="115"/>
                </a:cubicBezTo>
                <a:cubicBezTo>
                  <a:pt x="156" y="116"/>
                  <a:pt x="157" y="117"/>
                  <a:pt x="157" y="118"/>
                </a:cubicBezTo>
                <a:cubicBezTo>
                  <a:pt x="134" y="142"/>
                  <a:pt x="134" y="142"/>
                  <a:pt x="134" y="142"/>
                </a:cubicBezTo>
                <a:cubicBezTo>
                  <a:pt x="132" y="141"/>
                  <a:pt x="132" y="141"/>
                  <a:pt x="132" y="141"/>
                </a:cubicBezTo>
                <a:cubicBezTo>
                  <a:pt x="132" y="141"/>
                  <a:pt x="132" y="141"/>
                  <a:pt x="132" y="141"/>
                </a:cubicBezTo>
                <a:cubicBezTo>
                  <a:pt x="129" y="144"/>
                  <a:pt x="129" y="144"/>
                  <a:pt x="129" y="144"/>
                </a:cubicBezTo>
                <a:cubicBezTo>
                  <a:pt x="143" y="158"/>
                  <a:pt x="143" y="158"/>
                  <a:pt x="143" y="158"/>
                </a:cubicBezTo>
                <a:cubicBezTo>
                  <a:pt x="146" y="155"/>
                  <a:pt x="146" y="155"/>
                  <a:pt x="146" y="155"/>
                </a:cubicBezTo>
                <a:cubicBezTo>
                  <a:pt x="144" y="153"/>
                  <a:pt x="144" y="153"/>
                  <a:pt x="144" y="153"/>
                </a:cubicBezTo>
                <a:cubicBezTo>
                  <a:pt x="168" y="129"/>
                  <a:pt x="168" y="129"/>
                  <a:pt x="168" y="129"/>
                </a:cubicBezTo>
                <a:cubicBezTo>
                  <a:pt x="169" y="130"/>
                  <a:pt x="170" y="131"/>
                  <a:pt x="171" y="131"/>
                </a:cubicBezTo>
                <a:cubicBezTo>
                  <a:pt x="159" y="163"/>
                  <a:pt x="159" y="163"/>
                  <a:pt x="159" y="163"/>
                </a:cubicBezTo>
                <a:cubicBezTo>
                  <a:pt x="157" y="162"/>
                  <a:pt x="157" y="162"/>
                  <a:pt x="157" y="162"/>
                </a:cubicBezTo>
                <a:cubicBezTo>
                  <a:pt x="157" y="162"/>
                  <a:pt x="157" y="162"/>
                  <a:pt x="157" y="162"/>
                </a:cubicBezTo>
                <a:cubicBezTo>
                  <a:pt x="155" y="166"/>
                  <a:pt x="155" y="166"/>
                  <a:pt x="155" y="166"/>
                </a:cubicBezTo>
                <a:cubicBezTo>
                  <a:pt x="173" y="173"/>
                  <a:pt x="173" y="173"/>
                  <a:pt x="173" y="173"/>
                </a:cubicBezTo>
                <a:cubicBezTo>
                  <a:pt x="175" y="169"/>
                  <a:pt x="175" y="169"/>
                  <a:pt x="175" y="169"/>
                </a:cubicBezTo>
                <a:cubicBezTo>
                  <a:pt x="173" y="168"/>
                  <a:pt x="173" y="168"/>
                  <a:pt x="173" y="168"/>
                </a:cubicBezTo>
                <a:cubicBezTo>
                  <a:pt x="185" y="137"/>
                  <a:pt x="185" y="137"/>
                  <a:pt x="185" y="137"/>
                </a:cubicBezTo>
                <a:cubicBezTo>
                  <a:pt x="187" y="137"/>
                  <a:pt x="188" y="138"/>
                  <a:pt x="190" y="138"/>
                </a:cubicBezTo>
                <a:cubicBezTo>
                  <a:pt x="190" y="171"/>
                  <a:pt x="190" y="171"/>
                  <a:pt x="190" y="171"/>
                </a:cubicBezTo>
                <a:cubicBezTo>
                  <a:pt x="187" y="171"/>
                  <a:pt x="187" y="171"/>
                  <a:pt x="187" y="171"/>
                </a:cubicBezTo>
                <a:cubicBezTo>
                  <a:pt x="187" y="266"/>
                  <a:pt x="187" y="266"/>
                  <a:pt x="187" y="266"/>
                </a:cubicBezTo>
                <a:lnTo>
                  <a:pt x="108" y="266"/>
                </a:lnTo>
                <a:close/>
                <a:moveTo>
                  <a:pt x="74" y="266"/>
                </a:moveTo>
                <a:cubicBezTo>
                  <a:pt x="68" y="266"/>
                  <a:pt x="68" y="266"/>
                  <a:pt x="68" y="266"/>
                </a:cubicBezTo>
                <a:cubicBezTo>
                  <a:pt x="68" y="100"/>
                  <a:pt x="68" y="100"/>
                  <a:pt x="68" y="100"/>
                </a:cubicBezTo>
                <a:cubicBezTo>
                  <a:pt x="74" y="100"/>
                  <a:pt x="74" y="100"/>
                  <a:pt x="74" y="100"/>
                </a:cubicBezTo>
                <a:lnTo>
                  <a:pt x="74" y="266"/>
                </a:lnTo>
                <a:close/>
                <a:moveTo>
                  <a:pt x="153" y="111"/>
                </a:moveTo>
                <a:cubicBezTo>
                  <a:pt x="153" y="112"/>
                  <a:pt x="154" y="112"/>
                  <a:pt x="154" y="113"/>
                </a:cubicBezTo>
                <a:cubicBezTo>
                  <a:pt x="125" y="125"/>
                  <a:pt x="125" y="125"/>
                  <a:pt x="125" y="125"/>
                </a:cubicBezTo>
                <a:cubicBezTo>
                  <a:pt x="124" y="123"/>
                  <a:pt x="124" y="123"/>
                  <a:pt x="124" y="123"/>
                </a:cubicBezTo>
                <a:lnTo>
                  <a:pt x="153" y="111"/>
                </a:lnTo>
                <a:close/>
                <a:moveTo>
                  <a:pt x="122" y="57"/>
                </a:moveTo>
                <a:cubicBezTo>
                  <a:pt x="123" y="55"/>
                  <a:pt x="123" y="55"/>
                  <a:pt x="123" y="55"/>
                </a:cubicBezTo>
                <a:cubicBezTo>
                  <a:pt x="156" y="69"/>
                  <a:pt x="156" y="69"/>
                  <a:pt x="156" y="69"/>
                </a:cubicBezTo>
                <a:cubicBezTo>
                  <a:pt x="155" y="70"/>
                  <a:pt x="155" y="70"/>
                  <a:pt x="155" y="70"/>
                </a:cubicBezTo>
                <a:lnTo>
                  <a:pt x="122" y="57"/>
                </a:lnTo>
                <a:close/>
                <a:moveTo>
                  <a:pt x="166" y="124"/>
                </a:moveTo>
                <a:cubicBezTo>
                  <a:pt x="166" y="125"/>
                  <a:pt x="167" y="125"/>
                  <a:pt x="168" y="126"/>
                </a:cubicBezTo>
                <a:cubicBezTo>
                  <a:pt x="142" y="149"/>
                  <a:pt x="142" y="149"/>
                  <a:pt x="142" y="149"/>
                </a:cubicBezTo>
                <a:cubicBezTo>
                  <a:pt x="141" y="148"/>
                  <a:pt x="141" y="148"/>
                  <a:pt x="141" y="148"/>
                </a:cubicBezTo>
                <a:lnTo>
                  <a:pt x="166" y="124"/>
                </a:lnTo>
                <a:close/>
                <a:moveTo>
                  <a:pt x="140" y="29"/>
                </a:moveTo>
                <a:cubicBezTo>
                  <a:pt x="144" y="30"/>
                  <a:pt x="144" y="30"/>
                  <a:pt x="144" y="30"/>
                </a:cubicBezTo>
                <a:cubicBezTo>
                  <a:pt x="168" y="54"/>
                  <a:pt x="168" y="54"/>
                  <a:pt x="168" y="54"/>
                </a:cubicBezTo>
                <a:cubicBezTo>
                  <a:pt x="166" y="56"/>
                  <a:pt x="166" y="56"/>
                  <a:pt x="166" y="56"/>
                </a:cubicBezTo>
                <a:lnTo>
                  <a:pt x="140" y="29"/>
                </a:lnTo>
                <a:close/>
                <a:moveTo>
                  <a:pt x="181" y="133"/>
                </a:moveTo>
                <a:cubicBezTo>
                  <a:pt x="182" y="133"/>
                  <a:pt x="182" y="134"/>
                  <a:pt x="183" y="134"/>
                </a:cubicBezTo>
                <a:cubicBezTo>
                  <a:pt x="170" y="166"/>
                  <a:pt x="170" y="166"/>
                  <a:pt x="170" y="166"/>
                </a:cubicBezTo>
                <a:cubicBezTo>
                  <a:pt x="168" y="165"/>
                  <a:pt x="168" y="165"/>
                  <a:pt x="168" y="165"/>
                </a:cubicBezTo>
                <a:lnTo>
                  <a:pt x="181" y="133"/>
                </a:lnTo>
                <a:close/>
                <a:moveTo>
                  <a:pt x="167" y="10"/>
                </a:moveTo>
                <a:cubicBezTo>
                  <a:pt x="171" y="17"/>
                  <a:pt x="171" y="17"/>
                  <a:pt x="171" y="17"/>
                </a:cubicBezTo>
                <a:cubicBezTo>
                  <a:pt x="185" y="46"/>
                  <a:pt x="185" y="46"/>
                  <a:pt x="185" y="46"/>
                </a:cubicBezTo>
                <a:cubicBezTo>
                  <a:pt x="184" y="46"/>
                  <a:pt x="183" y="47"/>
                  <a:pt x="182" y="47"/>
                </a:cubicBezTo>
                <a:lnTo>
                  <a:pt x="167" y="10"/>
                </a:lnTo>
                <a:close/>
                <a:moveTo>
                  <a:pt x="197" y="323"/>
                </a:moveTo>
                <a:cubicBezTo>
                  <a:pt x="197" y="323"/>
                  <a:pt x="197" y="323"/>
                  <a:pt x="197" y="323"/>
                </a:cubicBezTo>
                <a:cubicBezTo>
                  <a:pt x="201" y="328"/>
                  <a:pt x="201" y="328"/>
                  <a:pt x="201" y="328"/>
                </a:cubicBezTo>
                <a:cubicBezTo>
                  <a:pt x="201" y="351"/>
                  <a:pt x="201" y="351"/>
                  <a:pt x="201" y="351"/>
                </a:cubicBezTo>
                <a:cubicBezTo>
                  <a:pt x="197" y="351"/>
                  <a:pt x="197" y="351"/>
                  <a:pt x="197" y="351"/>
                </a:cubicBezTo>
                <a:lnTo>
                  <a:pt x="197" y="323"/>
                </a:lnTo>
                <a:close/>
                <a:moveTo>
                  <a:pt x="197" y="282"/>
                </a:moveTo>
                <a:cubicBezTo>
                  <a:pt x="197" y="282"/>
                  <a:pt x="197" y="282"/>
                  <a:pt x="197" y="282"/>
                </a:cubicBezTo>
                <a:cubicBezTo>
                  <a:pt x="201" y="287"/>
                  <a:pt x="201" y="287"/>
                  <a:pt x="201" y="287"/>
                </a:cubicBezTo>
                <a:cubicBezTo>
                  <a:pt x="201" y="307"/>
                  <a:pt x="201" y="307"/>
                  <a:pt x="201" y="307"/>
                </a:cubicBezTo>
                <a:cubicBezTo>
                  <a:pt x="197" y="307"/>
                  <a:pt x="197" y="307"/>
                  <a:pt x="197" y="307"/>
                </a:cubicBezTo>
                <a:lnTo>
                  <a:pt x="197" y="282"/>
                </a:lnTo>
                <a:close/>
                <a:moveTo>
                  <a:pt x="197" y="171"/>
                </a:moveTo>
                <a:cubicBezTo>
                  <a:pt x="199" y="171"/>
                  <a:pt x="199" y="171"/>
                  <a:pt x="199" y="171"/>
                </a:cubicBezTo>
                <a:cubicBezTo>
                  <a:pt x="199" y="136"/>
                  <a:pt x="199" y="136"/>
                  <a:pt x="199" y="136"/>
                </a:cubicBezTo>
                <a:cubicBezTo>
                  <a:pt x="200" y="136"/>
                  <a:pt x="201" y="136"/>
                  <a:pt x="201" y="136"/>
                </a:cubicBezTo>
                <a:cubicBezTo>
                  <a:pt x="201" y="171"/>
                  <a:pt x="201" y="171"/>
                  <a:pt x="201" y="171"/>
                </a:cubicBezTo>
                <a:cubicBezTo>
                  <a:pt x="201" y="171"/>
                  <a:pt x="201" y="171"/>
                  <a:pt x="201" y="171"/>
                </a:cubicBezTo>
                <a:cubicBezTo>
                  <a:pt x="201" y="267"/>
                  <a:pt x="201" y="267"/>
                  <a:pt x="201" y="267"/>
                </a:cubicBezTo>
                <a:cubicBezTo>
                  <a:pt x="197" y="267"/>
                  <a:pt x="197" y="267"/>
                  <a:pt x="197" y="267"/>
                </a:cubicBezTo>
                <a:lnTo>
                  <a:pt x="197" y="171"/>
                </a:lnTo>
                <a:close/>
                <a:moveTo>
                  <a:pt x="199" y="5"/>
                </a:moveTo>
                <a:cubicBezTo>
                  <a:pt x="201" y="5"/>
                  <a:pt x="201" y="5"/>
                  <a:pt x="201" y="5"/>
                </a:cubicBezTo>
                <a:cubicBezTo>
                  <a:pt x="201" y="45"/>
                  <a:pt x="201" y="45"/>
                  <a:pt x="201" y="45"/>
                </a:cubicBezTo>
                <a:cubicBezTo>
                  <a:pt x="201" y="45"/>
                  <a:pt x="200" y="45"/>
                  <a:pt x="199" y="44"/>
                </a:cubicBezTo>
                <a:lnTo>
                  <a:pt x="199" y="5"/>
                </a:lnTo>
                <a:close/>
                <a:moveTo>
                  <a:pt x="212" y="61"/>
                </a:moveTo>
                <a:cubicBezTo>
                  <a:pt x="217" y="61"/>
                  <a:pt x="222" y="66"/>
                  <a:pt x="222" y="71"/>
                </a:cubicBezTo>
                <a:cubicBezTo>
                  <a:pt x="222" y="77"/>
                  <a:pt x="217" y="81"/>
                  <a:pt x="212" y="81"/>
                </a:cubicBezTo>
                <a:cubicBezTo>
                  <a:pt x="206" y="81"/>
                  <a:pt x="202" y="77"/>
                  <a:pt x="202" y="71"/>
                </a:cubicBezTo>
                <a:cubicBezTo>
                  <a:pt x="202" y="66"/>
                  <a:pt x="206" y="61"/>
                  <a:pt x="212" y="61"/>
                </a:cubicBezTo>
                <a:close/>
                <a:moveTo>
                  <a:pt x="231" y="164"/>
                </a:moveTo>
                <a:cubicBezTo>
                  <a:pt x="230" y="164"/>
                  <a:pt x="230" y="164"/>
                  <a:pt x="230" y="164"/>
                </a:cubicBezTo>
                <a:cubicBezTo>
                  <a:pt x="217" y="131"/>
                  <a:pt x="217" y="131"/>
                  <a:pt x="217" y="131"/>
                </a:cubicBezTo>
                <a:cubicBezTo>
                  <a:pt x="220" y="130"/>
                  <a:pt x="220" y="130"/>
                  <a:pt x="220" y="130"/>
                </a:cubicBezTo>
                <a:lnTo>
                  <a:pt x="231" y="164"/>
                </a:lnTo>
                <a:close/>
                <a:moveTo>
                  <a:pt x="233" y="119"/>
                </a:moveTo>
                <a:cubicBezTo>
                  <a:pt x="258" y="143"/>
                  <a:pt x="258" y="143"/>
                  <a:pt x="258" y="143"/>
                </a:cubicBezTo>
                <a:cubicBezTo>
                  <a:pt x="256" y="145"/>
                  <a:pt x="256" y="145"/>
                  <a:pt x="256" y="145"/>
                </a:cubicBezTo>
                <a:cubicBezTo>
                  <a:pt x="231" y="120"/>
                  <a:pt x="231" y="120"/>
                  <a:pt x="231" y="120"/>
                </a:cubicBezTo>
                <a:cubicBezTo>
                  <a:pt x="232" y="120"/>
                  <a:pt x="232" y="119"/>
                  <a:pt x="233" y="119"/>
                </a:cubicBezTo>
                <a:close/>
                <a:moveTo>
                  <a:pt x="241" y="103"/>
                </a:moveTo>
                <a:cubicBezTo>
                  <a:pt x="273" y="116"/>
                  <a:pt x="273" y="116"/>
                  <a:pt x="273" y="116"/>
                </a:cubicBezTo>
                <a:cubicBezTo>
                  <a:pt x="272" y="118"/>
                  <a:pt x="272" y="118"/>
                  <a:pt x="272" y="118"/>
                </a:cubicBezTo>
                <a:cubicBezTo>
                  <a:pt x="240" y="104"/>
                  <a:pt x="240" y="104"/>
                  <a:pt x="240" y="104"/>
                </a:cubicBezTo>
                <a:cubicBezTo>
                  <a:pt x="240" y="104"/>
                  <a:pt x="241" y="103"/>
                  <a:pt x="241" y="103"/>
                </a:cubicBezTo>
                <a:close/>
                <a:moveTo>
                  <a:pt x="279" y="84"/>
                </a:moveTo>
                <a:cubicBezTo>
                  <a:pt x="375" y="84"/>
                  <a:pt x="375" y="84"/>
                  <a:pt x="375" y="84"/>
                </a:cubicBezTo>
                <a:cubicBezTo>
                  <a:pt x="375" y="88"/>
                  <a:pt x="375" y="88"/>
                  <a:pt x="375" y="88"/>
                </a:cubicBezTo>
                <a:cubicBezTo>
                  <a:pt x="279" y="88"/>
                  <a:pt x="279" y="88"/>
                  <a:pt x="279" y="88"/>
                </a:cubicBezTo>
                <a:lnTo>
                  <a:pt x="279" y="84"/>
                </a:lnTo>
                <a:close/>
                <a:moveTo>
                  <a:pt x="359" y="55"/>
                </a:moveTo>
                <a:cubicBezTo>
                  <a:pt x="362" y="80"/>
                  <a:pt x="362" y="80"/>
                  <a:pt x="362" y="80"/>
                </a:cubicBezTo>
                <a:cubicBezTo>
                  <a:pt x="360" y="80"/>
                  <a:pt x="360" y="80"/>
                  <a:pt x="360" y="80"/>
                </a:cubicBezTo>
                <a:cubicBezTo>
                  <a:pt x="358" y="54"/>
                  <a:pt x="358" y="54"/>
                  <a:pt x="358" y="54"/>
                </a:cubicBezTo>
                <a:lnTo>
                  <a:pt x="359" y="55"/>
                </a:lnTo>
                <a:close/>
                <a:moveTo>
                  <a:pt x="370" y="67"/>
                </a:moveTo>
                <a:cubicBezTo>
                  <a:pt x="397" y="83"/>
                  <a:pt x="397" y="83"/>
                  <a:pt x="397" y="83"/>
                </a:cubicBezTo>
                <a:cubicBezTo>
                  <a:pt x="397" y="85"/>
                  <a:pt x="397" y="85"/>
                  <a:pt x="397" y="85"/>
                </a:cubicBezTo>
                <a:cubicBezTo>
                  <a:pt x="370" y="72"/>
                  <a:pt x="370" y="72"/>
                  <a:pt x="370" y="72"/>
                </a:cubicBezTo>
                <a:lnTo>
                  <a:pt x="370" y="67"/>
                </a:lnTo>
                <a:close/>
                <a:moveTo>
                  <a:pt x="411" y="89"/>
                </a:moveTo>
                <a:cubicBezTo>
                  <a:pt x="412" y="93"/>
                  <a:pt x="412" y="93"/>
                  <a:pt x="412" y="93"/>
                </a:cubicBezTo>
                <a:cubicBezTo>
                  <a:pt x="382" y="99"/>
                  <a:pt x="382" y="99"/>
                  <a:pt x="382" y="99"/>
                </a:cubicBezTo>
                <a:cubicBezTo>
                  <a:pt x="378" y="97"/>
                  <a:pt x="378" y="97"/>
                  <a:pt x="378" y="97"/>
                </a:cubicBezTo>
                <a:lnTo>
                  <a:pt x="411" y="89"/>
                </a:lnTo>
                <a:close/>
                <a:moveTo>
                  <a:pt x="431" y="95"/>
                </a:moveTo>
                <a:cubicBezTo>
                  <a:pt x="403" y="130"/>
                  <a:pt x="403" y="130"/>
                  <a:pt x="403" y="130"/>
                </a:cubicBezTo>
                <a:cubicBezTo>
                  <a:pt x="400" y="127"/>
                  <a:pt x="400" y="127"/>
                  <a:pt x="400" y="127"/>
                </a:cubicBezTo>
                <a:cubicBezTo>
                  <a:pt x="428" y="91"/>
                  <a:pt x="428" y="91"/>
                  <a:pt x="428" y="91"/>
                </a:cubicBezTo>
                <a:lnTo>
                  <a:pt x="431" y="95"/>
                </a:lnTo>
                <a:close/>
                <a:moveTo>
                  <a:pt x="447" y="98"/>
                </a:moveTo>
                <a:cubicBezTo>
                  <a:pt x="432" y="144"/>
                  <a:pt x="432" y="144"/>
                  <a:pt x="432" y="144"/>
                </a:cubicBezTo>
                <a:cubicBezTo>
                  <a:pt x="430" y="143"/>
                  <a:pt x="430" y="143"/>
                  <a:pt x="430" y="143"/>
                </a:cubicBezTo>
                <a:cubicBezTo>
                  <a:pt x="445" y="96"/>
                  <a:pt x="445" y="96"/>
                  <a:pt x="445" y="96"/>
                </a:cubicBezTo>
                <a:lnTo>
                  <a:pt x="447" y="98"/>
                </a:lnTo>
                <a:close/>
                <a:moveTo>
                  <a:pt x="461" y="95"/>
                </a:moveTo>
                <a:cubicBezTo>
                  <a:pt x="463" y="95"/>
                  <a:pt x="463" y="95"/>
                  <a:pt x="463" y="95"/>
                </a:cubicBezTo>
                <a:cubicBezTo>
                  <a:pt x="463" y="155"/>
                  <a:pt x="463" y="155"/>
                  <a:pt x="463" y="155"/>
                </a:cubicBezTo>
                <a:cubicBezTo>
                  <a:pt x="461" y="155"/>
                  <a:pt x="461" y="155"/>
                  <a:pt x="461" y="155"/>
                </a:cubicBezTo>
                <a:lnTo>
                  <a:pt x="461" y="95"/>
                </a:lnTo>
                <a:close/>
                <a:moveTo>
                  <a:pt x="207" y="286"/>
                </a:moveTo>
                <a:cubicBezTo>
                  <a:pt x="217" y="286"/>
                  <a:pt x="217" y="286"/>
                  <a:pt x="217" y="286"/>
                </a:cubicBezTo>
                <a:cubicBezTo>
                  <a:pt x="217" y="307"/>
                  <a:pt x="217" y="307"/>
                  <a:pt x="217" y="307"/>
                </a:cubicBezTo>
                <a:cubicBezTo>
                  <a:pt x="207" y="307"/>
                  <a:pt x="207" y="307"/>
                  <a:pt x="207" y="307"/>
                </a:cubicBezTo>
                <a:lnTo>
                  <a:pt x="207" y="286"/>
                </a:lnTo>
                <a:close/>
                <a:moveTo>
                  <a:pt x="222" y="279"/>
                </a:moveTo>
                <a:cubicBezTo>
                  <a:pt x="226" y="276"/>
                  <a:pt x="226" y="276"/>
                  <a:pt x="226" y="276"/>
                </a:cubicBezTo>
                <a:cubicBezTo>
                  <a:pt x="226" y="311"/>
                  <a:pt x="226" y="311"/>
                  <a:pt x="226" y="311"/>
                </a:cubicBezTo>
                <a:cubicBezTo>
                  <a:pt x="222" y="309"/>
                  <a:pt x="222" y="309"/>
                  <a:pt x="222" y="309"/>
                </a:cubicBezTo>
                <a:lnTo>
                  <a:pt x="222" y="279"/>
                </a:lnTo>
                <a:close/>
                <a:moveTo>
                  <a:pt x="345" y="260"/>
                </a:moveTo>
                <a:cubicBezTo>
                  <a:pt x="345" y="236"/>
                  <a:pt x="345" y="236"/>
                  <a:pt x="345" y="236"/>
                </a:cubicBezTo>
                <a:cubicBezTo>
                  <a:pt x="348" y="236"/>
                  <a:pt x="348" y="236"/>
                  <a:pt x="348" y="236"/>
                </a:cubicBezTo>
                <a:cubicBezTo>
                  <a:pt x="350" y="257"/>
                  <a:pt x="350" y="257"/>
                  <a:pt x="350" y="257"/>
                </a:cubicBezTo>
                <a:cubicBezTo>
                  <a:pt x="365" y="285"/>
                  <a:pt x="365" y="285"/>
                  <a:pt x="365" y="285"/>
                </a:cubicBezTo>
                <a:lnTo>
                  <a:pt x="345" y="260"/>
                </a:lnTo>
                <a:close/>
                <a:moveTo>
                  <a:pt x="397" y="192"/>
                </a:moveTo>
                <a:cubicBezTo>
                  <a:pt x="397" y="182"/>
                  <a:pt x="397" y="182"/>
                  <a:pt x="397" y="182"/>
                </a:cubicBezTo>
                <a:cubicBezTo>
                  <a:pt x="401" y="182"/>
                  <a:pt x="401" y="182"/>
                  <a:pt x="401" y="182"/>
                </a:cubicBezTo>
                <a:cubicBezTo>
                  <a:pt x="409" y="190"/>
                  <a:pt x="409" y="190"/>
                  <a:pt x="409" y="190"/>
                </a:cubicBezTo>
                <a:cubicBezTo>
                  <a:pt x="407" y="204"/>
                  <a:pt x="407" y="204"/>
                  <a:pt x="407" y="204"/>
                </a:cubicBezTo>
                <a:cubicBezTo>
                  <a:pt x="398" y="210"/>
                  <a:pt x="398" y="210"/>
                  <a:pt x="398" y="210"/>
                </a:cubicBezTo>
                <a:cubicBezTo>
                  <a:pt x="395" y="210"/>
                  <a:pt x="395" y="210"/>
                  <a:pt x="395" y="210"/>
                </a:cubicBezTo>
                <a:cubicBezTo>
                  <a:pt x="395" y="203"/>
                  <a:pt x="395" y="203"/>
                  <a:pt x="395" y="203"/>
                </a:cubicBezTo>
                <a:cubicBezTo>
                  <a:pt x="400" y="203"/>
                  <a:pt x="400" y="203"/>
                  <a:pt x="400" y="203"/>
                </a:cubicBezTo>
                <a:cubicBezTo>
                  <a:pt x="400" y="201"/>
                  <a:pt x="400" y="201"/>
                  <a:pt x="400" y="201"/>
                </a:cubicBezTo>
                <a:cubicBezTo>
                  <a:pt x="395" y="201"/>
                  <a:pt x="395" y="201"/>
                  <a:pt x="395" y="201"/>
                </a:cubicBezTo>
                <a:cubicBezTo>
                  <a:pt x="395" y="192"/>
                  <a:pt x="395" y="192"/>
                  <a:pt x="395" y="192"/>
                </a:cubicBezTo>
                <a:lnTo>
                  <a:pt x="397" y="192"/>
                </a:lnTo>
                <a:close/>
                <a:moveTo>
                  <a:pt x="407" y="219"/>
                </a:moveTo>
                <a:cubicBezTo>
                  <a:pt x="401" y="219"/>
                  <a:pt x="401" y="219"/>
                  <a:pt x="401" y="219"/>
                </a:cubicBezTo>
                <a:cubicBezTo>
                  <a:pt x="401" y="212"/>
                  <a:pt x="401" y="212"/>
                  <a:pt x="401" y="212"/>
                </a:cubicBezTo>
                <a:cubicBezTo>
                  <a:pt x="412" y="206"/>
                  <a:pt x="412" y="206"/>
                  <a:pt x="412" y="206"/>
                </a:cubicBezTo>
                <a:lnTo>
                  <a:pt x="407" y="219"/>
                </a:lnTo>
                <a:close/>
                <a:moveTo>
                  <a:pt x="413" y="497"/>
                </a:moveTo>
                <a:cubicBezTo>
                  <a:pt x="426" y="428"/>
                  <a:pt x="426" y="428"/>
                  <a:pt x="426" y="428"/>
                </a:cubicBezTo>
                <a:cubicBezTo>
                  <a:pt x="423" y="403"/>
                  <a:pt x="423" y="403"/>
                  <a:pt x="423" y="403"/>
                </a:cubicBezTo>
                <a:cubicBezTo>
                  <a:pt x="412" y="451"/>
                  <a:pt x="412" y="451"/>
                  <a:pt x="412" y="451"/>
                </a:cubicBezTo>
                <a:cubicBezTo>
                  <a:pt x="406" y="451"/>
                  <a:pt x="406" y="451"/>
                  <a:pt x="406" y="451"/>
                </a:cubicBezTo>
                <a:cubicBezTo>
                  <a:pt x="406" y="408"/>
                  <a:pt x="406" y="408"/>
                  <a:pt x="406" y="408"/>
                </a:cubicBezTo>
                <a:cubicBezTo>
                  <a:pt x="424" y="395"/>
                  <a:pt x="424" y="395"/>
                  <a:pt x="424" y="395"/>
                </a:cubicBezTo>
                <a:cubicBezTo>
                  <a:pt x="433" y="320"/>
                  <a:pt x="433" y="320"/>
                  <a:pt x="433" y="320"/>
                </a:cubicBezTo>
                <a:cubicBezTo>
                  <a:pt x="398" y="400"/>
                  <a:pt x="398" y="400"/>
                  <a:pt x="398" y="400"/>
                </a:cubicBezTo>
                <a:cubicBezTo>
                  <a:pt x="395" y="400"/>
                  <a:pt x="395" y="400"/>
                  <a:pt x="395" y="400"/>
                </a:cubicBezTo>
                <a:cubicBezTo>
                  <a:pt x="395" y="351"/>
                  <a:pt x="395" y="351"/>
                  <a:pt x="395" y="351"/>
                </a:cubicBezTo>
                <a:cubicBezTo>
                  <a:pt x="406" y="320"/>
                  <a:pt x="406" y="320"/>
                  <a:pt x="406" y="320"/>
                </a:cubicBezTo>
                <a:cubicBezTo>
                  <a:pt x="385" y="302"/>
                  <a:pt x="385" y="302"/>
                  <a:pt x="385" y="302"/>
                </a:cubicBezTo>
                <a:cubicBezTo>
                  <a:pt x="406" y="280"/>
                  <a:pt x="406" y="280"/>
                  <a:pt x="406" y="280"/>
                </a:cubicBezTo>
                <a:cubicBezTo>
                  <a:pt x="413" y="284"/>
                  <a:pt x="413" y="284"/>
                  <a:pt x="413" y="284"/>
                </a:cubicBezTo>
                <a:cubicBezTo>
                  <a:pt x="404" y="301"/>
                  <a:pt x="404" y="301"/>
                  <a:pt x="404" y="301"/>
                </a:cubicBezTo>
                <a:cubicBezTo>
                  <a:pt x="425" y="319"/>
                  <a:pt x="425" y="319"/>
                  <a:pt x="425" y="319"/>
                </a:cubicBezTo>
                <a:cubicBezTo>
                  <a:pt x="456" y="296"/>
                  <a:pt x="456" y="296"/>
                  <a:pt x="456" y="296"/>
                </a:cubicBezTo>
                <a:cubicBezTo>
                  <a:pt x="478" y="218"/>
                  <a:pt x="478" y="218"/>
                  <a:pt x="478" y="218"/>
                </a:cubicBezTo>
                <a:cubicBezTo>
                  <a:pt x="469" y="184"/>
                  <a:pt x="469" y="184"/>
                  <a:pt x="469" y="184"/>
                </a:cubicBezTo>
                <a:cubicBezTo>
                  <a:pt x="482" y="173"/>
                  <a:pt x="482" y="173"/>
                  <a:pt x="482" y="173"/>
                </a:cubicBezTo>
                <a:cubicBezTo>
                  <a:pt x="486" y="167"/>
                  <a:pt x="486" y="167"/>
                  <a:pt x="486" y="167"/>
                </a:cubicBezTo>
                <a:cubicBezTo>
                  <a:pt x="485" y="167"/>
                  <a:pt x="485" y="167"/>
                  <a:pt x="485" y="167"/>
                </a:cubicBezTo>
                <a:cubicBezTo>
                  <a:pt x="485" y="167"/>
                  <a:pt x="485" y="167"/>
                  <a:pt x="485" y="167"/>
                </a:cubicBezTo>
                <a:cubicBezTo>
                  <a:pt x="462" y="176"/>
                  <a:pt x="462" y="176"/>
                  <a:pt x="462" y="176"/>
                </a:cubicBezTo>
                <a:cubicBezTo>
                  <a:pt x="457" y="226"/>
                  <a:pt x="457" y="226"/>
                  <a:pt x="457" y="226"/>
                </a:cubicBezTo>
                <a:cubicBezTo>
                  <a:pt x="417" y="228"/>
                  <a:pt x="417" y="228"/>
                  <a:pt x="417" y="228"/>
                </a:cubicBezTo>
                <a:cubicBezTo>
                  <a:pt x="460" y="233"/>
                  <a:pt x="460" y="233"/>
                  <a:pt x="460" y="233"/>
                </a:cubicBezTo>
                <a:cubicBezTo>
                  <a:pt x="416" y="240"/>
                  <a:pt x="416" y="240"/>
                  <a:pt x="416" y="240"/>
                </a:cubicBezTo>
                <a:cubicBezTo>
                  <a:pt x="421" y="255"/>
                  <a:pt x="421" y="255"/>
                  <a:pt x="421" y="255"/>
                </a:cubicBezTo>
                <a:cubicBezTo>
                  <a:pt x="413" y="265"/>
                  <a:pt x="413" y="265"/>
                  <a:pt x="413" y="265"/>
                </a:cubicBezTo>
                <a:cubicBezTo>
                  <a:pt x="394" y="257"/>
                  <a:pt x="394" y="257"/>
                  <a:pt x="394" y="257"/>
                </a:cubicBezTo>
                <a:cubicBezTo>
                  <a:pt x="377" y="266"/>
                  <a:pt x="377" y="266"/>
                  <a:pt x="377" y="266"/>
                </a:cubicBezTo>
                <a:cubicBezTo>
                  <a:pt x="368" y="256"/>
                  <a:pt x="368" y="256"/>
                  <a:pt x="368" y="256"/>
                </a:cubicBezTo>
                <a:cubicBezTo>
                  <a:pt x="379" y="222"/>
                  <a:pt x="379" y="222"/>
                  <a:pt x="379" y="222"/>
                </a:cubicBezTo>
                <a:cubicBezTo>
                  <a:pt x="384" y="222"/>
                  <a:pt x="384" y="222"/>
                  <a:pt x="384" y="222"/>
                </a:cubicBezTo>
                <a:cubicBezTo>
                  <a:pt x="387" y="251"/>
                  <a:pt x="387" y="251"/>
                  <a:pt x="387" y="251"/>
                </a:cubicBezTo>
                <a:cubicBezTo>
                  <a:pt x="394" y="230"/>
                  <a:pt x="394" y="230"/>
                  <a:pt x="394" y="230"/>
                </a:cubicBezTo>
                <a:cubicBezTo>
                  <a:pt x="411" y="231"/>
                  <a:pt x="411" y="231"/>
                  <a:pt x="411" y="231"/>
                </a:cubicBezTo>
                <a:cubicBezTo>
                  <a:pt x="404" y="228"/>
                  <a:pt x="404" y="228"/>
                  <a:pt x="404" y="228"/>
                </a:cubicBezTo>
                <a:cubicBezTo>
                  <a:pt x="415" y="227"/>
                  <a:pt x="415" y="227"/>
                  <a:pt x="415" y="227"/>
                </a:cubicBezTo>
                <a:cubicBezTo>
                  <a:pt x="412" y="220"/>
                  <a:pt x="412" y="220"/>
                  <a:pt x="412" y="220"/>
                </a:cubicBezTo>
                <a:cubicBezTo>
                  <a:pt x="418" y="210"/>
                  <a:pt x="418" y="210"/>
                  <a:pt x="418" y="210"/>
                </a:cubicBezTo>
                <a:cubicBezTo>
                  <a:pt x="421" y="188"/>
                  <a:pt x="421" y="188"/>
                  <a:pt x="421" y="188"/>
                </a:cubicBezTo>
                <a:cubicBezTo>
                  <a:pt x="406" y="175"/>
                  <a:pt x="406" y="175"/>
                  <a:pt x="406" y="175"/>
                </a:cubicBezTo>
                <a:cubicBezTo>
                  <a:pt x="394" y="176"/>
                  <a:pt x="394" y="176"/>
                  <a:pt x="394" y="176"/>
                </a:cubicBezTo>
                <a:cubicBezTo>
                  <a:pt x="384" y="184"/>
                  <a:pt x="384" y="184"/>
                  <a:pt x="384" y="184"/>
                </a:cubicBezTo>
                <a:cubicBezTo>
                  <a:pt x="381" y="122"/>
                  <a:pt x="381" y="122"/>
                  <a:pt x="381" y="122"/>
                </a:cubicBezTo>
                <a:cubicBezTo>
                  <a:pt x="378" y="118"/>
                  <a:pt x="378" y="118"/>
                  <a:pt x="378" y="118"/>
                </a:cubicBezTo>
                <a:cubicBezTo>
                  <a:pt x="375" y="221"/>
                  <a:pt x="375" y="221"/>
                  <a:pt x="375" y="221"/>
                </a:cubicBezTo>
                <a:cubicBezTo>
                  <a:pt x="367" y="233"/>
                  <a:pt x="367" y="233"/>
                  <a:pt x="367" y="233"/>
                </a:cubicBezTo>
                <a:cubicBezTo>
                  <a:pt x="367" y="233"/>
                  <a:pt x="366" y="232"/>
                  <a:pt x="364" y="225"/>
                </a:cubicBezTo>
                <a:cubicBezTo>
                  <a:pt x="362" y="218"/>
                  <a:pt x="365" y="200"/>
                  <a:pt x="365" y="200"/>
                </a:cubicBezTo>
                <a:cubicBezTo>
                  <a:pt x="373" y="120"/>
                  <a:pt x="373" y="120"/>
                  <a:pt x="373" y="120"/>
                </a:cubicBezTo>
                <a:cubicBezTo>
                  <a:pt x="367" y="127"/>
                  <a:pt x="367" y="127"/>
                  <a:pt x="367" y="127"/>
                </a:cubicBezTo>
                <a:cubicBezTo>
                  <a:pt x="363" y="176"/>
                  <a:pt x="363" y="176"/>
                  <a:pt x="363" y="176"/>
                </a:cubicBezTo>
                <a:cubicBezTo>
                  <a:pt x="345" y="189"/>
                  <a:pt x="345" y="189"/>
                  <a:pt x="345" y="189"/>
                </a:cubicBezTo>
                <a:cubicBezTo>
                  <a:pt x="340" y="215"/>
                  <a:pt x="340" y="215"/>
                  <a:pt x="340" y="215"/>
                </a:cubicBezTo>
                <a:cubicBezTo>
                  <a:pt x="347" y="195"/>
                  <a:pt x="347" y="195"/>
                  <a:pt x="347" y="195"/>
                </a:cubicBezTo>
                <a:cubicBezTo>
                  <a:pt x="361" y="188"/>
                  <a:pt x="361" y="188"/>
                  <a:pt x="361" y="188"/>
                </a:cubicBezTo>
                <a:cubicBezTo>
                  <a:pt x="359" y="201"/>
                  <a:pt x="359" y="201"/>
                  <a:pt x="359" y="201"/>
                </a:cubicBezTo>
                <a:cubicBezTo>
                  <a:pt x="350" y="207"/>
                  <a:pt x="350" y="207"/>
                  <a:pt x="350" y="207"/>
                </a:cubicBezTo>
                <a:cubicBezTo>
                  <a:pt x="332" y="230"/>
                  <a:pt x="332" y="230"/>
                  <a:pt x="332" y="230"/>
                </a:cubicBezTo>
                <a:cubicBezTo>
                  <a:pt x="330" y="270"/>
                  <a:pt x="330" y="270"/>
                  <a:pt x="330" y="270"/>
                </a:cubicBezTo>
                <a:cubicBezTo>
                  <a:pt x="370" y="304"/>
                  <a:pt x="370" y="304"/>
                  <a:pt x="370" y="304"/>
                </a:cubicBezTo>
                <a:cubicBezTo>
                  <a:pt x="361" y="327"/>
                  <a:pt x="361" y="327"/>
                  <a:pt x="361" y="327"/>
                </a:cubicBezTo>
                <a:cubicBezTo>
                  <a:pt x="394" y="351"/>
                  <a:pt x="394" y="351"/>
                  <a:pt x="394" y="351"/>
                </a:cubicBezTo>
                <a:cubicBezTo>
                  <a:pt x="387" y="356"/>
                  <a:pt x="387" y="356"/>
                  <a:pt x="387" y="356"/>
                </a:cubicBezTo>
                <a:cubicBezTo>
                  <a:pt x="350" y="337"/>
                  <a:pt x="350" y="337"/>
                  <a:pt x="350" y="337"/>
                </a:cubicBezTo>
                <a:cubicBezTo>
                  <a:pt x="361" y="327"/>
                  <a:pt x="361" y="327"/>
                  <a:pt x="361" y="327"/>
                </a:cubicBezTo>
                <a:cubicBezTo>
                  <a:pt x="290" y="318"/>
                  <a:pt x="290" y="318"/>
                  <a:pt x="290" y="318"/>
                </a:cubicBezTo>
                <a:cubicBezTo>
                  <a:pt x="253" y="336"/>
                  <a:pt x="253" y="336"/>
                  <a:pt x="253" y="336"/>
                </a:cubicBezTo>
                <a:cubicBezTo>
                  <a:pt x="253" y="350"/>
                  <a:pt x="253" y="350"/>
                  <a:pt x="253" y="350"/>
                </a:cubicBezTo>
                <a:cubicBezTo>
                  <a:pt x="253" y="367"/>
                  <a:pt x="253" y="367"/>
                  <a:pt x="253" y="367"/>
                </a:cubicBezTo>
                <a:cubicBezTo>
                  <a:pt x="229" y="367"/>
                  <a:pt x="229" y="367"/>
                  <a:pt x="229" y="367"/>
                </a:cubicBezTo>
                <a:cubicBezTo>
                  <a:pt x="220" y="351"/>
                  <a:pt x="220" y="351"/>
                  <a:pt x="220" y="351"/>
                </a:cubicBezTo>
                <a:cubicBezTo>
                  <a:pt x="207" y="351"/>
                  <a:pt x="207" y="351"/>
                  <a:pt x="207" y="351"/>
                </a:cubicBezTo>
                <a:cubicBezTo>
                  <a:pt x="207" y="326"/>
                  <a:pt x="207" y="326"/>
                  <a:pt x="207" y="326"/>
                </a:cubicBezTo>
                <a:cubicBezTo>
                  <a:pt x="227" y="326"/>
                  <a:pt x="227" y="326"/>
                  <a:pt x="227" y="326"/>
                </a:cubicBezTo>
                <a:cubicBezTo>
                  <a:pt x="227" y="326"/>
                  <a:pt x="227" y="326"/>
                  <a:pt x="227" y="326"/>
                </a:cubicBezTo>
                <a:cubicBezTo>
                  <a:pt x="232" y="326"/>
                  <a:pt x="235" y="323"/>
                  <a:pt x="235" y="318"/>
                </a:cubicBezTo>
                <a:cubicBezTo>
                  <a:pt x="235" y="318"/>
                  <a:pt x="235" y="318"/>
                  <a:pt x="235" y="318"/>
                </a:cubicBezTo>
                <a:cubicBezTo>
                  <a:pt x="235" y="315"/>
                  <a:pt x="235" y="315"/>
                  <a:pt x="235" y="315"/>
                </a:cubicBezTo>
                <a:cubicBezTo>
                  <a:pt x="236" y="315"/>
                  <a:pt x="236" y="315"/>
                  <a:pt x="236" y="315"/>
                </a:cubicBezTo>
                <a:cubicBezTo>
                  <a:pt x="236" y="286"/>
                  <a:pt x="236" y="286"/>
                  <a:pt x="236" y="286"/>
                </a:cubicBezTo>
                <a:cubicBezTo>
                  <a:pt x="236" y="286"/>
                  <a:pt x="236" y="286"/>
                  <a:pt x="236" y="286"/>
                </a:cubicBezTo>
                <a:cubicBezTo>
                  <a:pt x="236" y="275"/>
                  <a:pt x="236" y="275"/>
                  <a:pt x="236" y="275"/>
                </a:cubicBezTo>
                <a:cubicBezTo>
                  <a:pt x="236" y="275"/>
                  <a:pt x="236" y="275"/>
                  <a:pt x="236" y="274"/>
                </a:cubicBezTo>
                <a:cubicBezTo>
                  <a:pt x="236" y="270"/>
                  <a:pt x="232" y="266"/>
                  <a:pt x="228" y="266"/>
                </a:cubicBezTo>
                <a:cubicBezTo>
                  <a:pt x="227" y="266"/>
                  <a:pt x="227" y="266"/>
                  <a:pt x="227" y="266"/>
                </a:cubicBezTo>
                <a:cubicBezTo>
                  <a:pt x="207" y="266"/>
                  <a:pt x="207" y="266"/>
                  <a:pt x="207" y="266"/>
                </a:cubicBezTo>
                <a:cubicBezTo>
                  <a:pt x="207" y="171"/>
                  <a:pt x="207" y="171"/>
                  <a:pt x="207" y="171"/>
                </a:cubicBezTo>
                <a:cubicBezTo>
                  <a:pt x="205" y="171"/>
                  <a:pt x="205" y="171"/>
                  <a:pt x="205" y="171"/>
                </a:cubicBezTo>
                <a:cubicBezTo>
                  <a:pt x="205" y="138"/>
                  <a:pt x="205" y="138"/>
                  <a:pt x="205" y="138"/>
                </a:cubicBezTo>
                <a:cubicBezTo>
                  <a:pt x="206" y="137"/>
                  <a:pt x="208" y="137"/>
                  <a:pt x="209" y="137"/>
                </a:cubicBezTo>
                <a:cubicBezTo>
                  <a:pt x="221" y="168"/>
                  <a:pt x="221" y="168"/>
                  <a:pt x="221" y="168"/>
                </a:cubicBezTo>
                <a:cubicBezTo>
                  <a:pt x="219" y="169"/>
                  <a:pt x="219" y="169"/>
                  <a:pt x="219" y="169"/>
                </a:cubicBezTo>
                <a:cubicBezTo>
                  <a:pt x="219" y="169"/>
                  <a:pt x="219" y="169"/>
                  <a:pt x="219" y="169"/>
                </a:cubicBezTo>
                <a:cubicBezTo>
                  <a:pt x="220" y="173"/>
                  <a:pt x="220" y="173"/>
                  <a:pt x="220" y="173"/>
                </a:cubicBezTo>
                <a:cubicBezTo>
                  <a:pt x="239" y="166"/>
                  <a:pt x="239" y="166"/>
                  <a:pt x="239" y="166"/>
                </a:cubicBezTo>
                <a:cubicBezTo>
                  <a:pt x="237" y="162"/>
                  <a:pt x="237" y="162"/>
                  <a:pt x="237" y="162"/>
                </a:cubicBezTo>
                <a:cubicBezTo>
                  <a:pt x="235" y="163"/>
                  <a:pt x="235" y="163"/>
                  <a:pt x="235" y="163"/>
                </a:cubicBezTo>
                <a:cubicBezTo>
                  <a:pt x="223" y="131"/>
                  <a:pt x="223" y="131"/>
                  <a:pt x="223" y="131"/>
                </a:cubicBezTo>
                <a:cubicBezTo>
                  <a:pt x="224" y="130"/>
                  <a:pt x="225" y="129"/>
                  <a:pt x="226" y="129"/>
                </a:cubicBezTo>
                <a:cubicBezTo>
                  <a:pt x="250" y="153"/>
                  <a:pt x="250" y="153"/>
                  <a:pt x="250" y="153"/>
                </a:cubicBezTo>
                <a:cubicBezTo>
                  <a:pt x="249" y="155"/>
                  <a:pt x="249" y="155"/>
                  <a:pt x="249" y="155"/>
                </a:cubicBezTo>
                <a:cubicBezTo>
                  <a:pt x="249" y="155"/>
                  <a:pt x="249" y="155"/>
                  <a:pt x="249" y="155"/>
                </a:cubicBezTo>
                <a:cubicBezTo>
                  <a:pt x="252" y="158"/>
                  <a:pt x="252" y="158"/>
                  <a:pt x="252" y="158"/>
                </a:cubicBezTo>
                <a:cubicBezTo>
                  <a:pt x="265" y="144"/>
                  <a:pt x="265" y="144"/>
                  <a:pt x="265" y="144"/>
                </a:cubicBezTo>
                <a:cubicBezTo>
                  <a:pt x="262" y="141"/>
                  <a:pt x="262" y="141"/>
                  <a:pt x="262" y="141"/>
                </a:cubicBezTo>
                <a:cubicBezTo>
                  <a:pt x="261" y="142"/>
                  <a:pt x="261" y="142"/>
                  <a:pt x="261" y="142"/>
                </a:cubicBezTo>
                <a:cubicBezTo>
                  <a:pt x="236" y="118"/>
                  <a:pt x="236" y="118"/>
                  <a:pt x="236" y="118"/>
                </a:cubicBezTo>
                <a:cubicBezTo>
                  <a:pt x="237" y="117"/>
                  <a:pt x="237" y="116"/>
                  <a:pt x="238" y="115"/>
                </a:cubicBezTo>
                <a:cubicBezTo>
                  <a:pt x="271" y="128"/>
                  <a:pt x="271" y="128"/>
                  <a:pt x="271" y="128"/>
                </a:cubicBezTo>
                <a:cubicBezTo>
                  <a:pt x="270" y="130"/>
                  <a:pt x="270" y="130"/>
                  <a:pt x="270" y="130"/>
                </a:cubicBezTo>
                <a:cubicBezTo>
                  <a:pt x="270" y="130"/>
                  <a:pt x="270" y="130"/>
                  <a:pt x="270" y="130"/>
                </a:cubicBezTo>
                <a:cubicBezTo>
                  <a:pt x="274" y="132"/>
                  <a:pt x="274" y="132"/>
                  <a:pt x="274" y="132"/>
                </a:cubicBezTo>
                <a:cubicBezTo>
                  <a:pt x="281" y="114"/>
                  <a:pt x="281" y="114"/>
                  <a:pt x="281" y="114"/>
                </a:cubicBezTo>
                <a:cubicBezTo>
                  <a:pt x="277" y="112"/>
                  <a:pt x="277" y="112"/>
                  <a:pt x="277" y="112"/>
                </a:cubicBezTo>
                <a:cubicBezTo>
                  <a:pt x="277" y="114"/>
                  <a:pt x="277" y="114"/>
                  <a:pt x="277" y="114"/>
                </a:cubicBezTo>
                <a:cubicBezTo>
                  <a:pt x="244" y="101"/>
                  <a:pt x="244" y="101"/>
                  <a:pt x="244" y="101"/>
                </a:cubicBezTo>
                <a:cubicBezTo>
                  <a:pt x="244" y="100"/>
                  <a:pt x="244" y="99"/>
                  <a:pt x="244" y="98"/>
                </a:cubicBezTo>
                <a:cubicBezTo>
                  <a:pt x="279" y="98"/>
                  <a:pt x="279" y="98"/>
                  <a:pt x="279" y="98"/>
                </a:cubicBezTo>
                <a:cubicBezTo>
                  <a:pt x="279" y="100"/>
                  <a:pt x="279" y="100"/>
                  <a:pt x="279" y="100"/>
                </a:cubicBezTo>
                <a:cubicBezTo>
                  <a:pt x="368" y="100"/>
                  <a:pt x="368" y="100"/>
                  <a:pt x="368" y="100"/>
                </a:cubicBezTo>
                <a:cubicBezTo>
                  <a:pt x="369" y="101"/>
                  <a:pt x="369" y="103"/>
                  <a:pt x="370" y="105"/>
                </a:cubicBezTo>
                <a:cubicBezTo>
                  <a:pt x="371" y="109"/>
                  <a:pt x="374" y="112"/>
                  <a:pt x="375" y="112"/>
                </a:cubicBezTo>
                <a:cubicBezTo>
                  <a:pt x="375" y="112"/>
                  <a:pt x="375" y="112"/>
                  <a:pt x="375" y="112"/>
                </a:cubicBezTo>
                <a:cubicBezTo>
                  <a:pt x="375" y="112"/>
                  <a:pt x="375" y="112"/>
                  <a:pt x="375" y="112"/>
                </a:cubicBezTo>
                <a:cubicBezTo>
                  <a:pt x="406" y="100"/>
                  <a:pt x="406" y="100"/>
                  <a:pt x="406" y="100"/>
                </a:cubicBezTo>
                <a:cubicBezTo>
                  <a:pt x="416" y="100"/>
                  <a:pt x="416" y="100"/>
                  <a:pt x="416" y="100"/>
                </a:cubicBezTo>
                <a:cubicBezTo>
                  <a:pt x="394" y="130"/>
                  <a:pt x="394" y="130"/>
                  <a:pt x="394" y="130"/>
                </a:cubicBezTo>
                <a:cubicBezTo>
                  <a:pt x="394" y="130"/>
                  <a:pt x="394" y="130"/>
                  <a:pt x="394" y="130"/>
                </a:cubicBezTo>
                <a:cubicBezTo>
                  <a:pt x="394" y="130"/>
                  <a:pt x="394" y="130"/>
                  <a:pt x="394" y="130"/>
                </a:cubicBezTo>
                <a:cubicBezTo>
                  <a:pt x="394" y="130"/>
                  <a:pt x="394" y="130"/>
                  <a:pt x="394" y="130"/>
                </a:cubicBezTo>
                <a:cubicBezTo>
                  <a:pt x="394" y="130"/>
                  <a:pt x="394" y="130"/>
                  <a:pt x="394" y="130"/>
                </a:cubicBezTo>
                <a:cubicBezTo>
                  <a:pt x="393" y="131"/>
                  <a:pt x="395" y="134"/>
                  <a:pt x="399" y="136"/>
                </a:cubicBezTo>
                <a:cubicBezTo>
                  <a:pt x="403" y="139"/>
                  <a:pt x="406" y="140"/>
                  <a:pt x="407" y="139"/>
                </a:cubicBezTo>
                <a:cubicBezTo>
                  <a:pt x="407" y="139"/>
                  <a:pt x="407" y="139"/>
                  <a:pt x="407" y="139"/>
                </a:cubicBezTo>
                <a:cubicBezTo>
                  <a:pt x="438" y="100"/>
                  <a:pt x="438" y="100"/>
                  <a:pt x="438" y="100"/>
                </a:cubicBezTo>
                <a:cubicBezTo>
                  <a:pt x="439" y="100"/>
                  <a:pt x="439" y="100"/>
                  <a:pt x="439" y="100"/>
                </a:cubicBezTo>
                <a:cubicBezTo>
                  <a:pt x="423" y="147"/>
                  <a:pt x="423" y="147"/>
                  <a:pt x="423" y="147"/>
                </a:cubicBezTo>
                <a:cubicBezTo>
                  <a:pt x="423" y="147"/>
                  <a:pt x="423" y="147"/>
                  <a:pt x="423" y="147"/>
                </a:cubicBezTo>
                <a:cubicBezTo>
                  <a:pt x="423" y="147"/>
                  <a:pt x="423" y="147"/>
                  <a:pt x="423" y="147"/>
                </a:cubicBezTo>
                <a:cubicBezTo>
                  <a:pt x="422" y="149"/>
                  <a:pt x="426" y="151"/>
                  <a:pt x="430" y="153"/>
                </a:cubicBezTo>
                <a:cubicBezTo>
                  <a:pt x="434" y="154"/>
                  <a:pt x="438" y="155"/>
                  <a:pt x="439" y="153"/>
                </a:cubicBezTo>
                <a:cubicBezTo>
                  <a:pt x="439" y="153"/>
                  <a:pt x="439" y="153"/>
                  <a:pt x="439" y="153"/>
                </a:cubicBezTo>
                <a:cubicBezTo>
                  <a:pt x="439" y="153"/>
                  <a:pt x="439" y="153"/>
                  <a:pt x="439" y="153"/>
                </a:cubicBezTo>
                <a:cubicBezTo>
                  <a:pt x="439" y="153"/>
                  <a:pt x="439" y="153"/>
                  <a:pt x="439" y="153"/>
                </a:cubicBezTo>
                <a:cubicBezTo>
                  <a:pt x="439" y="153"/>
                  <a:pt x="439" y="153"/>
                  <a:pt x="439" y="153"/>
                </a:cubicBezTo>
                <a:cubicBezTo>
                  <a:pt x="457" y="100"/>
                  <a:pt x="457" y="100"/>
                  <a:pt x="457" y="100"/>
                </a:cubicBezTo>
                <a:cubicBezTo>
                  <a:pt x="457" y="100"/>
                  <a:pt x="457" y="100"/>
                  <a:pt x="457" y="100"/>
                </a:cubicBezTo>
                <a:cubicBezTo>
                  <a:pt x="457" y="159"/>
                  <a:pt x="457" y="159"/>
                  <a:pt x="457" y="159"/>
                </a:cubicBezTo>
                <a:cubicBezTo>
                  <a:pt x="457" y="159"/>
                  <a:pt x="457" y="159"/>
                  <a:pt x="457" y="159"/>
                </a:cubicBezTo>
                <a:cubicBezTo>
                  <a:pt x="457" y="159"/>
                  <a:pt x="457" y="159"/>
                  <a:pt x="457" y="159"/>
                </a:cubicBezTo>
                <a:cubicBezTo>
                  <a:pt x="457" y="159"/>
                  <a:pt x="457" y="159"/>
                  <a:pt x="457" y="159"/>
                </a:cubicBezTo>
                <a:cubicBezTo>
                  <a:pt x="457" y="159"/>
                  <a:pt x="457" y="159"/>
                  <a:pt x="457" y="159"/>
                </a:cubicBezTo>
                <a:cubicBezTo>
                  <a:pt x="457" y="160"/>
                  <a:pt x="461" y="161"/>
                  <a:pt x="466" y="161"/>
                </a:cubicBezTo>
                <a:cubicBezTo>
                  <a:pt x="471" y="161"/>
                  <a:pt x="474" y="160"/>
                  <a:pt x="475" y="159"/>
                </a:cubicBezTo>
                <a:cubicBezTo>
                  <a:pt x="475" y="159"/>
                  <a:pt x="475" y="159"/>
                  <a:pt x="475" y="159"/>
                </a:cubicBezTo>
                <a:cubicBezTo>
                  <a:pt x="475" y="159"/>
                  <a:pt x="475" y="159"/>
                  <a:pt x="475" y="159"/>
                </a:cubicBezTo>
                <a:cubicBezTo>
                  <a:pt x="475" y="159"/>
                  <a:pt x="475" y="159"/>
                  <a:pt x="475" y="159"/>
                </a:cubicBezTo>
                <a:cubicBezTo>
                  <a:pt x="475" y="159"/>
                  <a:pt x="475" y="159"/>
                  <a:pt x="475" y="159"/>
                </a:cubicBezTo>
                <a:cubicBezTo>
                  <a:pt x="475" y="100"/>
                  <a:pt x="475" y="100"/>
                  <a:pt x="475" y="100"/>
                </a:cubicBezTo>
                <a:cubicBezTo>
                  <a:pt x="481" y="100"/>
                  <a:pt x="481" y="100"/>
                  <a:pt x="481" y="100"/>
                </a:cubicBezTo>
                <a:cubicBezTo>
                  <a:pt x="481" y="88"/>
                  <a:pt x="481" y="88"/>
                  <a:pt x="481" y="88"/>
                </a:cubicBezTo>
                <a:cubicBezTo>
                  <a:pt x="412" y="88"/>
                  <a:pt x="412" y="88"/>
                  <a:pt x="412" y="88"/>
                </a:cubicBezTo>
                <a:cubicBezTo>
                  <a:pt x="412" y="84"/>
                  <a:pt x="412" y="84"/>
                  <a:pt x="412" y="84"/>
                </a:cubicBezTo>
                <a:cubicBezTo>
                  <a:pt x="481" y="84"/>
                  <a:pt x="481" y="84"/>
                  <a:pt x="481" y="84"/>
                </a:cubicBezTo>
                <a:cubicBezTo>
                  <a:pt x="481" y="80"/>
                  <a:pt x="481" y="80"/>
                  <a:pt x="481" y="80"/>
                </a:cubicBezTo>
                <a:cubicBezTo>
                  <a:pt x="456" y="80"/>
                  <a:pt x="456" y="80"/>
                  <a:pt x="456" y="80"/>
                </a:cubicBezTo>
                <a:cubicBezTo>
                  <a:pt x="456" y="80"/>
                  <a:pt x="456" y="80"/>
                  <a:pt x="456" y="80"/>
                </a:cubicBezTo>
                <a:cubicBezTo>
                  <a:pt x="411" y="80"/>
                  <a:pt x="411" y="80"/>
                  <a:pt x="411" y="80"/>
                </a:cubicBezTo>
                <a:cubicBezTo>
                  <a:pt x="404" y="79"/>
                  <a:pt x="386" y="75"/>
                  <a:pt x="374" y="63"/>
                </a:cubicBezTo>
                <a:cubicBezTo>
                  <a:pt x="357" y="46"/>
                  <a:pt x="357" y="34"/>
                  <a:pt x="357" y="34"/>
                </a:cubicBezTo>
                <a:cubicBezTo>
                  <a:pt x="354" y="34"/>
                  <a:pt x="354" y="34"/>
                  <a:pt x="354" y="34"/>
                </a:cubicBezTo>
                <a:cubicBezTo>
                  <a:pt x="354" y="80"/>
                  <a:pt x="354" y="80"/>
                  <a:pt x="354" y="80"/>
                </a:cubicBezTo>
                <a:cubicBezTo>
                  <a:pt x="350" y="80"/>
                  <a:pt x="350" y="80"/>
                  <a:pt x="350" y="80"/>
                </a:cubicBezTo>
                <a:cubicBezTo>
                  <a:pt x="350" y="34"/>
                  <a:pt x="350" y="34"/>
                  <a:pt x="350" y="34"/>
                </a:cubicBezTo>
                <a:cubicBezTo>
                  <a:pt x="344" y="34"/>
                  <a:pt x="344" y="34"/>
                  <a:pt x="344" y="34"/>
                </a:cubicBezTo>
                <a:cubicBezTo>
                  <a:pt x="344" y="80"/>
                  <a:pt x="344" y="80"/>
                  <a:pt x="344" y="80"/>
                </a:cubicBezTo>
                <a:cubicBezTo>
                  <a:pt x="279" y="80"/>
                  <a:pt x="279" y="80"/>
                  <a:pt x="279" y="80"/>
                </a:cubicBezTo>
                <a:cubicBezTo>
                  <a:pt x="279" y="82"/>
                  <a:pt x="279" y="82"/>
                  <a:pt x="279" y="82"/>
                </a:cubicBezTo>
                <a:cubicBezTo>
                  <a:pt x="244" y="82"/>
                  <a:pt x="244" y="82"/>
                  <a:pt x="244" y="82"/>
                </a:cubicBezTo>
                <a:cubicBezTo>
                  <a:pt x="241" y="62"/>
                  <a:pt x="225" y="46"/>
                  <a:pt x="205" y="43"/>
                </a:cubicBezTo>
                <a:cubicBezTo>
                  <a:pt x="205" y="4"/>
                  <a:pt x="205" y="4"/>
                  <a:pt x="205" y="4"/>
                </a:cubicBezTo>
                <a:cubicBezTo>
                  <a:pt x="207" y="4"/>
                  <a:pt x="207" y="4"/>
                  <a:pt x="207" y="4"/>
                </a:cubicBezTo>
                <a:cubicBezTo>
                  <a:pt x="207" y="0"/>
                  <a:pt x="207" y="0"/>
                  <a:pt x="207" y="0"/>
                </a:cubicBezTo>
                <a:cubicBezTo>
                  <a:pt x="187" y="0"/>
                  <a:pt x="187" y="0"/>
                  <a:pt x="187" y="0"/>
                </a:cubicBezTo>
                <a:cubicBezTo>
                  <a:pt x="187" y="4"/>
                  <a:pt x="187" y="4"/>
                  <a:pt x="187" y="4"/>
                </a:cubicBezTo>
                <a:cubicBezTo>
                  <a:pt x="190" y="4"/>
                  <a:pt x="190" y="4"/>
                  <a:pt x="190" y="4"/>
                </a:cubicBezTo>
                <a:cubicBezTo>
                  <a:pt x="190" y="43"/>
                  <a:pt x="190" y="43"/>
                  <a:pt x="190" y="43"/>
                </a:cubicBezTo>
                <a:cubicBezTo>
                  <a:pt x="188" y="43"/>
                  <a:pt x="187" y="43"/>
                  <a:pt x="186" y="43"/>
                </a:cubicBezTo>
                <a:cubicBezTo>
                  <a:pt x="171" y="8"/>
                  <a:pt x="171" y="8"/>
                  <a:pt x="171" y="8"/>
                </a:cubicBezTo>
                <a:cubicBezTo>
                  <a:pt x="173" y="7"/>
                  <a:pt x="173" y="7"/>
                  <a:pt x="173" y="7"/>
                </a:cubicBezTo>
                <a:cubicBezTo>
                  <a:pt x="173" y="7"/>
                  <a:pt x="173" y="7"/>
                  <a:pt x="173" y="7"/>
                </a:cubicBezTo>
                <a:cubicBezTo>
                  <a:pt x="172" y="3"/>
                  <a:pt x="172" y="3"/>
                  <a:pt x="172" y="3"/>
                </a:cubicBezTo>
                <a:cubicBezTo>
                  <a:pt x="154" y="11"/>
                  <a:pt x="154" y="11"/>
                  <a:pt x="154" y="11"/>
                </a:cubicBezTo>
                <a:cubicBezTo>
                  <a:pt x="155" y="15"/>
                  <a:pt x="155" y="15"/>
                  <a:pt x="155" y="15"/>
                </a:cubicBezTo>
                <a:cubicBezTo>
                  <a:pt x="157" y="14"/>
                  <a:pt x="157" y="14"/>
                  <a:pt x="157" y="14"/>
                </a:cubicBezTo>
                <a:cubicBezTo>
                  <a:pt x="172" y="49"/>
                  <a:pt x="172" y="49"/>
                  <a:pt x="172" y="49"/>
                </a:cubicBezTo>
                <a:cubicBezTo>
                  <a:pt x="171" y="49"/>
                  <a:pt x="170" y="50"/>
                  <a:pt x="169" y="51"/>
                </a:cubicBezTo>
                <a:cubicBezTo>
                  <a:pt x="142" y="24"/>
                  <a:pt x="142" y="24"/>
                  <a:pt x="142" y="24"/>
                </a:cubicBezTo>
                <a:cubicBezTo>
                  <a:pt x="144" y="23"/>
                  <a:pt x="144" y="23"/>
                  <a:pt x="144" y="23"/>
                </a:cubicBezTo>
                <a:cubicBezTo>
                  <a:pt x="144" y="23"/>
                  <a:pt x="144" y="23"/>
                  <a:pt x="144" y="23"/>
                </a:cubicBezTo>
                <a:cubicBezTo>
                  <a:pt x="141" y="20"/>
                  <a:pt x="141" y="20"/>
                  <a:pt x="141" y="20"/>
                </a:cubicBezTo>
                <a:cubicBezTo>
                  <a:pt x="127" y="34"/>
                  <a:pt x="127" y="34"/>
                  <a:pt x="127" y="34"/>
                </a:cubicBezTo>
                <a:cubicBezTo>
                  <a:pt x="130" y="37"/>
                  <a:pt x="130" y="37"/>
                  <a:pt x="130" y="37"/>
                </a:cubicBezTo>
                <a:cubicBezTo>
                  <a:pt x="132" y="35"/>
                  <a:pt x="132" y="35"/>
                  <a:pt x="132" y="35"/>
                </a:cubicBezTo>
                <a:cubicBezTo>
                  <a:pt x="158" y="61"/>
                  <a:pt x="158" y="61"/>
                  <a:pt x="158" y="61"/>
                </a:cubicBezTo>
                <a:cubicBezTo>
                  <a:pt x="157" y="62"/>
                  <a:pt x="157" y="63"/>
                  <a:pt x="156" y="64"/>
                </a:cubicBezTo>
                <a:cubicBezTo>
                  <a:pt x="122" y="51"/>
                  <a:pt x="122" y="51"/>
                  <a:pt x="122" y="51"/>
                </a:cubicBezTo>
                <a:cubicBezTo>
                  <a:pt x="123" y="48"/>
                  <a:pt x="123" y="48"/>
                  <a:pt x="123" y="48"/>
                </a:cubicBezTo>
                <a:cubicBezTo>
                  <a:pt x="123" y="48"/>
                  <a:pt x="123" y="48"/>
                  <a:pt x="123" y="48"/>
                </a:cubicBezTo>
                <a:cubicBezTo>
                  <a:pt x="119" y="47"/>
                  <a:pt x="119" y="47"/>
                  <a:pt x="119" y="47"/>
                </a:cubicBezTo>
                <a:cubicBezTo>
                  <a:pt x="112" y="65"/>
                  <a:pt x="112" y="65"/>
                  <a:pt x="112" y="65"/>
                </a:cubicBezTo>
                <a:cubicBezTo>
                  <a:pt x="116" y="66"/>
                  <a:pt x="116" y="66"/>
                  <a:pt x="116" y="66"/>
                </a:cubicBezTo>
                <a:cubicBezTo>
                  <a:pt x="116" y="64"/>
                  <a:pt x="116" y="64"/>
                  <a:pt x="116" y="64"/>
                </a:cubicBezTo>
                <a:cubicBezTo>
                  <a:pt x="150" y="78"/>
                  <a:pt x="150" y="78"/>
                  <a:pt x="150" y="78"/>
                </a:cubicBezTo>
                <a:cubicBezTo>
                  <a:pt x="150" y="79"/>
                  <a:pt x="149" y="81"/>
                  <a:pt x="149" y="82"/>
                </a:cubicBezTo>
                <a:cubicBezTo>
                  <a:pt x="110" y="82"/>
                  <a:pt x="110" y="82"/>
                  <a:pt x="110" y="82"/>
                </a:cubicBezTo>
                <a:cubicBezTo>
                  <a:pt x="110" y="80"/>
                  <a:pt x="110" y="80"/>
                  <a:pt x="110" y="80"/>
                </a:cubicBezTo>
                <a:cubicBezTo>
                  <a:pt x="68" y="80"/>
                  <a:pt x="68" y="80"/>
                  <a:pt x="68" y="80"/>
                </a:cubicBezTo>
                <a:cubicBezTo>
                  <a:pt x="68" y="80"/>
                  <a:pt x="68" y="80"/>
                  <a:pt x="67" y="80"/>
                </a:cubicBezTo>
                <a:cubicBezTo>
                  <a:pt x="63" y="80"/>
                  <a:pt x="59" y="84"/>
                  <a:pt x="59" y="89"/>
                </a:cubicBezTo>
                <a:cubicBezTo>
                  <a:pt x="59" y="89"/>
                  <a:pt x="59" y="89"/>
                  <a:pt x="59" y="89"/>
                </a:cubicBezTo>
                <a:cubicBezTo>
                  <a:pt x="59" y="98"/>
                  <a:pt x="59" y="98"/>
                  <a:pt x="59" y="98"/>
                </a:cubicBezTo>
                <a:cubicBezTo>
                  <a:pt x="59" y="98"/>
                  <a:pt x="59" y="98"/>
                  <a:pt x="59" y="98"/>
                </a:cubicBezTo>
                <a:cubicBezTo>
                  <a:pt x="59" y="266"/>
                  <a:pt x="59" y="266"/>
                  <a:pt x="59" y="266"/>
                </a:cubicBezTo>
                <a:cubicBezTo>
                  <a:pt x="59" y="266"/>
                  <a:pt x="59" y="266"/>
                  <a:pt x="59" y="266"/>
                </a:cubicBezTo>
                <a:cubicBezTo>
                  <a:pt x="59" y="277"/>
                  <a:pt x="59" y="277"/>
                  <a:pt x="59" y="277"/>
                </a:cubicBezTo>
                <a:cubicBezTo>
                  <a:pt x="59" y="277"/>
                  <a:pt x="59" y="277"/>
                  <a:pt x="59" y="277"/>
                </a:cubicBezTo>
                <a:cubicBezTo>
                  <a:pt x="59" y="282"/>
                  <a:pt x="63" y="286"/>
                  <a:pt x="67" y="286"/>
                </a:cubicBezTo>
                <a:cubicBezTo>
                  <a:pt x="68" y="286"/>
                  <a:pt x="68" y="286"/>
                  <a:pt x="68" y="286"/>
                </a:cubicBezTo>
                <a:cubicBezTo>
                  <a:pt x="108" y="286"/>
                  <a:pt x="108" y="286"/>
                  <a:pt x="108" y="286"/>
                </a:cubicBezTo>
                <a:cubicBezTo>
                  <a:pt x="108" y="286"/>
                  <a:pt x="108" y="286"/>
                  <a:pt x="108" y="286"/>
                </a:cubicBezTo>
                <a:cubicBezTo>
                  <a:pt x="185" y="286"/>
                  <a:pt x="185" y="286"/>
                  <a:pt x="185" y="286"/>
                </a:cubicBezTo>
                <a:cubicBezTo>
                  <a:pt x="185" y="286"/>
                  <a:pt x="185" y="286"/>
                  <a:pt x="185" y="286"/>
                </a:cubicBezTo>
                <a:cubicBezTo>
                  <a:pt x="187" y="286"/>
                  <a:pt x="187" y="286"/>
                  <a:pt x="187" y="286"/>
                </a:cubicBezTo>
                <a:cubicBezTo>
                  <a:pt x="187" y="307"/>
                  <a:pt x="187" y="307"/>
                  <a:pt x="187" y="307"/>
                </a:cubicBezTo>
                <a:cubicBezTo>
                  <a:pt x="185" y="307"/>
                  <a:pt x="185" y="307"/>
                  <a:pt x="185" y="307"/>
                </a:cubicBezTo>
                <a:cubicBezTo>
                  <a:pt x="185" y="307"/>
                  <a:pt x="185" y="307"/>
                  <a:pt x="185" y="307"/>
                </a:cubicBezTo>
                <a:cubicBezTo>
                  <a:pt x="153" y="307"/>
                  <a:pt x="153" y="307"/>
                  <a:pt x="153" y="307"/>
                </a:cubicBezTo>
                <a:cubicBezTo>
                  <a:pt x="153" y="307"/>
                  <a:pt x="153" y="307"/>
                  <a:pt x="153" y="307"/>
                </a:cubicBezTo>
                <a:cubicBezTo>
                  <a:pt x="148" y="307"/>
                  <a:pt x="145" y="310"/>
                  <a:pt x="145" y="315"/>
                </a:cubicBezTo>
                <a:cubicBezTo>
                  <a:pt x="145" y="315"/>
                  <a:pt x="145" y="315"/>
                  <a:pt x="145" y="315"/>
                </a:cubicBezTo>
                <a:cubicBezTo>
                  <a:pt x="145" y="326"/>
                  <a:pt x="145" y="326"/>
                  <a:pt x="145" y="326"/>
                </a:cubicBezTo>
                <a:cubicBezTo>
                  <a:pt x="145" y="326"/>
                  <a:pt x="145" y="326"/>
                  <a:pt x="145" y="326"/>
                </a:cubicBezTo>
                <a:cubicBezTo>
                  <a:pt x="145" y="351"/>
                  <a:pt x="145" y="351"/>
                  <a:pt x="145" y="351"/>
                </a:cubicBezTo>
                <a:cubicBezTo>
                  <a:pt x="86" y="351"/>
                  <a:pt x="86" y="351"/>
                  <a:pt x="86" y="351"/>
                </a:cubicBezTo>
                <a:cubicBezTo>
                  <a:pt x="87" y="400"/>
                  <a:pt x="87" y="400"/>
                  <a:pt x="87" y="400"/>
                </a:cubicBezTo>
                <a:cubicBezTo>
                  <a:pt x="103" y="418"/>
                  <a:pt x="103" y="418"/>
                  <a:pt x="103" y="418"/>
                </a:cubicBezTo>
                <a:cubicBezTo>
                  <a:pt x="103" y="451"/>
                  <a:pt x="103" y="451"/>
                  <a:pt x="103" y="451"/>
                </a:cubicBezTo>
                <a:cubicBezTo>
                  <a:pt x="122" y="459"/>
                  <a:pt x="122" y="459"/>
                  <a:pt x="122" y="459"/>
                </a:cubicBezTo>
                <a:cubicBezTo>
                  <a:pt x="122" y="505"/>
                  <a:pt x="122" y="505"/>
                  <a:pt x="122" y="505"/>
                </a:cubicBezTo>
                <a:cubicBezTo>
                  <a:pt x="38" y="520"/>
                  <a:pt x="7" y="539"/>
                  <a:pt x="4" y="540"/>
                </a:cubicBezTo>
                <a:cubicBezTo>
                  <a:pt x="0" y="540"/>
                  <a:pt x="19" y="543"/>
                  <a:pt x="46" y="556"/>
                </a:cubicBezTo>
                <a:cubicBezTo>
                  <a:pt x="80" y="572"/>
                  <a:pt x="76" y="581"/>
                  <a:pt x="76" y="581"/>
                </a:cubicBezTo>
                <a:cubicBezTo>
                  <a:pt x="76" y="581"/>
                  <a:pt x="135" y="543"/>
                  <a:pt x="263" y="520"/>
                </a:cubicBezTo>
                <a:cubicBezTo>
                  <a:pt x="330" y="508"/>
                  <a:pt x="451" y="503"/>
                  <a:pt x="495" y="512"/>
                </a:cubicBezTo>
                <a:cubicBezTo>
                  <a:pt x="495" y="512"/>
                  <a:pt x="461" y="504"/>
                  <a:pt x="413" y="497"/>
                </a:cubicBezTo>
                <a:close/>
              </a:path>
            </a:pathLst>
          </a:custGeom>
          <a:solidFill>
            <a:srgbClr val="003778"/>
          </a:solidFill>
          <a:ln>
            <a:noFill/>
          </a:ln>
        </p:spPr>
        <p:txBody>
          <a:bodyPr vert="horz" wrap="square" lIns="91440" tIns="45720" rIns="91440" bIns="45720" numCol="1" anchor="t" anchorCtr="0" compatLnSpc="1">
            <a:prstTxWarp prst="textNoShape">
              <a:avLst/>
            </a:prstTxWarp>
          </a:bodyPr>
          <a:lstStyle/>
          <a:p>
            <a:endParaRPr lang="zh-CN" altLang="en-US" dirty="0"/>
          </a:p>
        </p:txBody>
      </p:sp>
      <p:cxnSp>
        <p:nvCxnSpPr>
          <p:cNvPr id="16" name="直接连接符 15">
            <a:extLst>
              <a:ext uri="{FF2B5EF4-FFF2-40B4-BE49-F238E27FC236}">
                <a16:creationId xmlns:a16="http://schemas.microsoft.com/office/drawing/2014/main" id="{37B9A614-BC4E-4B23-B9D1-2B209AB0743B}"/>
              </a:ext>
            </a:extLst>
          </p:cNvPr>
          <p:cNvCxnSpPr>
            <a:cxnSpLocks/>
          </p:cNvCxnSpPr>
          <p:nvPr userDrawn="1"/>
        </p:nvCxnSpPr>
        <p:spPr>
          <a:xfrm>
            <a:off x="659130" y="1027048"/>
            <a:ext cx="10864850" cy="0"/>
          </a:xfrm>
          <a:prstGeom prst="line">
            <a:avLst/>
          </a:prstGeom>
          <a:ln cap="rnd">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150225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单张图片说明">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40550F8C-09E3-4442-8DC6-E0C639E8B1D8}"/>
              </a:ext>
            </a:extLst>
          </p:cNvPr>
          <p:cNvSpPr/>
          <p:nvPr userDrawn="1"/>
        </p:nvSpPr>
        <p:spPr>
          <a:xfrm>
            <a:off x="0" y="0"/>
            <a:ext cx="12192000" cy="6492875"/>
          </a:xfrm>
          <a:prstGeom prst="rect">
            <a:avLst/>
          </a:prstGeom>
          <a:solidFill>
            <a:schemeClr val="bg1">
              <a:alpha val="93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latin typeface="Microsoft YaHei UI" panose="020B0503020204020204" pitchFamily="34" charset="-122"/>
              <a:ea typeface="Microsoft YaHei UI" panose="020B0503020204020204" pitchFamily="34" charset="-122"/>
            </a:endParaRPr>
          </a:p>
        </p:txBody>
      </p:sp>
      <p:sp>
        <p:nvSpPr>
          <p:cNvPr id="2" name="标题 1">
            <a:extLst>
              <a:ext uri="{FF2B5EF4-FFF2-40B4-BE49-F238E27FC236}">
                <a16:creationId xmlns:a16="http://schemas.microsoft.com/office/drawing/2014/main" id="{F3F78BD0-F462-4621-8C34-D1893B6B97AE}"/>
              </a:ext>
            </a:extLst>
          </p:cNvPr>
          <p:cNvSpPr>
            <a:spLocks noGrp="1"/>
          </p:cNvSpPr>
          <p:nvPr>
            <p:ph type="title"/>
          </p:nvPr>
        </p:nvSpPr>
        <p:spPr>
          <a:xfrm>
            <a:off x="792481" y="574395"/>
            <a:ext cx="7315200" cy="341874"/>
          </a:xfrm>
        </p:spPr>
        <p:txBody>
          <a:bodyPr lIns="0" tIns="0" rIns="0" bIns="0">
            <a:noAutofit/>
          </a:bodyPr>
          <a:lstStyle>
            <a:lvl1pPr>
              <a:defRPr sz="2600" b="1">
                <a:solidFill>
                  <a:schemeClr val="accent1"/>
                </a:solidFill>
              </a:defRPr>
            </a:lvl1pPr>
          </a:lstStyle>
          <a:p>
            <a:r>
              <a:rPr lang="zh-CN" altLang="en-US" dirty="0"/>
              <a:t>单击此处编辑母版标题样式</a:t>
            </a:r>
          </a:p>
        </p:txBody>
      </p:sp>
      <p:sp>
        <p:nvSpPr>
          <p:cNvPr id="7" name="矩形 6">
            <a:extLst>
              <a:ext uri="{FF2B5EF4-FFF2-40B4-BE49-F238E27FC236}">
                <a16:creationId xmlns:a16="http://schemas.microsoft.com/office/drawing/2014/main" id="{273664E7-E6D5-4929-9178-9AD3110374FA}"/>
              </a:ext>
            </a:extLst>
          </p:cNvPr>
          <p:cNvSpPr/>
          <p:nvPr userDrawn="1"/>
        </p:nvSpPr>
        <p:spPr>
          <a:xfrm>
            <a:off x="0" y="6492875"/>
            <a:ext cx="12192000" cy="365125"/>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a:extLst>
              <a:ext uri="{FF2B5EF4-FFF2-40B4-BE49-F238E27FC236}">
                <a16:creationId xmlns:a16="http://schemas.microsoft.com/office/drawing/2014/main" id="{CC1AFDE3-17F7-4C68-81A1-E196F75F6412}"/>
              </a:ext>
            </a:extLst>
          </p:cNvPr>
          <p:cNvPicPr>
            <a:picLocks noChangeAspect="1"/>
          </p:cNvPicPr>
          <p:nvPr userDrawn="1"/>
        </p:nvPicPr>
        <p:blipFill>
          <a:blip r:embed="rId2"/>
          <a:stretch>
            <a:fillRect/>
          </a:stretch>
        </p:blipFill>
        <p:spPr>
          <a:xfrm>
            <a:off x="673100" y="6580054"/>
            <a:ext cx="1330959" cy="203465"/>
          </a:xfrm>
          <a:prstGeom prst="rect">
            <a:avLst/>
          </a:prstGeom>
        </p:spPr>
      </p:pic>
      <p:pic>
        <p:nvPicPr>
          <p:cNvPr id="9" name="图片 8">
            <a:extLst>
              <a:ext uri="{FF2B5EF4-FFF2-40B4-BE49-F238E27FC236}">
                <a16:creationId xmlns:a16="http://schemas.microsoft.com/office/drawing/2014/main" id="{F17405B7-37A0-4A9E-87D3-E7F07F5B2459}"/>
              </a:ext>
            </a:extLst>
          </p:cNvPr>
          <p:cNvPicPr>
            <a:picLocks noChangeAspect="1"/>
          </p:cNvPicPr>
          <p:nvPr userDrawn="1"/>
        </p:nvPicPr>
        <p:blipFill>
          <a:blip r:embed="rId3"/>
          <a:stretch>
            <a:fillRect/>
          </a:stretch>
        </p:blipFill>
        <p:spPr>
          <a:xfrm>
            <a:off x="9997440" y="530517"/>
            <a:ext cx="1521460" cy="380209"/>
          </a:xfrm>
          <a:prstGeom prst="rect">
            <a:avLst/>
          </a:prstGeom>
        </p:spPr>
      </p:pic>
      <p:pic>
        <p:nvPicPr>
          <p:cNvPr id="12" name="图片 11">
            <a:extLst>
              <a:ext uri="{FF2B5EF4-FFF2-40B4-BE49-F238E27FC236}">
                <a16:creationId xmlns:a16="http://schemas.microsoft.com/office/drawing/2014/main" id="{A4F36DF7-8FB7-494A-AB7D-676726F71429}"/>
              </a:ext>
            </a:extLst>
          </p:cNvPr>
          <p:cNvPicPr>
            <a:picLocks noChangeAspect="1"/>
          </p:cNvPicPr>
          <p:nvPr userDrawn="1"/>
        </p:nvPicPr>
        <p:blipFill>
          <a:blip r:embed="rId4"/>
          <a:stretch>
            <a:fillRect/>
          </a:stretch>
        </p:blipFill>
        <p:spPr>
          <a:xfrm>
            <a:off x="8610600" y="6626002"/>
            <a:ext cx="2908300" cy="111568"/>
          </a:xfrm>
          <a:prstGeom prst="rect">
            <a:avLst/>
          </a:prstGeom>
        </p:spPr>
      </p:pic>
      <p:sp>
        <p:nvSpPr>
          <p:cNvPr id="13" name="Freeform 52">
            <a:extLst>
              <a:ext uri="{FF2B5EF4-FFF2-40B4-BE49-F238E27FC236}">
                <a16:creationId xmlns:a16="http://schemas.microsoft.com/office/drawing/2014/main" id="{8C821F99-9CAC-4AF4-A510-C489D83FB6B7}"/>
              </a:ext>
            </a:extLst>
          </p:cNvPr>
          <p:cNvSpPr>
            <a:spLocks noEditPoints="1"/>
          </p:cNvSpPr>
          <p:nvPr userDrawn="1"/>
        </p:nvSpPr>
        <p:spPr bwMode="auto">
          <a:xfrm>
            <a:off x="114520" y="450603"/>
            <a:ext cx="563441" cy="659948"/>
          </a:xfrm>
          <a:custGeom>
            <a:avLst/>
            <a:gdLst>
              <a:gd name="T0" fmla="*/ 342 w 495"/>
              <a:gd name="T1" fmla="*/ 490 h 581"/>
              <a:gd name="T2" fmla="*/ 267 w 495"/>
              <a:gd name="T3" fmla="*/ 393 h 581"/>
              <a:gd name="T4" fmla="*/ 155 w 495"/>
              <a:gd name="T5" fmla="*/ 426 h 581"/>
              <a:gd name="T6" fmla="*/ 159 w 495"/>
              <a:gd name="T7" fmla="*/ 351 h 581"/>
              <a:gd name="T8" fmla="*/ 108 w 495"/>
              <a:gd name="T9" fmla="*/ 266 h 581"/>
              <a:gd name="T10" fmla="*/ 118 w 495"/>
              <a:gd name="T11" fmla="*/ 114 h 581"/>
              <a:gd name="T12" fmla="*/ 157 w 495"/>
              <a:gd name="T13" fmla="*/ 118 h 581"/>
              <a:gd name="T14" fmla="*/ 168 w 495"/>
              <a:gd name="T15" fmla="*/ 129 h 581"/>
              <a:gd name="T16" fmla="*/ 173 w 495"/>
              <a:gd name="T17" fmla="*/ 168 h 581"/>
              <a:gd name="T18" fmla="*/ 68 w 495"/>
              <a:gd name="T19" fmla="*/ 266 h 581"/>
              <a:gd name="T20" fmla="*/ 153 w 495"/>
              <a:gd name="T21" fmla="*/ 111 h 581"/>
              <a:gd name="T22" fmla="*/ 142 w 495"/>
              <a:gd name="T23" fmla="*/ 149 h 581"/>
              <a:gd name="T24" fmla="*/ 181 w 495"/>
              <a:gd name="T25" fmla="*/ 133 h 581"/>
              <a:gd name="T26" fmla="*/ 182 w 495"/>
              <a:gd name="T27" fmla="*/ 47 h 581"/>
              <a:gd name="T28" fmla="*/ 197 w 495"/>
              <a:gd name="T29" fmla="*/ 282 h 581"/>
              <a:gd name="T30" fmla="*/ 199 w 495"/>
              <a:gd name="T31" fmla="*/ 136 h 581"/>
              <a:gd name="T32" fmla="*/ 201 w 495"/>
              <a:gd name="T33" fmla="*/ 5 h 581"/>
              <a:gd name="T34" fmla="*/ 212 w 495"/>
              <a:gd name="T35" fmla="*/ 61 h 581"/>
              <a:gd name="T36" fmla="*/ 256 w 495"/>
              <a:gd name="T37" fmla="*/ 145 h 581"/>
              <a:gd name="T38" fmla="*/ 279 w 495"/>
              <a:gd name="T39" fmla="*/ 84 h 581"/>
              <a:gd name="T40" fmla="*/ 358 w 495"/>
              <a:gd name="T41" fmla="*/ 54 h 581"/>
              <a:gd name="T42" fmla="*/ 412 w 495"/>
              <a:gd name="T43" fmla="*/ 93 h 581"/>
              <a:gd name="T44" fmla="*/ 431 w 495"/>
              <a:gd name="T45" fmla="*/ 95 h 581"/>
              <a:gd name="T46" fmla="*/ 463 w 495"/>
              <a:gd name="T47" fmla="*/ 155 h 581"/>
              <a:gd name="T48" fmla="*/ 222 w 495"/>
              <a:gd name="T49" fmla="*/ 279 h 581"/>
              <a:gd name="T50" fmla="*/ 350 w 495"/>
              <a:gd name="T51" fmla="*/ 257 h 581"/>
              <a:gd name="T52" fmla="*/ 398 w 495"/>
              <a:gd name="T53" fmla="*/ 210 h 581"/>
              <a:gd name="T54" fmla="*/ 407 w 495"/>
              <a:gd name="T55" fmla="*/ 219 h 581"/>
              <a:gd name="T56" fmla="*/ 412 w 495"/>
              <a:gd name="T57" fmla="*/ 451 h 581"/>
              <a:gd name="T58" fmla="*/ 406 w 495"/>
              <a:gd name="T59" fmla="*/ 320 h 581"/>
              <a:gd name="T60" fmla="*/ 469 w 495"/>
              <a:gd name="T61" fmla="*/ 184 h 581"/>
              <a:gd name="T62" fmla="*/ 460 w 495"/>
              <a:gd name="T63" fmla="*/ 233 h 581"/>
              <a:gd name="T64" fmla="*/ 384 w 495"/>
              <a:gd name="T65" fmla="*/ 222 h 581"/>
              <a:gd name="T66" fmla="*/ 421 w 495"/>
              <a:gd name="T67" fmla="*/ 188 h 581"/>
              <a:gd name="T68" fmla="*/ 364 w 495"/>
              <a:gd name="T69" fmla="*/ 225 h 581"/>
              <a:gd name="T70" fmla="*/ 361 w 495"/>
              <a:gd name="T71" fmla="*/ 188 h 581"/>
              <a:gd name="T72" fmla="*/ 387 w 495"/>
              <a:gd name="T73" fmla="*/ 356 h 581"/>
              <a:gd name="T74" fmla="*/ 220 w 495"/>
              <a:gd name="T75" fmla="*/ 351 h 581"/>
              <a:gd name="T76" fmla="*/ 236 w 495"/>
              <a:gd name="T77" fmla="*/ 315 h 581"/>
              <a:gd name="T78" fmla="*/ 207 w 495"/>
              <a:gd name="T79" fmla="*/ 171 h 581"/>
              <a:gd name="T80" fmla="*/ 239 w 495"/>
              <a:gd name="T81" fmla="*/ 166 h 581"/>
              <a:gd name="T82" fmla="*/ 252 w 495"/>
              <a:gd name="T83" fmla="*/ 158 h 581"/>
              <a:gd name="T84" fmla="*/ 270 w 495"/>
              <a:gd name="T85" fmla="*/ 130 h 581"/>
              <a:gd name="T86" fmla="*/ 279 w 495"/>
              <a:gd name="T87" fmla="*/ 100 h 581"/>
              <a:gd name="T88" fmla="*/ 394 w 495"/>
              <a:gd name="T89" fmla="*/ 130 h 581"/>
              <a:gd name="T90" fmla="*/ 438 w 495"/>
              <a:gd name="T91" fmla="*/ 100 h 581"/>
              <a:gd name="T92" fmla="*/ 439 w 495"/>
              <a:gd name="T93" fmla="*/ 153 h 581"/>
              <a:gd name="T94" fmla="*/ 457 w 495"/>
              <a:gd name="T95" fmla="*/ 159 h 581"/>
              <a:gd name="T96" fmla="*/ 475 w 495"/>
              <a:gd name="T97" fmla="*/ 100 h 581"/>
              <a:gd name="T98" fmla="*/ 456 w 495"/>
              <a:gd name="T99" fmla="*/ 80 h 581"/>
              <a:gd name="T100" fmla="*/ 344 w 495"/>
              <a:gd name="T101" fmla="*/ 34 h 581"/>
              <a:gd name="T102" fmla="*/ 207 w 495"/>
              <a:gd name="T103" fmla="*/ 0 h 581"/>
              <a:gd name="T104" fmla="*/ 173 w 495"/>
              <a:gd name="T105" fmla="*/ 7 h 581"/>
              <a:gd name="T106" fmla="*/ 144 w 495"/>
              <a:gd name="T107" fmla="*/ 23 h 581"/>
              <a:gd name="T108" fmla="*/ 122 w 495"/>
              <a:gd name="T109" fmla="*/ 51 h 581"/>
              <a:gd name="T110" fmla="*/ 149 w 495"/>
              <a:gd name="T111" fmla="*/ 82 h 581"/>
              <a:gd name="T112" fmla="*/ 59 w 495"/>
              <a:gd name="T113" fmla="*/ 98 h 581"/>
              <a:gd name="T114" fmla="*/ 108 w 495"/>
              <a:gd name="T115" fmla="*/ 286 h 581"/>
              <a:gd name="T116" fmla="*/ 153 w 495"/>
              <a:gd name="T117" fmla="*/ 307 h 581"/>
              <a:gd name="T118" fmla="*/ 103 w 495"/>
              <a:gd name="T119" fmla="*/ 418 h 581"/>
              <a:gd name="T120" fmla="*/ 495 w 495"/>
              <a:gd name="T121" fmla="*/ 512 h 5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95" h="581">
                <a:moveTo>
                  <a:pt x="370" y="368"/>
                </a:moveTo>
                <a:cubicBezTo>
                  <a:pt x="334" y="361"/>
                  <a:pt x="334" y="361"/>
                  <a:pt x="334" y="361"/>
                </a:cubicBezTo>
                <a:cubicBezTo>
                  <a:pt x="290" y="370"/>
                  <a:pt x="290" y="370"/>
                  <a:pt x="290" y="370"/>
                </a:cubicBezTo>
                <a:cubicBezTo>
                  <a:pt x="299" y="361"/>
                  <a:pt x="299" y="361"/>
                  <a:pt x="299" y="361"/>
                </a:cubicBezTo>
                <a:cubicBezTo>
                  <a:pt x="338" y="349"/>
                  <a:pt x="338" y="349"/>
                  <a:pt x="338" y="349"/>
                </a:cubicBezTo>
                <a:cubicBezTo>
                  <a:pt x="377" y="362"/>
                  <a:pt x="377" y="362"/>
                  <a:pt x="377" y="362"/>
                </a:cubicBezTo>
                <a:lnTo>
                  <a:pt x="370" y="368"/>
                </a:lnTo>
                <a:close/>
                <a:moveTo>
                  <a:pt x="342" y="490"/>
                </a:moveTo>
                <a:cubicBezTo>
                  <a:pt x="338" y="469"/>
                  <a:pt x="338" y="469"/>
                  <a:pt x="338" y="469"/>
                </a:cubicBezTo>
                <a:cubicBezTo>
                  <a:pt x="350" y="422"/>
                  <a:pt x="350" y="422"/>
                  <a:pt x="350" y="422"/>
                </a:cubicBezTo>
                <a:cubicBezTo>
                  <a:pt x="350" y="422"/>
                  <a:pt x="350" y="422"/>
                  <a:pt x="350" y="422"/>
                </a:cubicBezTo>
                <a:cubicBezTo>
                  <a:pt x="350" y="422"/>
                  <a:pt x="350" y="422"/>
                  <a:pt x="350" y="422"/>
                </a:cubicBezTo>
                <a:cubicBezTo>
                  <a:pt x="365" y="420"/>
                  <a:pt x="365" y="420"/>
                  <a:pt x="365" y="420"/>
                </a:cubicBezTo>
                <a:cubicBezTo>
                  <a:pt x="376" y="493"/>
                  <a:pt x="376" y="493"/>
                  <a:pt x="376" y="493"/>
                </a:cubicBezTo>
                <a:cubicBezTo>
                  <a:pt x="365" y="492"/>
                  <a:pt x="354" y="491"/>
                  <a:pt x="342" y="490"/>
                </a:cubicBezTo>
                <a:close/>
                <a:moveTo>
                  <a:pt x="267" y="393"/>
                </a:moveTo>
                <a:cubicBezTo>
                  <a:pt x="300" y="401"/>
                  <a:pt x="300" y="401"/>
                  <a:pt x="300" y="401"/>
                </a:cubicBezTo>
                <a:cubicBezTo>
                  <a:pt x="345" y="384"/>
                  <a:pt x="345" y="384"/>
                  <a:pt x="345" y="384"/>
                </a:cubicBezTo>
                <a:cubicBezTo>
                  <a:pt x="370" y="396"/>
                  <a:pt x="370" y="396"/>
                  <a:pt x="370" y="396"/>
                </a:cubicBezTo>
                <a:cubicBezTo>
                  <a:pt x="345" y="392"/>
                  <a:pt x="345" y="392"/>
                  <a:pt x="345" y="392"/>
                </a:cubicBezTo>
                <a:cubicBezTo>
                  <a:pt x="299" y="409"/>
                  <a:pt x="299" y="409"/>
                  <a:pt x="299" y="409"/>
                </a:cubicBezTo>
                <a:lnTo>
                  <a:pt x="267" y="393"/>
                </a:lnTo>
                <a:close/>
                <a:moveTo>
                  <a:pt x="172" y="472"/>
                </a:moveTo>
                <a:cubicBezTo>
                  <a:pt x="155" y="426"/>
                  <a:pt x="155" y="426"/>
                  <a:pt x="155" y="426"/>
                </a:cubicBezTo>
                <a:cubicBezTo>
                  <a:pt x="132" y="419"/>
                  <a:pt x="132" y="419"/>
                  <a:pt x="132" y="419"/>
                </a:cubicBezTo>
                <a:cubicBezTo>
                  <a:pt x="171" y="407"/>
                  <a:pt x="171" y="407"/>
                  <a:pt x="171" y="407"/>
                </a:cubicBezTo>
                <a:cubicBezTo>
                  <a:pt x="186" y="457"/>
                  <a:pt x="186" y="457"/>
                  <a:pt x="186" y="457"/>
                </a:cubicBezTo>
                <a:cubicBezTo>
                  <a:pt x="278" y="443"/>
                  <a:pt x="278" y="443"/>
                  <a:pt x="278" y="443"/>
                </a:cubicBezTo>
                <a:lnTo>
                  <a:pt x="172" y="472"/>
                </a:lnTo>
                <a:close/>
                <a:moveTo>
                  <a:pt x="155" y="326"/>
                </a:moveTo>
                <a:cubicBezTo>
                  <a:pt x="159" y="326"/>
                  <a:pt x="159" y="326"/>
                  <a:pt x="159" y="326"/>
                </a:cubicBezTo>
                <a:cubicBezTo>
                  <a:pt x="159" y="351"/>
                  <a:pt x="159" y="351"/>
                  <a:pt x="159" y="351"/>
                </a:cubicBezTo>
                <a:cubicBezTo>
                  <a:pt x="155" y="351"/>
                  <a:pt x="155" y="351"/>
                  <a:pt x="155" y="351"/>
                </a:cubicBezTo>
                <a:lnTo>
                  <a:pt x="155" y="326"/>
                </a:lnTo>
                <a:close/>
                <a:moveTo>
                  <a:pt x="164" y="326"/>
                </a:moveTo>
                <a:cubicBezTo>
                  <a:pt x="187" y="326"/>
                  <a:pt x="187" y="326"/>
                  <a:pt x="187" y="326"/>
                </a:cubicBezTo>
                <a:cubicBezTo>
                  <a:pt x="187" y="351"/>
                  <a:pt x="187" y="351"/>
                  <a:pt x="187" y="351"/>
                </a:cubicBezTo>
                <a:cubicBezTo>
                  <a:pt x="164" y="351"/>
                  <a:pt x="164" y="351"/>
                  <a:pt x="164" y="351"/>
                </a:cubicBezTo>
                <a:lnTo>
                  <a:pt x="164" y="326"/>
                </a:lnTo>
                <a:close/>
                <a:moveTo>
                  <a:pt x="108" y="266"/>
                </a:moveTo>
                <a:cubicBezTo>
                  <a:pt x="108" y="266"/>
                  <a:pt x="108" y="266"/>
                  <a:pt x="108" y="266"/>
                </a:cubicBezTo>
                <a:cubicBezTo>
                  <a:pt x="79" y="266"/>
                  <a:pt x="79" y="266"/>
                  <a:pt x="79" y="266"/>
                </a:cubicBezTo>
                <a:cubicBezTo>
                  <a:pt x="79" y="100"/>
                  <a:pt x="79" y="100"/>
                  <a:pt x="79" y="100"/>
                </a:cubicBezTo>
                <a:cubicBezTo>
                  <a:pt x="110" y="100"/>
                  <a:pt x="110" y="100"/>
                  <a:pt x="110" y="100"/>
                </a:cubicBezTo>
                <a:cubicBezTo>
                  <a:pt x="110" y="98"/>
                  <a:pt x="110" y="98"/>
                  <a:pt x="110" y="98"/>
                </a:cubicBezTo>
                <a:cubicBezTo>
                  <a:pt x="149" y="98"/>
                  <a:pt x="149" y="98"/>
                  <a:pt x="149" y="98"/>
                </a:cubicBezTo>
                <a:cubicBezTo>
                  <a:pt x="149" y="99"/>
                  <a:pt x="149" y="100"/>
                  <a:pt x="150" y="101"/>
                </a:cubicBezTo>
                <a:cubicBezTo>
                  <a:pt x="118" y="114"/>
                  <a:pt x="118" y="114"/>
                  <a:pt x="118" y="114"/>
                </a:cubicBezTo>
                <a:cubicBezTo>
                  <a:pt x="117" y="112"/>
                  <a:pt x="117" y="112"/>
                  <a:pt x="117" y="112"/>
                </a:cubicBezTo>
                <a:cubicBezTo>
                  <a:pt x="117" y="112"/>
                  <a:pt x="117" y="112"/>
                  <a:pt x="117" y="112"/>
                </a:cubicBezTo>
                <a:cubicBezTo>
                  <a:pt x="113" y="114"/>
                  <a:pt x="113" y="114"/>
                  <a:pt x="113" y="114"/>
                </a:cubicBezTo>
                <a:cubicBezTo>
                  <a:pt x="120" y="132"/>
                  <a:pt x="120" y="132"/>
                  <a:pt x="120" y="132"/>
                </a:cubicBezTo>
                <a:cubicBezTo>
                  <a:pt x="124" y="130"/>
                  <a:pt x="124" y="130"/>
                  <a:pt x="124" y="130"/>
                </a:cubicBezTo>
                <a:cubicBezTo>
                  <a:pt x="123" y="128"/>
                  <a:pt x="123" y="128"/>
                  <a:pt x="123" y="128"/>
                </a:cubicBezTo>
                <a:cubicBezTo>
                  <a:pt x="155" y="115"/>
                  <a:pt x="155" y="115"/>
                  <a:pt x="155" y="115"/>
                </a:cubicBezTo>
                <a:cubicBezTo>
                  <a:pt x="156" y="116"/>
                  <a:pt x="157" y="117"/>
                  <a:pt x="157" y="118"/>
                </a:cubicBezTo>
                <a:cubicBezTo>
                  <a:pt x="134" y="142"/>
                  <a:pt x="134" y="142"/>
                  <a:pt x="134" y="142"/>
                </a:cubicBezTo>
                <a:cubicBezTo>
                  <a:pt x="132" y="141"/>
                  <a:pt x="132" y="141"/>
                  <a:pt x="132" y="141"/>
                </a:cubicBezTo>
                <a:cubicBezTo>
                  <a:pt x="132" y="141"/>
                  <a:pt x="132" y="141"/>
                  <a:pt x="132" y="141"/>
                </a:cubicBezTo>
                <a:cubicBezTo>
                  <a:pt x="129" y="144"/>
                  <a:pt x="129" y="144"/>
                  <a:pt x="129" y="144"/>
                </a:cubicBezTo>
                <a:cubicBezTo>
                  <a:pt x="143" y="158"/>
                  <a:pt x="143" y="158"/>
                  <a:pt x="143" y="158"/>
                </a:cubicBezTo>
                <a:cubicBezTo>
                  <a:pt x="146" y="155"/>
                  <a:pt x="146" y="155"/>
                  <a:pt x="146" y="155"/>
                </a:cubicBezTo>
                <a:cubicBezTo>
                  <a:pt x="144" y="153"/>
                  <a:pt x="144" y="153"/>
                  <a:pt x="144" y="153"/>
                </a:cubicBezTo>
                <a:cubicBezTo>
                  <a:pt x="168" y="129"/>
                  <a:pt x="168" y="129"/>
                  <a:pt x="168" y="129"/>
                </a:cubicBezTo>
                <a:cubicBezTo>
                  <a:pt x="169" y="130"/>
                  <a:pt x="170" y="131"/>
                  <a:pt x="171" y="131"/>
                </a:cubicBezTo>
                <a:cubicBezTo>
                  <a:pt x="159" y="163"/>
                  <a:pt x="159" y="163"/>
                  <a:pt x="159" y="163"/>
                </a:cubicBezTo>
                <a:cubicBezTo>
                  <a:pt x="157" y="162"/>
                  <a:pt x="157" y="162"/>
                  <a:pt x="157" y="162"/>
                </a:cubicBezTo>
                <a:cubicBezTo>
                  <a:pt x="157" y="162"/>
                  <a:pt x="157" y="162"/>
                  <a:pt x="157" y="162"/>
                </a:cubicBezTo>
                <a:cubicBezTo>
                  <a:pt x="155" y="166"/>
                  <a:pt x="155" y="166"/>
                  <a:pt x="155" y="166"/>
                </a:cubicBezTo>
                <a:cubicBezTo>
                  <a:pt x="173" y="173"/>
                  <a:pt x="173" y="173"/>
                  <a:pt x="173" y="173"/>
                </a:cubicBezTo>
                <a:cubicBezTo>
                  <a:pt x="175" y="169"/>
                  <a:pt x="175" y="169"/>
                  <a:pt x="175" y="169"/>
                </a:cubicBezTo>
                <a:cubicBezTo>
                  <a:pt x="173" y="168"/>
                  <a:pt x="173" y="168"/>
                  <a:pt x="173" y="168"/>
                </a:cubicBezTo>
                <a:cubicBezTo>
                  <a:pt x="185" y="137"/>
                  <a:pt x="185" y="137"/>
                  <a:pt x="185" y="137"/>
                </a:cubicBezTo>
                <a:cubicBezTo>
                  <a:pt x="187" y="137"/>
                  <a:pt x="188" y="138"/>
                  <a:pt x="190" y="138"/>
                </a:cubicBezTo>
                <a:cubicBezTo>
                  <a:pt x="190" y="171"/>
                  <a:pt x="190" y="171"/>
                  <a:pt x="190" y="171"/>
                </a:cubicBezTo>
                <a:cubicBezTo>
                  <a:pt x="187" y="171"/>
                  <a:pt x="187" y="171"/>
                  <a:pt x="187" y="171"/>
                </a:cubicBezTo>
                <a:cubicBezTo>
                  <a:pt x="187" y="266"/>
                  <a:pt x="187" y="266"/>
                  <a:pt x="187" y="266"/>
                </a:cubicBezTo>
                <a:lnTo>
                  <a:pt x="108" y="266"/>
                </a:lnTo>
                <a:close/>
                <a:moveTo>
                  <a:pt x="74" y="266"/>
                </a:moveTo>
                <a:cubicBezTo>
                  <a:pt x="68" y="266"/>
                  <a:pt x="68" y="266"/>
                  <a:pt x="68" y="266"/>
                </a:cubicBezTo>
                <a:cubicBezTo>
                  <a:pt x="68" y="100"/>
                  <a:pt x="68" y="100"/>
                  <a:pt x="68" y="100"/>
                </a:cubicBezTo>
                <a:cubicBezTo>
                  <a:pt x="74" y="100"/>
                  <a:pt x="74" y="100"/>
                  <a:pt x="74" y="100"/>
                </a:cubicBezTo>
                <a:lnTo>
                  <a:pt x="74" y="266"/>
                </a:lnTo>
                <a:close/>
                <a:moveTo>
                  <a:pt x="153" y="111"/>
                </a:moveTo>
                <a:cubicBezTo>
                  <a:pt x="153" y="112"/>
                  <a:pt x="154" y="112"/>
                  <a:pt x="154" y="113"/>
                </a:cubicBezTo>
                <a:cubicBezTo>
                  <a:pt x="125" y="125"/>
                  <a:pt x="125" y="125"/>
                  <a:pt x="125" y="125"/>
                </a:cubicBezTo>
                <a:cubicBezTo>
                  <a:pt x="124" y="123"/>
                  <a:pt x="124" y="123"/>
                  <a:pt x="124" y="123"/>
                </a:cubicBezTo>
                <a:lnTo>
                  <a:pt x="153" y="111"/>
                </a:lnTo>
                <a:close/>
                <a:moveTo>
                  <a:pt x="122" y="57"/>
                </a:moveTo>
                <a:cubicBezTo>
                  <a:pt x="123" y="55"/>
                  <a:pt x="123" y="55"/>
                  <a:pt x="123" y="55"/>
                </a:cubicBezTo>
                <a:cubicBezTo>
                  <a:pt x="156" y="69"/>
                  <a:pt x="156" y="69"/>
                  <a:pt x="156" y="69"/>
                </a:cubicBezTo>
                <a:cubicBezTo>
                  <a:pt x="155" y="70"/>
                  <a:pt x="155" y="70"/>
                  <a:pt x="155" y="70"/>
                </a:cubicBezTo>
                <a:lnTo>
                  <a:pt x="122" y="57"/>
                </a:lnTo>
                <a:close/>
                <a:moveTo>
                  <a:pt x="166" y="124"/>
                </a:moveTo>
                <a:cubicBezTo>
                  <a:pt x="166" y="125"/>
                  <a:pt x="167" y="125"/>
                  <a:pt x="168" y="126"/>
                </a:cubicBezTo>
                <a:cubicBezTo>
                  <a:pt x="142" y="149"/>
                  <a:pt x="142" y="149"/>
                  <a:pt x="142" y="149"/>
                </a:cubicBezTo>
                <a:cubicBezTo>
                  <a:pt x="141" y="148"/>
                  <a:pt x="141" y="148"/>
                  <a:pt x="141" y="148"/>
                </a:cubicBezTo>
                <a:lnTo>
                  <a:pt x="166" y="124"/>
                </a:lnTo>
                <a:close/>
                <a:moveTo>
                  <a:pt x="140" y="29"/>
                </a:moveTo>
                <a:cubicBezTo>
                  <a:pt x="144" y="30"/>
                  <a:pt x="144" y="30"/>
                  <a:pt x="144" y="30"/>
                </a:cubicBezTo>
                <a:cubicBezTo>
                  <a:pt x="168" y="54"/>
                  <a:pt x="168" y="54"/>
                  <a:pt x="168" y="54"/>
                </a:cubicBezTo>
                <a:cubicBezTo>
                  <a:pt x="166" y="56"/>
                  <a:pt x="166" y="56"/>
                  <a:pt x="166" y="56"/>
                </a:cubicBezTo>
                <a:lnTo>
                  <a:pt x="140" y="29"/>
                </a:lnTo>
                <a:close/>
                <a:moveTo>
                  <a:pt x="181" y="133"/>
                </a:moveTo>
                <a:cubicBezTo>
                  <a:pt x="182" y="133"/>
                  <a:pt x="182" y="134"/>
                  <a:pt x="183" y="134"/>
                </a:cubicBezTo>
                <a:cubicBezTo>
                  <a:pt x="170" y="166"/>
                  <a:pt x="170" y="166"/>
                  <a:pt x="170" y="166"/>
                </a:cubicBezTo>
                <a:cubicBezTo>
                  <a:pt x="168" y="165"/>
                  <a:pt x="168" y="165"/>
                  <a:pt x="168" y="165"/>
                </a:cubicBezTo>
                <a:lnTo>
                  <a:pt x="181" y="133"/>
                </a:lnTo>
                <a:close/>
                <a:moveTo>
                  <a:pt x="167" y="10"/>
                </a:moveTo>
                <a:cubicBezTo>
                  <a:pt x="171" y="17"/>
                  <a:pt x="171" y="17"/>
                  <a:pt x="171" y="17"/>
                </a:cubicBezTo>
                <a:cubicBezTo>
                  <a:pt x="185" y="46"/>
                  <a:pt x="185" y="46"/>
                  <a:pt x="185" y="46"/>
                </a:cubicBezTo>
                <a:cubicBezTo>
                  <a:pt x="184" y="46"/>
                  <a:pt x="183" y="47"/>
                  <a:pt x="182" y="47"/>
                </a:cubicBezTo>
                <a:lnTo>
                  <a:pt x="167" y="10"/>
                </a:lnTo>
                <a:close/>
                <a:moveTo>
                  <a:pt x="197" y="323"/>
                </a:moveTo>
                <a:cubicBezTo>
                  <a:pt x="197" y="323"/>
                  <a:pt x="197" y="323"/>
                  <a:pt x="197" y="323"/>
                </a:cubicBezTo>
                <a:cubicBezTo>
                  <a:pt x="201" y="328"/>
                  <a:pt x="201" y="328"/>
                  <a:pt x="201" y="328"/>
                </a:cubicBezTo>
                <a:cubicBezTo>
                  <a:pt x="201" y="351"/>
                  <a:pt x="201" y="351"/>
                  <a:pt x="201" y="351"/>
                </a:cubicBezTo>
                <a:cubicBezTo>
                  <a:pt x="197" y="351"/>
                  <a:pt x="197" y="351"/>
                  <a:pt x="197" y="351"/>
                </a:cubicBezTo>
                <a:lnTo>
                  <a:pt x="197" y="323"/>
                </a:lnTo>
                <a:close/>
                <a:moveTo>
                  <a:pt x="197" y="282"/>
                </a:moveTo>
                <a:cubicBezTo>
                  <a:pt x="197" y="282"/>
                  <a:pt x="197" y="282"/>
                  <a:pt x="197" y="282"/>
                </a:cubicBezTo>
                <a:cubicBezTo>
                  <a:pt x="201" y="287"/>
                  <a:pt x="201" y="287"/>
                  <a:pt x="201" y="287"/>
                </a:cubicBezTo>
                <a:cubicBezTo>
                  <a:pt x="201" y="307"/>
                  <a:pt x="201" y="307"/>
                  <a:pt x="201" y="307"/>
                </a:cubicBezTo>
                <a:cubicBezTo>
                  <a:pt x="197" y="307"/>
                  <a:pt x="197" y="307"/>
                  <a:pt x="197" y="307"/>
                </a:cubicBezTo>
                <a:lnTo>
                  <a:pt x="197" y="282"/>
                </a:lnTo>
                <a:close/>
                <a:moveTo>
                  <a:pt x="197" y="171"/>
                </a:moveTo>
                <a:cubicBezTo>
                  <a:pt x="199" y="171"/>
                  <a:pt x="199" y="171"/>
                  <a:pt x="199" y="171"/>
                </a:cubicBezTo>
                <a:cubicBezTo>
                  <a:pt x="199" y="136"/>
                  <a:pt x="199" y="136"/>
                  <a:pt x="199" y="136"/>
                </a:cubicBezTo>
                <a:cubicBezTo>
                  <a:pt x="200" y="136"/>
                  <a:pt x="201" y="136"/>
                  <a:pt x="201" y="136"/>
                </a:cubicBezTo>
                <a:cubicBezTo>
                  <a:pt x="201" y="171"/>
                  <a:pt x="201" y="171"/>
                  <a:pt x="201" y="171"/>
                </a:cubicBezTo>
                <a:cubicBezTo>
                  <a:pt x="201" y="171"/>
                  <a:pt x="201" y="171"/>
                  <a:pt x="201" y="171"/>
                </a:cubicBezTo>
                <a:cubicBezTo>
                  <a:pt x="201" y="267"/>
                  <a:pt x="201" y="267"/>
                  <a:pt x="201" y="267"/>
                </a:cubicBezTo>
                <a:cubicBezTo>
                  <a:pt x="197" y="267"/>
                  <a:pt x="197" y="267"/>
                  <a:pt x="197" y="267"/>
                </a:cubicBezTo>
                <a:lnTo>
                  <a:pt x="197" y="171"/>
                </a:lnTo>
                <a:close/>
                <a:moveTo>
                  <a:pt x="199" y="5"/>
                </a:moveTo>
                <a:cubicBezTo>
                  <a:pt x="201" y="5"/>
                  <a:pt x="201" y="5"/>
                  <a:pt x="201" y="5"/>
                </a:cubicBezTo>
                <a:cubicBezTo>
                  <a:pt x="201" y="45"/>
                  <a:pt x="201" y="45"/>
                  <a:pt x="201" y="45"/>
                </a:cubicBezTo>
                <a:cubicBezTo>
                  <a:pt x="201" y="45"/>
                  <a:pt x="200" y="45"/>
                  <a:pt x="199" y="44"/>
                </a:cubicBezTo>
                <a:lnTo>
                  <a:pt x="199" y="5"/>
                </a:lnTo>
                <a:close/>
                <a:moveTo>
                  <a:pt x="212" y="61"/>
                </a:moveTo>
                <a:cubicBezTo>
                  <a:pt x="217" y="61"/>
                  <a:pt x="222" y="66"/>
                  <a:pt x="222" y="71"/>
                </a:cubicBezTo>
                <a:cubicBezTo>
                  <a:pt x="222" y="77"/>
                  <a:pt x="217" y="81"/>
                  <a:pt x="212" y="81"/>
                </a:cubicBezTo>
                <a:cubicBezTo>
                  <a:pt x="206" y="81"/>
                  <a:pt x="202" y="77"/>
                  <a:pt x="202" y="71"/>
                </a:cubicBezTo>
                <a:cubicBezTo>
                  <a:pt x="202" y="66"/>
                  <a:pt x="206" y="61"/>
                  <a:pt x="212" y="61"/>
                </a:cubicBezTo>
                <a:close/>
                <a:moveTo>
                  <a:pt x="231" y="164"/>
                </a:moveTo>
                <a:cubicBezTo>
                  <a:pt x="230" y="164"/>
                  <a:pt x="230" y="164"/>
                  <a:pt x="230" y="164"/>
                </a:cubicBezTo>
                <a:cubicBezTo>
                  <a:pt x="217" y="131"/>
                  <a:pt x="217" y="131"/>
                  <a:pt x="217" y="131"/>
                </a:cubicBezTo>
                <a:cubicBezTo>
                  <a:pt x="220" y="130"/>
                  <a:pt x="220" y="130"/>
                  <a:pt x="220" y="130"/>
                </a:cubicBezTo>
                <a:lnTo>
                  <a:pt x="231" y="164"/>
                </a:lnTo>
                <a:close/>
                <a:moveTo>
                  <a:pt x="233" y="119"/>
                </a:moveTo>
                <a:cubicBezTo>
                  <a:pt x="258" y="143"/>
                  <a:pt x="258" y="143"/>
                  <a:pt x="258" y="143"/>
                </a:cubicBezTo>
                <a:cubicBezTo>
                  <a:pt x="256" y="145"/>
                  <a:pt x="256" y="145"/>
                  <a:pt x="256" y="145"/>
                </a:cubicBezTo>
                <a:cubicBezTo>
                  <a:pt x="231" y="120"/>
                  <a:pt x="231" y="120"/>
                  <a:pt x="231" y="120"/>
                </a:cubicBezTo>
                <a:cubicBezTo>
                  <a:pt x="232" y="120"/>
                  <a:pt x="232" y="119"/>
                  <a:pt x="233" y="119"/>
                </a:cubicBezTo>
                <a:close/>
                <a:moveTo>
                  <a:pt x="241" y="103"/>
                </a:moveTo>
                <a:cubicBezTo>
                  <a:pt x="273" y="116"/>
                  <a:pt x="273" y="116"/>
                  <a:pt x="273" y="116"/>
                </a:cubicBezTo>
                <a:cubicBezTo>
                  <a:pt x="272" y="118"/>
                  <a:pt x="272" y="118"/>
                  <a:pt x="272" y="118"/>
                </a:cubicBezTo>
                <a:cubicBezTo>
                  <a:pt x="240" y="104"/>
                  <a:pt x="240" y="104"/>
                  <a:pt x="240" y="104"/>
                </a:cubicBezTo>
                <a:cubicBezTo>
                  <a:pt x="240" y="104"/>
                  <a:pt x="241" y="103"/>
                  <a:pt x="241" y="103"/>
                </a:cubicBezTo>
                <a:close/>
                <a:moveTo>
                  <a:pt x="279" y="84"/>
                </a:moveTo>
                <a:cubicBezTo>
                  <a:pt x="375" y="84"/>
                  <a:pt x="375" y="84"/>
                  <a:pt x="375" y="84"/>
                </a:cubicBezTo>
                <a:cubicBezTo>
                  <a:pt x="375" y="88"/>
                  <a:pt x="375" y="88"/>
                  <a:pt x="375" y="88"/>
                </a:cubicBezTo>
                <a:cubicBezTo>
                  <a:pt x="279" y="88"/>
                  <a:pt x="279" y="88"/>
                  <a:pt x="279" y="88"/>
                </a:cubicBezTo>
                <a:lnTo>
                  <a:pt x="279" y="84"/>
                </a:lnTo>
                <a:close/>
                <a:moveTo>
                  <a:pt x="359" y="55"/>
                </a:moveTo>
                <a:cubicBezTo>
                  <a:pt x="362" y="80"/>
                  <a:pt x="362" y="80"/>
                  <a:pt x="362" y="80"/>
                </a:cubicBezTo>
                <a:cubicBezTo>
                  <a:pt x="360" y="80"/>
                  <a:pt x="360" y="80"/>
                  <a:pt x="360" y="80"/>
                </a:cubicBezTo>
                <a:cubicBezTo>
                  <a:pt x="358" y="54"/>
                  <a:pt x="358" y="54"/>
                  <a:pt x="358" y="54"/>
                </a:cubicBezTo>
                <a:lnTo>
                  <a:pt x="359" y="55"/>
                </a:lnTo>
                <a:close/>
                <a:moveTo>
                  <a:pt x="370" y="67"/>
                </a:moveTo>
                <a:cubicBezTo>
                  <a:pt x="397" y="83"/>
                  <a:pt x="397" y="83"/>
                  <a:pt x="397" y="83"/>
                </a:cubicBezTo>
                <a:cubicBezTo>
                  <a:pt x="397" y="85"/>
                  <a:pt x="397" y="85"/>
                  <a:pt x="397" y="85"/>
                </a:cubicBezTo>
                <a:cubicBezTo>
                  <a:pt x="370" y="72"/>
                  <a:pt x="370" y="72"/>
                  <a:pt x="370" y="72"/>
                </a:cubicBezTo>
                <a:lnTo>
                  <a:pt x="370" y="67"/>
                </a:lnTo>
                <a:close/>
                <a:moveTo>
                  <a:pt x="411" y="89"/>
                </a:moveTo>
                <a:cubicBezTo>
                  <a:pt x="412" y="93"/>
                  <a:pt x="412" y="93"/>
                  <a:pt x="412" y="93"/>
                </a:cubicBezTo>
                <a:cubicBezTo>
                  <a:pt x="382" y="99"/>
                  <a:pt x="382" y="99"/>
                  <a:pt x="382" y="99"/>
                </a:cubicBezTo>
                <a:cubicBezTo>
                  <a:pt x="378" y="97"/>
                  <a:pt x="378" y="97"/>
                  <a:pt x="378" y="97"/>
                </a:cubicBezTo>
                <a:lnTo>
                  <a:pt x="411" y="89"/>
                </a:lnTo>
                <a:close/>
                <a:moveTo>
                  <a:pt x="431" y="95"/>
                </a:moveTo>
                <a:cubicBezTo>
                  <a:pt x="403" y="130"/>
                  <a:pt x="403" y="130"/>
                  <a:pt x="403" y="130"/>
                </a:cubicBezTo>
                <a:cubicBezTo>
                  <a:pt x="400" y="127"/>
                  <a:pt x="400" y="127"/>
                  <a:pt x="400" y="127"/>
                </a:cubicBezTo>
                <a:cubicBezTo>
                  <a:pt x="428" y="91"/>
                  <a:pt x="428" y="91"/>
                  <a:pt x="428" y="91"/>
                </a:cubicBezTo>
                <a:lnTo>
                  <a:pt x="431" y="95"/>
                </a:lnTo>
                <a:close/>
                <a:moveTo>
                  <a:pt x="447" y="98"/>
                </a:moveTo>
                <a:cubicBezTo>
                  <a:pt x="432" y="144"/>
                  <a:pt x="432" y="144"/>
                  <a:pt x="432" y="144"/>
                </a:cubicBezTo>
                <a:cubicBezTo>
                  <a:pt x="430" y="143"/>
                  <a:pt x="430" y="143"/>
                  <a:pt x="430" y="143"/>
                </a:cubicBezTo>
                <a:cubicBezTo>
                  <a:pt x="445" y="96"/>
                  <a:pt x="445" y="96"/>
                  <a:pt x="445" y="96"/>
                </a:cubicBezTo>
                <a:lnTo>
                  <a:pt x="447" y="98"/>
                </a:lnTo>
                <a:close/>
                <a:moveTo>
                  <a:pt x="461" y="95"/>
                </a:moveTo>
                <a:cubicBezTo>
                  <a:pt x="463" y="95"/>
                  <a:pt x="463" y="95"/>
                  <a:pt x="463" y="95"/>
                </a:cubicBezTo>
                <a:cubicBezTo>
                  <a:pt x="463" y="155"/>
                  <a:pt x="463" y="155"/>
                  <a:pt x="463" y="155"/>
                </a:cubicBezTo>
                <a:cubicBezTo>
                  <a:pt x="461" y="155"/>
                  <a:pt x="461" y="155"/>
                  <a:pt x="461" y="155"/>
                </a:cubicBezTo>
                <a:lnTo>
                  <a:pt x="461" y="95"/>
                </a:lnTo>
                <a:close/>
                <a:moveTo>
                  <a:pt x="207" y="286"/>
                </a:moveTo>
                <a:cubicBezTo>
                  <a:pt x="217" y="286"/>
                  <a:pt x="217" y="286"/>
                  <a:pt x="217" y="286"/>
                </a:cubicBezTo>
                <a:cubicBezTo>
                  <a:pt x="217" y="307"/>
                  <a:pt x="217" y="307"/>
                  <a:pt x="217" y="307"/>
                </a:cubicBezTo>
                <a:cubicBezTo>
                  <a:pt x="207" y="307"/>
                  <a:pt x="207" y="307"/>
                  <a:pt x="207" y="307"/>
                </a:cubicBezTo>
                <a:lnTo>
                  <a:pt x="207" y="286"/>
                </a:lnTo>
                <a:close/>
                <a:moveTo>
                  <a:pt x="222" y="279"/>
                </a:moveTo>
                <a:cubicBezTo>
                  <a:pt x="226" y="276"/>
                  <a:pt x="226" y="276"/>
                  <a:pt x="226" y="276"/>
                </a:cubicBezTo>
                <a:cubicBezTo>
                  <a:pt x="226" y="311"/>
                  <a:pt x="226" y="311"/>
                  <a:pt x="226" y="311"/>
                </a:cubicBezTo>
                <a:cubicBezTo>
                  <a:pt x="222" y="309"/>
                  <a:pt x="222" y="309"/>
                  <a:pt x="222" y="309"/>
                </a:cubicBezTo>
                <a:lnTo>
                  <a:pt x="222" y="279"/>
                </a:lnTo>
                <a:close/>
                <a:moveTo>
                  <a:pt x="345" y="260"/>
                </a:moveTo>
                <a:cubicBezTo>
                  <a:pt x="345" y="236"/>
                  <a:pt x="345" y="236"/>
                  <a:pt x="345" y="236"/>
                </a:cubicBezTo>
                <a:cubicBezTo>
                  <a:pt x="348" y="236"/>
                  <a:pt x="348" y="236"/>
                  <a:pt x="348" y="236"/>
                </a:cubicBezTo>
                <a:cubicBezTo>
                  <a:pt x="350" y="257"/>
                  <a:pt x="350" y="257"/>
                  <a:pt x="350" y="257"/>
                </a:cubicBezTo>
                <a:cubicBezTo>
                  <a:pt x="365" y="285"/>
                  <a:pt x="365" y="285"/>
                  <a:pt x="365" y="285"/>
                </a:cubicBezTo>
                <a:lnTo>
                  <a:pt x="345" y="260"/>
                </a:lnTo>
                <a:close/>
                <a:moveTo>
                  <a:pt x="397" y="192"/>
                </a:moveTo>
                <a:cubicBezTo>
                  <a:pt x="397" y="182"/>
                  <a:pt x="397" y="182"/>
                  <a:pt x="397" y="182"/>
                </a:cubicBezTo>
                <a:cubicBezTo>
                  <a:pt x="401" y="182"/>
                  <a:pt x="401" y="182"/>
                  <a:pt x="401" y="182"/>
                </a:cubicBezTo>
                <a:cubicBezTo>
                  <a:pt x="409" y="190"/>
                  <a:pt x="409" y="190"/>
                  <a:pt x="409" y="190"/>
                </a:cubicBezTo>
                <a:cubicBezTo>
                  <a:pt x="407" y="204"/>
                  <a:pt x="407" y="204"/>
                  <a:pt x="407" y="204"/>
                </a:cubicBezTo>
                <a:cubicBezTo>
                  <a:pt x="398" y="210"/>
                  <a:pt x="398" y="210"/>
                  <a:pt x="398" y="210"/>
                </a:cubicBezTo>
                <a:cubicBezTo>
                  <a:pt x="395" y="210"/>
                  <a:pt x="395" y="210"/>
                  <a:pt x="395" y="210"/>
                </a:cubicBezTo>
                <a:cubicBezTo>
                  <a:pt x="395" y="203"/>
                  <a:pt x="395" y="203"/>
                  <a:pt x="395" y="203"/>
                </a:cubicBezTo>
                <a:cubicBezTo>
                  <a:pt x="400" y="203"/>
                  <a:pt x="400" y="203"/>
                  <a:pt x="400" y="203"/>
                </a:cubicBezTo>
                <a:cubicBezTo>
                  <a:pt x="400" y="201"/>
                  <a:pt x="400" y="201"/>
                  <a:pt x="400" y="201"/>
                </a:cubicBezTo>
                <a:cubicBezTo>
                  <a:pt x="395" y="201"/>
                  <a:pt x="395" y="201"/>
                  <a:pt x="395" y="201"/>
                </a:cubicBezTo>
                <a:cubicBezTo>
                  <a:pt x="395" y="192"/>
                  <a:pt x="395" y="192"/>
                  <a:pt x="395" y="192"/>
                </a:cubicBezTo>
                <a:lnTo>
                  <a:pt x="397" y="192"/>
                </a:lnTo>
                <a:close/>
                <a:moveTo>
                  <a:pt x="407" y="219"/>
                </a:moveTo>
                <a:cubicBezTo>
                  <a:pt x="401" y="219"/>
                  <a:pt x="401" y="219"/>
                  <a:pt x="401" y="219"/>
                </a:cubicBezTo>
                <a:cubicBezTo>
                  <a:pt x="401" y="212"/>
                  <a:pt x="401" y="212"/>
                  <a:pt x="401" y="212"/>
                </a:cubicBezTo>
                <a:cubicBezTo>
                  <a:pt x="412" y="206"/>
                  <a:pt x="412" y="206"/>
                  <a:pt x="412" y="206"/>
                </a:cubicBezTo>
                <a:lnTo>
                  <a:pt x="407" y="219"/>
                </a:lnTo>
                <a:close/>
                <a:moveTo>
                  <a:pt x="413" y="497"/>
                </a:moveTo>
                <a:cubicBezTo>
                  <a:pt x="426" y="428"/>
                  <a:pt x="426" y="428"/>
                  <a:pt x="426" y="428"/>
                </a:cubicBezTo>
                <a:cubicBezTo>
                  <a:pt x="423" y="403"/>
                  <a:pt x="423" y="403"/>
                  <a:pt x="423" y="403"/>
                </a:cubicBezTo>
                <a:cubicBezTo>
                  <a:pt x="412" y="451"/>
                  <a:pt x="412" y="451"/>
                  <a:pt x="412" y="451"/>
                </a:cubicBezTo>
                <a:cubicBezTo>
                  <a:pt x="406" y="451"/>
                  <a:pt x="406" y="451"/>
                  <a:pt x="406" y="451"/>
                </a:cubicBezTo>
                <a:cubicBezTo>
                  <a:pt x="406" y="408"/>
                  <a:pt x="406" y="408"/>
                  <a:pt x="406" y="408"/>
                </a:cubicBezTo>
                <a:cubicBezTo>
                  <a:pt x="424" y="395"/>
                  <a:pt x="424" y="395"/>
                  <a:pt x="424" y="395"/>
                </a:cubicBezTo>
                <a:cubicBezTo>
                  <a:pt x="433" y="320"/>
                  <a:pt x="433" y="320"/>
                  <a:pt x="433" y="320"/>
                </a:cubicBezTo>
                <a:cubicBezTo>
                  <a:pt x="398" y="400"/>
                  <a:pt x="398" y="400"/>
                  <a:pt x="398" y="400"/>
                </a:cubicBezTo>
                <a:cubicBezTo>
                  <a:pt x="395" y="400"/>
                  <a:pt x="395" y="400"/>
                  <a:pt x="395" y="400"/>
                </a:cubicBezTo>
                <a:cubicBezTo>
                  <a:pt x="395" y="351"/>
                  <a:pt x="395" y="351"/>
                  <a:pt x="395" y="351"/>
                </a:cubicBezTo>
                <a:cubicBezTo>
                  <a:pt x="406" y="320"/>
                  <a:pt x="406" y="320"/>
                  <a:pt x="406" y="320"/>
                </a:cubicBezTo>
                <a:cubicBezTo>
                  <a:pt x="385" y="302"/>
                  <a:pt x="385" y="302"/>
                  <a:pt x="385" y="302"/>
                </a:cubicBezTo>
                <a:cubicBezTo>
                  <a:pt x="406" y="280"/>
                  <a:pt x="406" y="280"/>
                  <a:pt x="406" y="280"/>
                </a:cubicBezTo>
                <a:cubicBezTo>
                  <a:pt x="413" y="284"/>
                  <a:pt x="413" y="284"/>
                  <a:pt x="413" y="284"/>
                </a:cubicBezTo>
                <a:cubicBezTo>
                  <a:pt x="404" y="301"/>
                  <a:pt x="404" y="301"/>
                  <a:pt x="404" y="301"/>
                </a:cubicBezTo>
                <a:cubicBezTo>
                  <a:pt x="425" y="319"/>
                  <a:pt x="425" y="319"/>
                  <a:pt x="425" y="319"/>
                </a:cubicBezTo>
                <a:cubicBezTo>
                  <a:pt x="456" y="296"/>
                  <a:pt x="456" y="296"/>
                  <a:pt x="456" y="296"/>
                </a:cubicBezTo>
                <a:cubicBezTo>
                  <a:pt x="478" y="218"/>
                  <a:pt x="478" y="218"/>
                  <a:pt x="478" y="218"/>
                </a:cubicBezTo>
                <a:cubicBezTo>
                  <a:pt x="469" y="184"/>
                  <a:pt x="469" y="184"/>
                  <a:pt x="469" y="184"/>
                </a:cubicBezTo>
                <a:cubicBezTo>
                  <a:pt x="482" y="173"/>
                  <a:pt x="482" y="173"/>
                  <a:pt x="482" y="173"/>
                </a:cubicBezTo>
                <a:cubicBezTo>
                  <a:pt x="486" y="167"/>
                  <a:pt x="486" y="167"/>
                  <a:pt x="486" y="167"/>
                </a:cubicBezTo>
                <a:cubicBezTo>
                  <a:pt x="485" y="167"/>
                  <a:pt x="485" y="167"/>
                  <a:pt x="485" y="167"/>
                </a:cubicBezTo>
                <a:cubicBezTo>
                  <a:pt x="485" y="167"/>
                  <a:pt x="485" y="167"/>
                  <a:pt x="485" y="167"/>
                </a:cubicBezTo>
                <a:cubicBezTo>
                  <a:pt x="462" y="176"/>
                  <a:pt x="462" y="176"/>
                  <a:pt x="462" y="176"/>
                </a:cubicBezTo>
                <a:cubicBezTo>
                  <a:pt x="457" y="226"/>
                  <a:pt x="457" y="226"/>
                  <a:pt x="457" y="226"/>
                </a:cubicBezTo>
                <a:cubicBezTo>
                  <a:pt x="417" y="228"/>
                  <a:pt x="417" y="228"/>
                  <a:pt x="417" y="228"/>
                </a:cubicBezTo>
                <a:cubicBezTo>
                  <a:pt x="460" y="233"/>
                  <a:pt x="460" y="233"/>
                  <a:pt x="460" y="233"/>
                </a:cubicBezTo>
                <a:cubicBezTo>
                  <a:pt x="416" y="240"/>
                  <a:pt x="416" y="240"/>
                  <a:pt x="416" y="240"/>
                </a:cubicBezTo>
                <a:cubicBezTo>
                  <a:pt x="421" y="255"/>
                  <a:pt x="421" y="255"/>
                  <a:pt x="421" y="255"/>
                </a:cubicBezTo>
                <a:cubicBezTo>
                  <a:pt x="413" y="265"/>
                  <a:pt x="413" y="265"/>
                  <a:pt x="413" y="265"/>
                </a:cubicBezTo>
                <a:cubicBezTo>
                  <a:pt x="394" y="257"/>
                  <a:pt x="394" y="257"/>
                  <a:pt x="394" y="257"/>
                </a:cubicBezTo>
                <a:cubicBezTo>
                  <a:pt x="377" y="266"/>
                  <a:pt x="377" y="266"/>
                  <a:pt x="377" y="266"/>
                </a:cubicBezTo>
                <a:cubicBezTo>
                  <a:pt x="368" y="256"/>
                  <a:pt x="368" y="256"/>
                  <a:pt x="368" y="256"/>
                </a:cubicBezTo>
                <a:cubicBezTo>
                  <a:pt x="379" y="222"/>
                  <a:pt x="379" y="222"/>
                  <a:pt x="379" y="222"/>
                </a:cubicBezTo>
                <a:cubicBezTo>
                  <a:pt x="384" y="222"/>
                  <a:pt x="384" y="222"/>
                  <a:pt x="384" y="222"/>
                </a:cubicBezTo>
                <a:cubicBezTo>
                  <a:pt x="387" y="251"/>
                  <a:pt x="387" y="251"/>
                  <a:pt x="387" y="251"/>
                </a:cubicBezTo>
                <a:cubicBezTo>
                  <a:pt x="394" y="230"/>
                  <a:pt x="394" y="230"/>
                  <a:pt x="394" y="230"/>
                </a:cubicBezTo>
                <a:cubicBezTo>
                  <a:pt x="411" y="231"/>
                  <a:pt x="411" y="231"/>
                  <a:pt x="411" y="231"/>
                </a:cubicBezTo>
                <a:cubicBezTo>
                  <a:pt x="404" y="228"/>
                  <a:pt x="404" y="228"/>
                  <a:pt x="404" y="228"/>
                </a:cubicBezTo>
                <a:cubicBezTo>
                  <a:pt x="415" y="227"/>
                  <a:pt x="415" y="227"/>
                  <a:pt x="415" y="227"/>
                </a:cubicBezTo>
                <a:cubicBezTo>
                  <a:pt x="412" y="220"/>
                  <a:pt x="412" y="220"/>
                  <a:pt x="412" y="220"/>
                </a:cubicBezTo>
                <a:cubicBezTo>
                  <a:pt x="418" y="210"/>
                  <a:pt x="418" y="210"/>
                  <a:pt x="418" y="210"/>
                </a:cubicBezTo>
                <a:cubicBezTo>
                  <a:pt x="421" y="188"/>
                  <a:pt x="421" y="188"/>
                  <a:pt x="421" y="188"/>
                </a:cubicBezTo>
                <a:cubicBezTo>
                  <a:pt x="406" y="175"/>
                  <a:pt x="406" y="175"/>
                  <a:pt x="406" y="175"/>
                </a:cubicBezTo>
                <a:cubicBezTo>
                  <a:pt x="394" y="176"/>
                  <a:pt x="394" y="176"/>
                  <a:pt x="394" y="176"/>
                </a:cubicBezTo>
                <a:cubicBezTo>
                  <a:pt x="384" y="184"/>
                  <a:pt x="384" y="184"/>
                  <a:pt x="384" y="184"/>
                </a:cubicBezTo>
                <a:cubicBezTo>
                  <a:pt x="381" y="122"/>
                  <a:pt x="381" y="122"/>
                  <a:pt x="381" y="122"/>
                </a:cubicBezTo>
                <a:cubicBezTo>
                  <a:pt x="378" y="118"/>
                  <a:pt x="378" y="118"/>
                  <a:pt x="378" y="118"/>
                </a:cubicBezTo>
                <a:cubicBezTo>
                  <a:pt x="375" y="221"/>
                  <a:pt x="375" y="221"/>
                  <a:pt x="375" y="221"/>
                </a:cubicBezTo>
                <a:cubicBezTo>
                  <a:pt x="367" y="233"/>
                  <a:pt x="367" y="233"/>
                  <a:pt x="367" y="233"/>
                </a:cubicBezTo>
                <a:cubicBezTo>
                  <a:pt x="367" y="233"/>
                  <a:pt x="366" y="232"/>
                  <a:pt x="364" y="225"/>
                </a:cubicBezTo>
                <a:cubicBezTo>
                  <a:pt x="362" y="218"/>
                  <a:pt x="365" y="200"/>
                  <a:pt x="365" y="200"/>
                </a:cubicBezTo>
                <a:cubicBezTo>
                  <a:pt x="373" y="120"/>
                  <a:pt x="373" y="120"/>
                  <a:pt x="373" y="120"/>
                </a:cubicBezTo>
                <a:cubicBezTo>
                  <a:pt x="367" y="127"/>
                  <a:pt x="367" y="127"/>
                  <a:pt x="367" y="127"/>
                </a:cubicBezTo>
                <a:cubicBezTo>
                  <a:pt x="363" y="176"/>
                  <a:pt x="363" y="176"/>
                  <a:pt x="363" y="176"/>
                </a:cubicBezTo>
                <a:cubicBezTo>
                  <a:pt x="345" y="189"/>
                  <a:pt x="345" y="189"/>
                  <a:pt x="345" y="189"/>
                </a:cubicBezTo>
                <a:cubicBezTo>
                  <a:pt x="340" y="215"/>
                  <a:pt x="340" y="215"/>
                  <a:pt x="340" y="215"/>
                </a:cubicBezTo>
                <a:cubicBezTo>
                  <a:pt x="347" y="195"/>
                  <a:pt x="347" y="195"/>
                  <a:pt x="347" y="195"/>
                </a:cubicBezTo>
                <a:cubicBezTo>
                  <a:pt x="361" y="188"/>
                  <a:pt x="361" y="188"/>
                  <a:pt x="361" y="188"/>
                </a:cubicBezTo>
                <a:cubicBezTo>
                  <a:pt x="359" y="201"/>
                  <a:pt x="359" y="201"/>
                  <a:pt x="359" y="201"/>
                </a:cubicBezTo>
                <a:cubicBezTo>
                  <a:pt x="350" y="207"/>
                  <a:pt x="350" y="207"/>
                  <a:pt x="350" y="207"/>
                </a:cubicBezTo>
                <a:cubicBezTo>
                  <a:pt x="332" y="230"/>
                  <a:pt x="332" y="230"/>
                  <a:pt x="332" y="230"/>
                </a:cubicBezTo>
                <a:cubicBezTo>
                  <a:pt x="330" y="270"/>
                  <a:pt x="330" y="270"/>
                  <a:pt x="330" y="270"/>
                </a:cubicBezTo>
                <a:cubicBezTo>
                  <a:pt x="370" y="304"/>
                  <a:pt x="370" y="304"/>
                  <a:pt x="370" y="304"/>
                </a:cubicBezTo>
                <a:cubicBezTo>
                  <a:pt x="361" y="327"/>
                  <a:pt x="361" y="327"/>
                  <a:pt x="361" y="327"/>
                </a:cubicBezTo>
                <a:cubicBezTo>
                  <a:pt x="394" y="351"/>
                  <a:pt x="394" y="351"/>
                  <a:pt x="394" y="351"/>
                </a:cubicBezTo>
                <a:cubicBezTo>
                  <a:pt x="387" y="356"/>
                  <a:pt x="387" y="356"/>
                  <a:pt x="387" y="356"/>
                </a:cubicBezTo>
                <a:cubicBezTo>
                  <a:pt x="350" y="337"/>
                  <a:pt x="350" y="337"/>
                  <a:pt x="350" y="337"/>
                </a:cubicBezTo>
                <a:cubicBezTo>
                  <a:pt x="361" y="327"/>
                  <a:pt x="361" y="327"/>
                  <a:pt x="361" y="327"/>
                </a:cubicBezTo>
                <a:cubicBezTo>
                  <a:pt x="290" y="318"/>
                  <a:pt x="290" y="318"/>
                  <a:pt x="290" y="318"/>
                </a:cubicBezTo>
                <a:cubicBezTo>
                  <a:pt x="253" y="336"/>
                  <a:pt x="253" y="336"/>
                  <a:pt x="253" y="336"/>
                </a:cubicBezTo>
                <a:cubicBezTo>
                  <a:pt x="253" y="350"/>
                  <a:pt x="253" y="350"/>
                  <a:pt x="253" y="350"/>
                </a:cubicBezTo>
                <a:cubicBezTo>
                  <a:pt x="253" y="367"/>
                  <a:pt x="253" y="367"/>
                  <a:pt x="253" y="367"/>
                </a:cubicBezTo>
                <a:cubicBezTo>
                  <a:pt x="229" y="367"/>
                  <a:pt x="229" y="367"/>
                  <a:pt x="229" y="367"/>
                </a:cubicBezTo>
                <a:cubicBezTo>
                  <a:pt x="220" y="351"/>
                  <a:pt x="220" y="351"/>
                  <a:pt x="220" y="351"/>
                </a:cubicBezTo>
                <a:cubicBezTo>
                  <a:pt x="207" y="351"/>
                  <a:pt x="207" y="351"/>
                  <a:pt x="207" y="351"/>
                </a:cubicBezTo>
                <a:cubicBezTo>
                  <a:pt x="207" y="326"/>
                  <a:pt x="207" y="326"/>
                  <a:pt x="207" y="326"/>
                </a:cubicBezTo>
                <a:cubicBezTo>
                  <a:pt x="227" y="326"/>
                  <a:pt x="227" y="326"/>
                  <a:pt x="227" y="326"/>
                </a:cubicBezTo>
                <a:cubicBezTo>
                  <a:pt x="227" y="326"/>
                  <a:pt x="227" y="326"/>
                  <a:pt x="227" y="326"/>
                </a:cubicBezTo>
                <a:cubicBezTo>
                  <a:pt x="232" y="326"/>
                  <a:pt x="235" y="323"/>
                  <a:pt x="235" y="318"/>
                </a:cubicBezTo>
                <a:cubicBezTo>
                  <a:pt x="235" y="318"/>
                  <a:pt x="235" y="318"/>
                  <a:pt x="235" y="318"/>
                </a:cubicBezTo>
                <a:cubicBezTo>
                  <a:pt x="235" y="315"/>
                  <a:pt x="235" y="315"/>
                  <a:pt x="235" y="315"/>
                </a:cubicBezTo>
                <a:cubicBezTo>
                  <a:pt x="236" y="315"/>
                  <a:pt x="236" y="315"/>
                  <a:pt x="236" y="315"/>
                </a:cubicBezTo>
                <a:cubicBezTo>
                  <a:pt x="236" y="286"/>
                  <a:pt x="236" y="286"/>
                  <a:pt x="236" y="286"/>
                </a:cubicBezTo>
                <a:cubicBezTo>
                  <a:pt x="236" y="286"/>
                  <a:pt x="236" y="286"/>
                  <a:pt x="236" y="286"/>
                </a:cubicBezTo>
                <a:cubicBezTo>
                  <a:pt x="236" y="275"/>
                  <a:pt x="236" y="275"/>
                  <a:pt x="236" y="275"/>
                </a:cubicBezTo>
                <a:cubicBezTo>
                  <a:pt x="236" y="275"/>
                  <a:pt x="236" y="275"/>
                  <a:pt x="236" y="274"/>
                </a:cubicBezTo>
                <a:cubicBezTo>
                  <a:pt x="236" y="270"/>
                  <a:pt x="232" y="266"/>
                  <a:pt x="228" y="266"/>
                </a:cubicBezTo>
                <a:cubicBezTo>
                  <a:pt x="227" y="266"/>
                  <a:pt x="227" y="266"/>
                  <a:pt x="227" y="266"/>
                </a:cubicBezTo>
                <a:cubicBezTo>
                  <a:pt x="207" y="266"/>
                  <a:pt x="207" y="266"/>
                  <a:pt x="207" y="266"/>
                </a:cubicBezTo>
                <a:cubicBezTo>
                  <a:pt x="207" y="171"/>
                  <a:pt x="207" y="171"/>
                  <a:pt x="207" y="171"/>
                </a:cubicBezTo>
                <a:cubicBezTo>
                  <a:pt x="205" y="171"/>
                  <a:pt x="205" y="171"/>
                  <a:pt x="205" y="171"/>
                </a:cubicBezTo>
                <a:cubicBezTo>
                  <a:pt x="205" y="138"/>
                  <a:pt x="205" y="138"/>
                  <a:pt x="205" y="138"/>
                </a:cubicBezTo>
                <a:cubicBezTo>
                  <a:pt x="206" y="137"/>
                  <a:pt x="208" y="137"/>
                  <a:pt x="209" y="137"/>
                </a:cubicBezTo>
                <a:cubicBezTo>
                  <a:pt x="221" y="168"/>
                  <a:pt x="221" y="168"/>
                  <a:pt x="221" y="168"/>
                </a:cubicBezTo>
                <a:cubicBezTo>
                  <a:pt x="219" y="169"/>
                  <a:pt x="219" y="169"/>
                  <a:pt x="219" y="169"/>
                </a:cubicBezTo>
                <a:cubicBezTo>
                  <a:pt x="219" y="169"/>
                  <a:pt x="219" y="169"/>
                  <a:pt x="219" y="169"/>
                </a:cubicBezTo>
                <a:cubicBezTo>
                  <a:pt x="220" y="173"/>
                  <a:pt x="220" y="173"/>
                  <a:pt x="220" y="173"/>
                </a:cubicBezTo>
                <a:cubicBezTo>
                  <a:pt x="239" y="166"/>
                  <a:pt x="239" y="166"/>
                  <a:pt x="239" y="166"/>
                </a:cubicBezTo>
                <a:cubicBezTo>
                  <a:pt x="237" y="162"/>
                  <a:pt x="237" y="162"/>
                  <a:pt x="237" y="162"/>
                </a:cubicBezTo>
                <a:cubicBezTo>
                  <a:pt x="235" y="163"/>
                  <a:pt x="235" y="163"/>
                  <a:pt x="235" y="163"/>
                </a:cubicBezTo>
                <a:cubicBezTo>
                  <a:pt x="223" y="131"/>
                  <a:pt x="223" y="131"/>
                  <a:pt x="223" y="131"/>
                </a:cubicBezTo>
                <a:cubicBezTo>
                  <a:pt x="224" y="130"/>
                  <a:pt x="225" y="129"/>
                  <a:pt x="226" y="129"/>
                </a:cubicBezTo>
                <a:cubicBezTo>
                  <a:pt x="250" y="153"/>
                  <a:pt x="250" y="153"/>
                  <a:pt x="250" y="153"/>
                </a:cubicBezTo>
                <a:cubicBezTo>
                  <a:pt x="249" y="155"/>
                  <a:pt x="249" y="155"/>
                  <a:pt x="249" y="155"/>
                </a:cubicBezTo>
                <a:cubicBezTo>
                  <a:pt x="249" y="155"/>
                  <a:pt x="249" y="155"/>
                  <a:pt x="249" y="155"/>
                </a:cubicBezTo>
                <a:cubicBezTo>
                  <a:pt x="252" y="158"/>
                  <a:pt x="252" y="158"/>
                  <a:pt x="252" y="158"/>
                </a:cubicBezTo>
                <a:cubicBezTo>
                  <a:pt x="265" y="144"/>
                  <a:pt x="265" y="144"/>
                  <a:pt x="265" y="144"/>
                </a:cubicBezTo>
                <a:cubicBezTo>
                  <a:pt x="262" y="141"/>
                  <a:pt x="262" y="141"/>
                  <a:pt x="262" y="141"/>
                </a:cubicBezTo>
                <a:cubicBezTo>
                  <a:pt x="261" y="142"/>
                  <a:pt x="261" y="142"/>
                  <a:pt x="261" y="142"/>
                </a:cubicBezTo>
                <a:cubicBezTo>
                  <a:pt x="236" y="118"/>
                  <a:pt x="236" y="118"/>
                  <a:pt x="236" y="118"/>
                </a:cubicBezTo>
                <a:cubicBezTo>
                  <a:pt x="237" y="117"/>
                  <a:pt x="237" y="116"/>
                  <a:pt x="238" y="115"/>
                </a:cubicBezTo>
                <a:cubicBezTo>
                  <a:pt x="271" y="128"/>
                  <a:pt x="271" y="128"/>
                  <a:pt x="271" y="128"/>
                </a:cubicBezTo>
                <a:cubicBezTo>
                  <a:pt x="270" y="130"/>
                  <a:pt x="270" y="130"/>
                  <a:pt x="270" y="130"/>
                </a:cubicBezTo>
                <a:cubicBezTo>
                  <a:pt x="270" y="130"/>
                  <a:pt x="270" y="130"/>
                  <a:pt x="270" y="130"/>
                </a:cubicBezTo>
                <a:cubicBezTo>
                  <a:pt x="274" y="132"/>
                  <a:pt x="274" y="132"/>
                  <a:pt x="274" y="132"/>
                </a:cubicBezTo>
                <a:cubicBezTo>
                  <a:pt x="281" y="114"/>
                  <a:pt x="281" y="114"/>
                  <a:pt x="281" y="114"/>
                </a:cubicBezTo>
                <a:cubicBezTo>
                  <a:pt x="277" y="112"/>
                  <a:pt x="277" y="112"/>
                  <a:pt x="277" y="112"/>
                </a:cubicBezTo>
                <a:cubicBezTo>
                  <a:pt x="277" y="114"/>
                  <a:pt x="277" y="114"/>
                  <a:pt x="277" y="114"/>
                </a:cubicBezTo>
                <a:cubicBezTo>
                  <a:pt x="244" y="101"/>
                  <a:pt x="244" y="101"/>
                  <a:pt x="244" y="101"/>
                </a:cubicBezTo>
                <a:cubicBezTo>
                  <a:pt x="244" y="100"/>
                  <a:pt x="244" y="99"/>
                  <a:pt x="244" y="98"/>
                </a:cubicBezTo>
                <a:cubicBezTo>
                  <a:pt x="279" y="98"/>
                  <a:pt x="279" y="98"/>
                  <a:pt x="279" y="98"/>
                </a:cubicBezTo>
                <a:cubicBezTo>
                  <a:pt x="279" y="100"/>
                  <a:pt x="279" y="100"/>
                  <a:pt x="279" y="100"/>
                </a:cubicBezTo>
                <a:cubicBezTo>
                  <a:pt x="368" y="100"/>
                  <a:pt x="368" y="100"/>
                  <a:pt x="368" y="100"/>
                </a:cubicBezTo>
                <a:cubicBezTo>
                  <a:pt x="369" y="101"/>
                  <a:pt x="369" y="103"/>
                  <a:pt x="370" y="105"/>
                </a:cubicBezTo>
                <a:cubicBezTo>
                  <a:pt x="371" y="109"/>
                  <a:pt x="374" y="112"/>
                  <a:pt x="375" y="112"/>
                </a:cubicBezTo>
                <a:cubicBezTo>
                  <a:pt x="375" y="112"/>
                  <a:pt x="375" y="112"/>
                  <a:pt x="375" y="112"/>
                </a:cubicBezTo>
                <a:cubicBezTo>
                  <a:pt x="375" y="112"/>
                  <a:pt x="375" y="112"/>
                  <a:pt x="375" y="112"/>
                </a:cubicBezTo>
                <a:cubicBezTo>
                  <a:pt x="406" y="100"/>
                  <a:pt x="406" y="100"/>
                  <a:pt x="406" y="100"/>
                </a:cubicBezTo>
                <a:cubicBezTo>
                  <a:pt x="416" y="100"/>
                  <a:pt x="416" y="100"/>
                  <a:pt x="416" y="100"/>
                </a:cubicBezTo>
                <a:cubicBezTo>
                  <a:pt x="394" y="130"/>
                  <a:pt x="394" y="130"/>
                  <a:pt x="394" y="130"/>
                </a:cubicBezTo>
                <a:cubicBezTo>
                  <a:pt x="394" y="130"/>
                  <a:pt x="394" y="130"/>
                  <a:pt x="394" y="130"/>
                </a:cubicBezTo>
                <a:cubicBezTo>
                  <a:pt x="394" y="130"/>
                  <a:pt x="394" y="130"/>
                  <a:pt x="394" y="130"/>
                </a:cubicBezTo>
                <a:cubicBezTo>
                  <a:pt x="394" y="130"/>
                  <a:pt x="394" y="130"/>
                  <a:pt x="394" y="130"/>
                </a:cubicBezTo>
                <a:cubicBezTo>
                  <a:pt x="394" y="130"/>
                  <a:pt x="394" y="130"/>
                  <a:pt x="394" y="130"/>
                </a:cubicBezTo>
                <a:cubicBezTo>
                  <a:pt x="393" y="131"/>
                  <a:pt x="395" y="134"/>
                  <a:pt x="399" y="136"/>
                </a:cubicBezTo>
                <a:cubicBezTo>
                  <a:pt x="403" y="139"/>
                  <a:pt x="406" y="140"/>
                  <a:pt x="407" y="139"/>
                </a:cubicBezTo>
                <a:cubicBezTo>
                  <a:pt x="407" y="139"/>
                  <a:pt x="407" y="139"/>
                  <a:pt x="407" y="139"/>
                </a:cubicBezTo>
                <a:cubicBezTo>
                  <a:pt x="438" y="100"/>
                  <a:pt x="438" y="100"/>
                  <a:pt x="438" y="100"/>
                </a:cubicBezTo>
                <a:cubicBezTo>
                  <a:pt x="439" y="100"/>
                  <a:pt x="439" y="100"/>
                  <a:pt x="439" y="100"/>
                </a:cubicBezTo>
                <a:cubicBezTo>
                  <a:pt x="423" y="147"/>
                  <a:pt x="423" y="147"/>
                  <a:pt x="423" y="147"/>
                </a:cubicBezTo>
                <a:cubicBezTo>
                  <a:pt x="423" y="147"/>
                  <a:pt x="423" y="147"/>
                  <a:pt x="423" y="147"/>
                </a:cubicBezTo>
                <a:cubicBezTo>
                  <a:pt x="423" y="147"/>
                  <a:pt x="423" y="147"/>
                  <a:pt x="423" y="147"/>
                </a:cubicBezTo>
                <a:cubicBezTo>
                  <a:pt x="422" y="149"/>
                  <a:pt x="426" y="151"/>
                  <a:pt x="430" y="153"/>
                </a:cubicBezTo>
                <a:cubicBezTo>
                  <a:pt x="434" y="154"/>
                  <a:pt x="438" y="155"/>
                  <a:pt x="439" y="153"/>
                </a:cubicBezTo>
                <a:cubicBezTo>
                  <a:pt x="439" y="153"/>
                  <a:pt x="439" y="153"/>
                  <a:pt x="439" y="153"/>
                </a:cubicBezTo>
                <a:cubicBezTo>
                  <a:pt x="439" y="153"/>
                  <a:pt x="439" y="153"/>
                  <a:pt x="439" y="153"/>
                </a:cubicBezTo>
                <a:cubicBezTo>
                  <a:pt x="439" y="153"/>
                  <a:pt x="439" y="153"/>
                  <a:pt x="439" y="153"/>
                </a:cubicBezTo>
                <a:cubicBezTo>
                  <a:pt x="439" y="153"/>
                  <a:pt x="439" y="153"/>
                  <a:pt x="439" y="153"/>
                </a:cubicBezTo>
                <a:cubicBezTo>
                  <a:pt x="457" y="100"/>
                  <a:pt x="457" y="100"/>
                  <a:pt x="457" y="100"/>
                </a:cubicBezTo>
                <a:cubicBezTo>
                  <a:pt x="457" y="100"/>
                  <a:pt x="457" y="100"/>
                  <a:pt x="457" y="100"/>
                </a:cubicBezTo>
                <a:cubicBezTo>
                  <a:pt x="457" y="159"/>
                  <a:pt x="457" y="159"/>
                  <a:pt x="457" y="159"/>
                </a:cubicBezTo>
                <a:cubicBezTo>
                  <a:pt x="457" y="159"/>
                  <a:pt x="457" y="159"/>
                  <a:pt x="457" y="159"/>
                </a:cubicBezTo>
                <a:cubicBezTo>
                  <a:pt x="457" y="159"/>
                  <a:pt x="457" y="159"/>
                  <a:pt x="457" y="159"/>
                </a:cubicBezTo>
                <a:cubicBezTo>
                  <a:pt x="457" y="159"/>
                  <a:pt x="457" y="159"/>
                  <a:pt x="457" y="159"/>
                </a:cubicBezTo>
                <a:cubicBezTo>
                  <a:pt x="457" y="159"/>
                  <a:pt x="457" y="159"/>
                  <a:pt x="457" y="159"/>
                </a:cubicBezTo>
                <a:cubicBezTo>
                  <a:pt x="457" y="160"/>
                  <a:pt x="461" y="161"/>
                  <a:pt x="466" y="161"/>
                </a:cubicBezTo>
                <a:cubicBezTo>
                  <a:pt x="471" y="161"/>
                  <a:pt x="474" y="160"/>
                  <a:pt x="475" y="159"/>
                </a:cubicBezTo>
                <a:cubicBezTo>
                  <a:pt x="475" y="159"/>
                  <a:pt x="475" y="159"/>
                  <a:pt x="475" y="159"/>
                </a:cubicBezTo>
                <a:cubicBezTo>
                  <a:pt x="475" y="159"/>
                  <a:pt x="475" y="159"/>
                  <a:pt x="475" y="159"/>
                </a:cubicBezTo>
                <a:cubicBezTo>
                  <a:pt x="475" y="159"/>
                  <a:pt x="475" y="159"/>
                  <a:pt x="475" y="159"/>
                </a:cubicBezTo>
                <a:cubicBezTo>
                  <a:pt x="475" y="159"/>
                  <a:pt x="475" y="159"/>
                  <a:pt x="475" y="159"/>
                </a:cubicBezTo>
                <a:cubicBezTo>
                  <a:pt x="475" y="100"/>
                  <a:pt x="475" y="100"/>
                  <a:pt x="475" y="100"/>
                </a:cubicBezTo>
                <a:cubicBezTo>
                  <a:pt x="481" y="100"/>
                  <a:pt x="481" y="100"/>
                  <a:pt x="481" y="100"/>
                </a:cubicBezTo>
                <a:cubicBezTo>
                  <a:pt x="481" y="88"/>
                  <a:pt x="481" y="88"/>
                  <a:pt x="481" y="88"/>
                </a:cubicBezTo>
                <a:cubicBezTo>
                  <a:pt x="412" y="88"/>
                  <a:pt x="412" y="88"/>
                  <a:pt x="412" y="88"/>
                </a:cubicBezTo>
                <a:cubicBezTo>
                  <a:pt x="412" y="84"/>
                  <a:pt x="412" y="84"/>
                  <a:pt x="412" y="84"/>
                </a:cubicBezTo>
                <a:cubicBezTo>
                  <a:pt x="481" y="84"/>
                  <a:pt x="481" y="84"/>
                  <a:pt x="481" y="84"/>
                </a:cubicBezTo>
                <a:cubicBezTo>
                  <a:pt x="481" y="80"/>
                  <a:pt x="481" y="80"/>
                  <a:pt x="481" y="80"/>
                </a:cubicBezTo>
                <a:cubicBezTo>
                  <a:pt x="456" y="80"/>
                  <a:pt x="456" y="80"/>
                  <a:pt x="456" y="80"/>
                </a:cubicBezTo>
                <a:cubicBezTo>
                  <a:pt x="456" y="80"/>
                  <a:pt x="456" y="80"/>
                  <a:pt x="456" y="80"/>
                </a:cubicBezTo>
                <a:cubicBezTo>
                  <a:pt x="411" y="80"/>
                  <a:pt x="411" y="80"/>
                  <a:pt x="411" y="80"/>
                </a:cubicBezTo>
                <a:cubicBezTo>
                  <a:pt x="404" y="79"/>
                  <a:pt x="386" y="75"/>
                  <a:pt x="374" y="63"/>
                </a:cubicBezTo>
                <a:cubicBezTo>
                  <a:pt x="357" y="46"/>
                  <a:pt x="357" y="34"/>
                  <a:pt x="357" y="34"/>
                </a:cubicBezTo>
                <a:cubicBezTo>
                  <a:pt x="354" y="34"/>
                  <a:pt x="354" y="34"/>
                  <a:pt x="354" y="34"/>
                </a:cubicBezTo>
                <a:cubicBezTo>
                  <a:pt x="354" y="80"/>
                  <a:pt x="354" y="80"/>
                  <a:pt x="354" y="80"/>
                </a:cubicBezTo>
                <a:cubicBezTo>
                  <a:pt x="350" y="80"/>
                  <a:pt x="350" y="80"/>
                  <a:pt x="350" y="80"/>
                </a:cubicBezTo>
                <a:cubicBezTo>
                  <a:pt x="350" y="34"/>
                  <a:pt x="350" y="34"/>
                  <a:pt x="350" y="34"/>
                </a:cubicBezTo>
                <a:cubicBezTo>
                  <a:pt x="344" y="34"/>
                  <a:pt x="344" y="34"/>
                  <a:pt x="344" y="34"/>
                </a:cubicBezTo>
                <a:cubicBezTo>
                  <a:pt x="344" y="80"/>
                  <a:pt x="344" y="80"/>
                  <a:pt x="344" y="80"/>
                </a:cubicBezTo>
                <a:cubicBezTo>
                  <a:pt x="279" y="80"/>
                  <a:pt x="279" y="80"/>
                  <a:pt x="279" y="80"/>
                </a:cubicBezTo>
                <a:cubicBezTo>
                  <a:pt x="279" y="82"/>
                  <a:pt x="279" y="82"/>
                  <a:pt x="279" y="82"/>
                </a:cubicBezTo>
                <a:cubicBezTo>
                  <a:pt x="244" y="82"/>
                  <a:pt x="244" y="82"/>
                  <a:pt x="244" y="82"/>
                </a:cubicBezTo>
                <a:cubicBezTo>
                  <a:pt x="241" y="62"/>
                  <a:pt x="225" y="46"/>
                  <a:pt x="205" y="43"/>
                </a:cubicBezTo>
                <a:cubicBezTo>
                  <a:pt x="205" y="4"/>
                  <a:pt x="205" y="4"/>
                  <a:pt x="205" y="4"/>
                </a:cubicBezTo>
                <a:cubicBezTo>
                  <a:pt x="207" y="4"/>
                  <a:pt x="207" y="4"/>
                  <a:pt x="207" y="4"/>
                </a:cubicBezTo>
                <a:cubicBezTo>
                  <a:pt x="207" y="0"/>
                  <a:pt x="207" y="0"/>
                  <a:pt x="207" y="0"/>
                </a:cubicBezTo>
                <a:cubicBezTo>
                  <a:pt x="187" y="0"/>
                  <a:pt x="187" y="0"/>
                  <a:pt x="187" y="0"/>
                </a:cubicBezTo>
                <a:cubicBezTo>
                  <a:pt x="187" y="4"/>
                  <a:pt x="187" y="4"/>
                  <a:pt x="187" y="4"/>
                </a:cubicBezTo>
                <a:cubicBezTo>
                  <a:pt x="190" y="4"/>
                  <a:pt x="190" y="4"/>
                  <a:pt x="190" y="4"/>
                </a:cubicBezTo>
                <a:cubicBezTo>
                  <a:pt x="190" y="43"/>
                  <a:pt x="190" y="43"/>
                  <a:pt x="190" y="43"/>
                </a:cubicBezTo>
                <a:cubicBezTo>
                  <a:pt x="188" y="43"/>
                  <a:pt x="187" y="43"/>
                  <a:pt x="186" y="43"/>
                </a:cubicBezTo>
                <a:cubicBezTo>
                  <a:pt x="171" y="8"/>
                  <a:pt x="171" y="8"/>
                  <a:pt x="171" y="8"/>
                </a:cubicBezTo>
                <a:cubicBezTo>
                  <a:pt x="173" y="7"/>
                  <a:pt x="173" y="7"/>
                  <a:pt x="173" y="7"/>
                </a:cubicBezTo>
                <a:cubicBezTo>
                  <a:pt x="173" y="7"/>
                  <a:pt x="173" y="7"/>
                  <a:pt x="173" y="7"/>
                </a:cubicBezTo>
                <a:cubicBezTo>
                  <a:pt x="172" y="3"/>
                  <a:pt x="172" y="3"/>
                  <a:pt x="172" y="3"/>
                </a:cubicBezTo>
                <a:cubicBezTo>
                  <a:pt x="154" y="11"/>
                  <a:pt x="154" y="11"/>
                  <a:pt x="154" y="11"/>
                </a:cubicBezTo>
                <a:cubicBezTo>
                  <a:pt x="155" y="15"/>
                  <a:pt x="155" y="15"/>
                  <a:pt x="155" y="15"/>
                </a:cubicBezTo>
                <a:cubicBezTo>
                  <a:pt x="157" y="14"/>
                  <a:pt x="157" y="14"/>
                  <a:pt x="157" y="14"/>
                </a:cubicBezTo>
                <a:cubicBezTo>
                  <a:pt x="172" y="49"/>
                  <a:pt x="172" y="49"/>
                  <a:pt x="172" y="49"/>
                </a:cubicBezTo>
                <a:cubicBezTo>
                  <a:pt x="171" y="49"/>
                  <a:pt x="170" y="50"/>
                  <a:pt x="169" y="51"/>
                </a:cubicBezTo>
                <a:cubicBezTo>
                  <a:pt x="142" y="24"/>
                  <a:pt x="142" y="24"/>
                  <a:pt x="142" y="24"/>
                </a:cubicBezTo>
                <a:cubicBezTo>
                  <a:pt x="144" y="23"/>
                  <a:pt x="144" y="23"/>
                  <a:pt x="144" y="23"/>
                </a:cubicBezTo>
                <a:cubicBezTo>
                  <a:pt x="144" y="23"/>
                  <a:pt x="144" y="23"/>
                  <a:pt x="144" y="23"/>
                </a:cubicBezTo>
                <a:cubicBezTo>
                  <a:pt x="141" y="20"/>
                  <a:pt x="141" y="20"/>
                  <a:pt x="141" y="20"/>
                </a:cubicBezTo>
                <a:cubicBezTo>
                  <a:pt x="127" y="34"/>
                  <a:pt x="127" y="34"/>
                  <a:pt x="127" y="34"/>
                </a:cubicBezTo>
                <a:cubicBezTo>
                  <a:pt x="130" y="37"/>
                  <a:pt x="130" y="37"/>
                  <a:pt x="130" y="37"/>
                </a:cubicBezTo>
                <a:cubicBezTo>
                  <a:pt x="132" y="35"/>
                  <a:pt x="132" y="35"/>
                  <a:pt x="132" y="35"/>
                </a:cubicBezTo>
                <a:cubicBezTo>
                  <a:pt x="158" y="61"/>
                  <a:pt x="158" y="61"/>
                  <a:pt x="158" y="61"/>
                </a:cubicBezTo>
                <a:cubicBezTo>
                  <a:pt x="157" y="62"/>
                  <a:pt x="157" y="63"/>
                  <a:pt x="156" y="64"/>
                </a:cubicBezTo>
                <a:cubicBezTo>
                  <a:pt x="122" y="51"/>
                  <a:pt x="122" y="51"/>
                  <a:pt x="122" y="51"/>
                </a:cubicBezTo>
                <a:cubicBezTo>
                  <a:pt x="123" y="48"/>
                  <a:pt x="123" y="48"/>
                  <a:pt x="123" y="48"/>
                </a:cubicBezTo>
                <a:cubicBezTo>
                  <a:pt x="123" y="48"/>
                  <a:pt x="123" y="48"/>
                  <a:pt x="123" y="48"/>
                </a:cubicBezTo>
                <a:cubicBezTo>
                  <a:pt x="119" y="47"/>
                  <a:pt x="119" y="47"/>
                  <a:pt x="119" y="47"/>
                </a:cubicBezTo>
                <a:cubicBezTo>
                  <a:pt x="112" y="65"/>
                  <a:pt x="112" y="65"/>
                  <a:pt x="112" y="65"/>
                </a:cubicBezTo>
                <a:cubicBezTo>
                  <a:pt x="116" y="66"/>
                  <a:pt x="116" y="66"/>
                  <a:pt x="116" y="66"/>
                </a:cubicBezTo>
                <a:cubicBezTo>
                  <a:pt x="116" y="64"/>
                  <a:pt x="116" y="64"/>
                  <a:pt x="116" y="64"/>
                </a:cubicBezTo>
                <a:cubicBezTo>
                  <a:pt x="150" y="78"/>
                  <a:pt x="150" y="78"/>
                  <a:pt x="150" y="78"/>
                </a:cubicBezTo>
                <a:cubicBezTo>
                  <a:pt x="150" y="79"/>
                  <a:pt x="149" y="81"/>
                  <a:pt x="149" y="82"/>
                </a:cubicBezTo>
                <a:cubicBezTo>
                  <a:pt x="110" y="82"/>
                  <a:pt x="110" y="82"/>
                  <a:pt x="110" y="82"/>
                </a:cubicBezTo>
                <a:cubicBezTo>
                  <a:pt x="110" y="80"/>
                  <a:pt x="110" y="80"/>
                  <a:pt x="110" y="80"/>
                </a:cubicBezTo>
                <a:cubicBezTo>
                  <a:pt x="68" y="80"/>
                  <a:pt x="68" y="80"/>
                  <a:pt x="68" y="80"/>
                </a:cubicBezTo>
                <a:cubicBezTo>
                  <a:pt x="68" y="80"/>
                  <a:pt x="68" y="80"/>
                  <a:pt x="67" y="80"/>
                </a:cubicBezTo>
                <a:cubicBezTo>
                  <a:pt x="63" y="80"/>
                  <a:pt x="59" y="84"/>
                  <a:pt x="59" y="89"/>
                </a:cubicBezTo>
                <a:cubicBezTo>
                  <a:pt x="59" y="89"/>
                  <a:pt x="59" y="89"/>
                  <a:pt x="59" y="89"/>
                </a:cubicBezTo>
                <a:cubicBezTo>
                  <a:pt x="59" y="98"/>
                  <a:pt x="59" y="98"/>
                  <a:pt x="59" y="98"/>
                </a:cubicBezTo>
                <a:cubicBezTo>
                  <a:pt x="59" y="98"/>
                  <a:pt x="59" y="98"/>
                  <a:pt x="59" y="98"/>
                </a:cubicBezTo>
                <a:cubicBezTo>
                  <a:pt x="59" y="266"/>
                  <a:pt x="59" y="266"/>
                  <a:pt x="59" y="266"/>
                </a:cubicBezTo>
                <a:cubicBezTo>
                  <a:pt x="59" y="266"/>
                  <a:pt x="59" y="266"/>
                  <a:pt x="59" y="266"/>
                </a:cubicBezTo>
                <a:cubicBezTo>
                  <a:pt x="59" y="277"/>
                  <a:pt x="59" y="277"/>
                  <a:pt x="59" y="277"/>
                </a:cubicBezTo>
                <a:cubicBezTo>
                  <a:pt x="59" y="277"/>
                  <a:pt x="59" y="277"/>
                  <a:pt x="59" y="277"/>
                </a:cubicBezTo>
                <a:cubicBezTo>
                  <a:pt x="59" y="282"/>
                  <a:pt x="63" y="286"/>
                  <a:pt x="67" y="286"/>
                </a:cubicBezTo>
                <a:cubicBezTo>
                  <a:pt x="68" y="286"/>
                  <a:pt x="68" y="286"/>
                  <a:pt x="68" y="286"/>
                </a:cubicBezTo>
                <a:cubicBezTo>
                  <a:pt x="108" y="286"/>
                  <a:pt x="108" y="286"/>
                  <a:pt x="108" y="286"/>
                </a:cubicBezTo>
                <a:cubicBezTo>
                  <a:pt x="108" y="286"/>
                  <a:pt x="108" y="286"/>
                  <a:pt x="108" y="286"/>
                </a:cubicBezTo>
                <a:cubicBezTo>
                  <a:pt x="185" y="286"/>
                  <a:pt x="185" y="286"/>
                  <a:pt x="185" y="286"/>
                </a:cubicBezTo>
                <a:cubicBezTo>
                  <a:pt x="185" y="286"/>
                  <a:pt x="185" y="286"/>
                  <a:pt x="185" y="286"/>
                </a:cubicBezTo>
                <a:cubicBezTo>
                  <a:pt x="187" y="286"/>
                  <a:pt x="187" y="286"/>
                  <a:pt x="187" y="286"/>
                </a:cubicBezTo>
                <a:cubicBezTo>
                  <a:pt x="187" y="307"/>
                  <a:pt x="187" y="307"/>
                  <a:pt x="187" y="307"/>
                </a:cubicBezTo>
                <a:cubicBezTo>
                  <a:pt x="185" y="307"/>
                  <a:pt x="185" y="307"/>
                  <a:pt x="185" y="307"/>
                </a:cubicBezTo>
                <a:cubicBezTo>
                  <a:pt x="185" y="307"/>
                  <a:pt x="185" y="307"/>
                  <a:pt x="185" y="307"/>
                </a:cubicBezTo>
                <a:cubicBezTo>
                  <a:pt x="153" y="307"/>
                  <a:pt x="153" y="307"/>
                  <a:pt x="153" y="307"/>
                </a:cubicBezTo>
                <a:cubicBezTo>
                  <a:pt x="153" y="307"/>
                  <a:pt x="153" y="307"/>
                  <a:pt x="153" y="307"/>
                </a:cubicBezTo>
                <a:cubicBezTo>
                  <a:pt x="148" y="307"/>
                  <a:pt x="145" y="310"/>
                  <a:pt x="145" y="315"/>
                </a:cubicBezTo>
                <a:cubicBezTo>
                  <a:pt x="145" y="315"/>
                  <a:pt x="145" y="315"/>
                  <a:pt x="145" y="315"/>
                </a:cubicBezTo>
                <a:cubicBezTo>
                  <a:pt x="145" y="326"/>
                  <a:pt x="145" y="326"/>
                  <a:pt x="145" y="326"/>
                </a:cubicBezTo>
                <a:cubicBezTo>
                  <a:pt x="145" y="326"/>
                  <a:pt x="145" y="326"/>
                  <a:pt x="145" y="326"/>
                </a:cubicBezTo>
                <a:cubicBezTo>
                  <a:pt x="145" y="351"/>
                  <a:pt x="145" y="351"/>
                  <a:pt x="145" y="351"/>
                </a:cubicBezTo>
                <a:cubicBezTo>
                  <a:pt x="86" y="351"/>
                  <a:pt x="86" y="351"/>
                  <a:pt x="86" y="351"/>
                </a:cubicBezTo>
                <a:cubicBezTo>
                  <a:pt x="87" y="400"/>
                  <a:pt x="87" y="400"/>
                  <a:pt x="87" y="400"/>
                </a:cubicBezTo>
                <a:cubicBezTo>
                  <a:pt x="103" y="418"/>
                  <a:pt x="103" y="418"/>
                  <a:pt x="103" y="418"/>
                </a:cubicBezTo>
                <a:cubicBezTo>
                  <a:pt x="103" y="451"/>
                  <a:pt x="103" y="451"/>
                  <a:pt x="103" y="451"/>
                </a:cubicBezTo>
                <a:cubicBezTo>
                  <a:pt x="122" y="459"/>
                  <a:pt x="122" y="459"/>
                  <a:pt x="122" y="459"/>
                </a:cubicBezTo>
                <a:cubicBezTo>
                  <a:pt x="122" y="505"/>
                  <a:pt x="122" y="505"/>
                  <a:pt x="122" y="505"/>
                </a:cubicBezTo>
                <a:cubicBezTo>
                  <a:pt x="38" y="520"/>
                  <a:pt x="7" y="539"/>
                  <a:pt x="4" y="540"/>
                </a:cubicBezTo>
                <a:cubicBezTo>
                  <a:pt x="0" y="540"/>
                  <a:pt x="19" y="543"/>
                  <a:pt x="46" y="556"/>
                </a:cubicBezTo>
                <a:cubicBezTo>
                  <a:pt x="80" y="572"/>
                  <a:pt x="76" y="581"/>
                  <a:pt x="76" y="581"/>
                </a:cubicBezTo>
                <a:cubicBezTo>
                  <a:pt x="76" y="581"/>
                  <a:pt x="135" y="543"/>
                  <a:pt x="263" y="520"/>
                </a:cubicBezTo>
                <a:cubicBezTo>
                  <a:pt x="330" y="508"/>
                  <a:pt x="451" y="503"/>
                  <a:pt x="495" y="512"/>
                </a:cubicBezTo>
                <a:cubicBezTo>
                  <a:pt x="495" y="512"/>
                  <a:pt x="461" y="504"/>
                  <a:pt x="413" y="497"/>
                </a:cubicBezTo>
                <a:close/>
              </a:path>
            </a:pathLst>
          </a:custGeom>
          <a:solidFill>
            <a:srgbClr val="003778"/>
          </a:solidFill>
          <a:ln>
            <a:noFill/>
          </a:ln>
        </p:spPr>
        <p:txBody>
          <a:bodyPr vert="horz" wrap="square" lIns="91440" tIns="45720" rIns="91440" bIns="45720" numCol="1" anchor="t" anchorCtr="0" compatLnSpc="1">
            <a:prstTxWarp prst="textNoShape">
              <a:avLst/>
            </a:prstTxWarp>
          </a:bodyPr>
          <a:lstStyle/>
          <a:p>
            <a:endParaRPr lang="zh-CN" altLang="en-US" dirty="0"/>
          </a:p>
        </p:txBody>
      </p:sp>
      <p:cxnSp>
        <p:nvCxnSpPr>
          <p:cNvPr id="16" name="直接连接符 15">
            <a:extLst>
              <a:ext uri="{FF2B5EF4-FFF2-40B4-BE49-F238E27FC236}">
                <a16:creationId xmlns:a16="http://schemas.microsoft.com/office/drawing/2014/main" id="{37B9A614-BC4E-4B23-B9D1-2B209AB0743B}"/>
              </a:ext>
            </a:extLst>
          </p:cNvPr>
          <p:cNvCxnSpPr>
            <a:cxnSpLocks/>
          </p:cNvCxnSpPr>
          <p:nvPr userDrawn="1"/>
        </p:nvCxnSpPr>
        <p:spPr>
          <a:xfrm>
            <a:off x="659130" y="1027048"/>
            <a:ext cx="10864850" cy="0"/>
          </a:xfrm>
          <a:prstGeom prst="line">
            <a:avLst/>
          </a:prstGeom>
          <a:ln cap="rnd">
            <a:solidFill>
              <a:schemeClr val="accent1"/>
            </a:solidFill>
          </a:ln>
        </p:spPr>
        <p:style>
          <a:lnRef idx="1">
            <a:schemeClr val="accent1"/>
          </a:lnRef>
          <a:fillRef idx="0">
            <a:schemeClr val="accent1"/>
          </a:fillRef>
          <a:effectRef idx="0">
            <a:schemeClr val="accent1"/>
          </a:effectRef>
          <a:fontRef idx="minor">
            <a:schemeClr val="tx1"/>
          </a:fontRef>
        </p:style>
      </p:cxnSp>
      <p:sp>
        <p:nvSpPr>
          <p:cNvPr id="14" name="图片占位符 13">
            <a:extLst>
              <a:ext uri="{FF2B5EF4-FFF2-40B4-BE49-F238E27FC236}">
                <a16:creationId xmlns:a16="http://schemas.microsoft.com/office/drawing/2014/main" id="{EF255A9C-133E-4C50-9FC6-625B392297F2}"/>
              </a:ext>
            </a:extLst>
          </p:cNvPr>
          <p:cNvSpPr>
            <a:spLocks noGrp="1"/>
          </p:cNvSpPr>
          <p:nvPr>
            <p:ph type="pic" sz="quarter" idx="10"/>
          </p:nvPr>
        </p:nvSpPr>
        <p:spPr>
          <a:xfrm>
            <a:off x="4456140" y="1789140"/>
            <a:ext cx="3279720" cy="3279720"/>
          </a:xfrm>
          <a:custGeom>
            <a:avLst/>
            <a:gdLst>
              <a:gd name="connsiteX0" fmla="*/ 1849434 w 3698868"/>
              <a:gd name="connsiteY0" fmla="*/ 0 h 3698868"/>
              <a:gd name="connsiteX1" fmla="*/ 3698868 w 3698868"/>
              <a:gd name="connsiteY1" fmla="*/ 1849434 h 3698868"/>
              <a:gd name="connsiteX2" fmla="*/ 1849434 w 3698868"/>
              <a:gd name="connsiteY2" fmla="*/ 3698868 h 3698868"/>
              <a:gd name="connsiteX3" fmla="*/ 0 w 3698868"/>
              <a:gd name="connsiteY3" fmla="*/ 1849434 h 3698868"/>
              <a:gd name="connsiteX4" fmla="*/ 1849434 w 3698868"/>
              <a:gd name="connsiteY4" fmla="*/ 0 h 369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98868" h="3698868">
                <a:moveTo>
                  <a:pt x="1849434" y="0"/>
                </a:moveTo>
                <a:cubicBezTo>
                  <a:pt x="2870848" y="0"/>
                  <a:pt x="3698868" y="828020"/>
                  <a:pt x="3698868" y="1849434"/>
                </a:cubicBezTo>
                <a:cubicBezTo>
                  <a:pt x="3698868" y="2870848"/>
                  <a:pt x="2870848" y="3698868"/>
                  <a:pt x="1849434" y="3698868"/>
                </a:cubicBezTo>
                <a:cubicBezTo>
                  <a:pt x="828020" y="3698868"/>
                  <a:pt x="0" y="2870848"/>
                  <a:pt x="0" y="1849434"/>
                </a:cubicBezTo>
                <a:cubicBezTo>
                  <a:pt x="0" y="828020"/>
                  <a:pt x="828020" y="0"/>
                  <a:pt x="1849434" y="0"/>
                </a:cubicBezTo>
                <a:close/>
              </a:path>
            </a:pathLst>
          </a:custGeom>
          <a:ln w="19050">
            <a:solidFill>
              <a:schemeClr val="accent1"/>
            </a:solidFill>
          </a:ln>
          <a:effectLst>
            <a:glow rad="254000">
              <a:schemeClr val="tx1">
                <a:lumMod val="95000"/>
                <a:lumOff val="5000"/>
                <a:alpha val="15000"/>
              </a:schemeClr>
            </a:glow>
          </a:effectLst>
        </p:spPr>
        <p:txBody>
          <a:bodyPr wrap="square">
            <a:noAutofit/>
          </a:bodyPr>
          <a:lstStyle/>
          <a:p>
            <a:endParaRPr lang="zh-CN" altLang="en-US"/>
          </a:p>
        </p:txBody>
      </p:sp>
    </p:spTree>
    <p:extLst>
      <p:ext uri="{BB962C8B-B14F-4D97-AF65-F5344CB8AC3E}">
        <p14:creationId xmlns:p14="http://schemas.microsoft.com/office/powerpoint/2010/main" val="1793742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三张图片说明">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40550F8C-09E3-4442-8DC6-E0C639E8B1D8}"/>
              </a:ext>
            </a:extLst>
          </p:cNvPr>
          <p:cNvSpPr/>
          <p:nvPr userDrawn="1"/>
        </p:nvSpPr>
        <p:spPr>
          <a:xfrm>
            <a:off x="0" y="0"/>
            <a:ext cx="12192000" cy="6492875"/>
          </a:xfrm>
          <a:prstGeom prst="rect">
            <a:avLst/>
          </a:prstGeom>
          <a:solidFill>
            <a:schemeClr val="bg1">
              <a:alpha val="93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latin typeface="Microsoft YaHei UI" panose="020B0503020204020204" pitchFamily="34" charset="-122"/>
              <a:ea typeface="Microsoft YaHei UI" panose="020B0503020204020204" pitchFamily="34" charset="-122"/>
            </a:endParaRPr>
          </a:p>
        </p:txBody>
      </p:sp>
      <p:sp>
        <p:nvSpPr>
          <p:cNvPr id="2" name="标题 1">
            <a:extLst>
              <a:ext uri="{FF2B5EF4-FFF2-40B4-BE49-F238E27FC236}">
                <a16:creationId xmlns:a16="http://schemas.microsoft.com/office/drawing/2014/main" id="{F3F78BD0-F462-4621-8C34-D1893B6B97AE}"/>
              </a:ext>
            </a:extLst>
          </p:cNvPr>
          <p:cNvSpPr>
            <a:spLocks noGrp="1"/>
          </p:cNvSpPr>
          <p:nvPr>
            <p:ph type="title"/>
          </p:nvPr>
        </p:nvSpPr>
        <p:spPr>
          <a:xfrm>
            <a:off x="792481" y="574395"/>
            <a:ext cx="7315200" cy="341874"/>
          </a:xfrm>
        </p:spPr>
        <p:txBody>
          <a:bodyPr lIns="0" tIns="0" rIns="0" bIns="0">
            <a:noAutofit/>
          </a:bodyPr>
          <a:lstStyle>
            <a:lvl1pPr>
              <a:defRPr sz="2600" b="1">
                <a:solidFill>
                  <a:schemeClr val="accent1"/>
                </a:solidFill>
              </a:defRPr>
            </a:lvl1pPr>
          </a:lstStyle>
          <a:p>
            <a:r>
              <a:rPr lang="zh-CN" altLang="en-US" dirty="0"/>
              <a:t>单击此处编辑母版标题样式</a:t>
            </a:r>
          </a:p>
        </p:txBody>
      </p:sp>
      <p:sp>
        <p:nvSpPr>
          <p:cNvPr id="7" name="矩形 6">
            <a:extLst>
              <a:ext uri="{FF2B5EF4-FFF2-40B4-BE49-F238E27FC236}">
                <a16:creationId xmlns:a16="http://schemas.microsoft.com/office/drawing/2014/main" id="{273664E7-E6D5-4929-9178-9AD3110374FA}"/>
              </a:ext>
            </a:extLst>
          </p:cNvPr>
          <p:cNvSpPr/>
          <p:nvPr userDrawn="1"/>
        </p:nvSpPr>
        <p:spPr>
          <a:xfrm>
            <a:off x="0" y="6492875"/>
            <a:ext cx="12192000" cy="365125"/>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a:extLst>
              <a:ext uri="{FF2B5EF4-FFF2-40B4-BE49-F238E27FC236}">
                <a16:creationId xmlns:a16="http://schemas.microsoft.com/office/drawing/2014/main" id="{CC1AFDE3-17F7-4C68-81A1-E196F75F6412}"/>
              </a:ext>
            </a:extLst>
          </p:cNvPr>
          <p:cNvPicPr>
            <a:picLocks noChangeAspect="1"/>
          </p:cNvPicPr>
          <p:nvPr userDrawn="1"/>
        </p:nvPicPr>
        <p:blipFill>
          <a:blip r:embed="rId2"/>
          <a:stretch>
            <a:fillRect/>
          </a:stretch>
        </p:blipFill>
        <p:spPr>
          <a:xfrm>
            <a:off x="673100" y="6580054"/>
            <a:ext cx="1330959" cy="203465"/>
          </a:xfrm>
          <a:prstGeom prst="rect">
            <a:avLst/>
          </a:prstGeom>
        </p:spPr>
      </p:pic>
      <p:pic>
        <p:nvPicPr>
          <p:cNvPr id="9" name="图片 8">
            <a:extLst>
              <a:ext uri="{FF2B5EF4-FFF2-40B4-BE49-F238E27FC236}">
                <a16:creationId xmlns:a16="http://schemas.microsoft.com/office/drawing/2014/main" id="{F17405B7-37A0-4A9E-87D3-E7F07F5B2459}"/>
              </a:ext>
            </a:extLst>
          </p:cNvPr>
          <p:cNvPicPr>
            <a:picLocks noChangeAspect="1"/>
          </p:cNvPicPr>
          <p:nvPr userDrawn="1"/>
        </p:nvPicPr>
        <p:blipFill>
          <a:blip r:embed="rId3"/>
          <a:stretch>
            <a:fillRect/>
          </a:stretch>
        </p:blipFill>
        <p:spPr>
          <a:xfrm>
            <a:off x="9997440" y="530517"/>
            <a:ext cx="1521460" cy="380209"/>
          </a:xfrm>
          <a:prstGeom prst="rect">
            <a:avLst/>
          </a:prstGeom>
        </p:spPr>
      </p:pic>
      <p:pic>
        <p:nvPicPr>
          <p:cNvPr id="12" name="图片 11">
            <a:extLst>
              <a:ext uri="{FF2B5EF4-FFF2-40B4-BE49-F238E27FC236}">
                <a16:creationId xmlns:a16="http://schemas.microsoft.com/office/drawing/2014/main" id="{A4F36DF7-8FB7-494A-AB7D-676726F71429}"/>
              </a:ext>
            </a:extLst>
          </p:cNvPr>
          <p:cNvPicPr>
            <a:picLocks noChangeAspect="1"/>
          </p:cNvPicPr>
          <p:nvPr userDrawn="1"/>
        </p:nvPicPr>
        <p:blipFill>
          <a:blip r:embed="rId4"/>
          <a:stretch>
            <a:fillRect/>
          </a:stretch>
        </p:blipFill>
        <p:spPr>
          <a:xfrm>
            <a:off x="8610600" y="6626002"/>
            <a:ext cx="2908300" cy="111568"/>
          </a:xfrm>
          <a:prstGeom prst="rect">
            <a:avLst/>
          </a:prstGeom>
        </p:spPr>
      </p:pic>
      <p:sp>
        <p:nvSpPr>
          <p:cNvPr id="13" name="Freeform 52">
            <a:extLst>
              <a:ext uri="{FF2B5EF4-FFF2-40B4-BE49-F238E27FC236}">
                <a16:creationId xmlns:a16="http://schemas.microsoft.com/office/drawing/2014/main" id="{8C821F99-9CAC-4AF4-A510-C489D83FB6B7}"/>
              </a:ext>
            </a:extLst>
          </p:cNvPr>
          <p:cNvSpPr>
            <a:spLocks noEditPoints="1"/>
          </p:cNvSpPr>
          <p:nvPr userDrawn="1"/>
        </p:nvSpPr>
        <p:spPr bwMode="auto">
          <a:xfrm>
            <a:off x="114520" y="450603"/>
            <a:ext cx="563441" cy="659948"/>
          </a:xfrm>
          <a:custGeom>
            <a:avLst/>
            <a:gdLst>
              <a:gd name="T0" fmla="*/ 342 w 495"/>
              <a:gd name="T1" fmla="*/ 490 h 581"/>
              <a:gd name="T2" fmla="*/ 267 w 495"/>
              <a:gd name="T3" fmla="*/ 393 h 581"/>
              <a:gd name="T4" fmla="*/ 155 w 495"/>
              <a:gd name="T5" fmla="*/ 426 h 581"/>
              <a:gd name="T6" fmla="*/ 159 w 495"/>
              <a:gd name="T7" fmla="*/ 351 h 581"/>
              <a:gd name="T8" fmla="*/ 108 w 495"/>
              <a:gd name="T9" fmla="*/ 266 h 581"/>
              <a:gd name="T10" fmla="*/ 118 w 495"/>
              <a:gd name="T11" fmla="*/ 114 h 581"/>
              <a:gd name="T12" fmla="*/ 157 w 495"/>
              <a:gd name="T13" fmla="*/ 118 h 581"/>
              <a:gd name="T14" fmla="*/ 168 w 495"/>
              <a:gd name="T15" fmla="*/ 129 h 581"/>
              <a:gd name="T16" fmla="*/ 173 w 495"/>
              <a:gd name="T17" fmla="*/ 168 h 581"/>
              <a:gd name="T18" fmla="*/ 68 w 495"/>
              <a:gd name="T19" fmla="*/ 266 h 581"/>
              <a:gd name="T20" fmla="*/ 153 w 495"/>
              <a:gd name="T21" fmla="*/ 111 h 581"/>
              <a:gd name="T22" fmla="*/ 142 w 495"/>
              <a:gd name="T23" fmla="*/ 149 h 581"/>
              <a:gd name="T24" fmla="*/ 181 w 495"/>
              <a:gd name="T25" fmla="*/ 133 h 581"/>
              <a:gd name="T26" fmla="*/ 182 w 495"/>
              <a:gd name="T27" fmla="*/ 47 h 581"/>
              <a:gd name="T28" fmla="*/ 197 w 495"/>
              <a:gd name="T29" fmla="*/ 282 h 581"/>
              <a:gd name="T30" fmla="*/ 199 w 495"/>
              <a:gd name="T31" fmla="*/ 136 h 581"/>
              <a:gd name="T32" fmla="*/ 201 w 495"/>
              <a:gd name="T33" fmla="*/ 5 h 581"/>
              <a:gd name="T34" fmla="*/ 212 w 495"/>
              <a:gd name="T35" fmla="*/ 61 h 581"/>
              <a:gd name="T36" fmla="*/ 256 w 495"/>
              <a:gd name="T37" fmla="*/ 145 h 581"/>
              <a:gd name="T38" fmla="*/ 279 w 495"/>
              <a:gd name="T39" fmla="*/ 84 h 581"/>
              <a:gd name="T40" fmla="*/ 358 w 495"/>
              <a:gd name="T41" fmla="*/ 54 h 581"/>
              <a:gd name="T42" fmla="*/ 412 w 495"/>
              <a:gd name="T43" fmla="*/ 93 h 581"/>
              <a:gd name="T44" fmla="*/ 431 w 495"/>
              <a:gd name="T45" fmla="*/ 95 h 581"/>
              <a:gd name="T46" fmla="*/ 463 w 495"/>
              <a:gd name="T47" fmla="*/ 155 h 581"/>
              <a:gd name="T48" fmla="*/ 222 w 495"/>
              <a:gd name="T49" fmla="*/ 279 h 581"/>
              <a:gd name="T50" fmla="*/ 350 w 495"/>
              <a:gd name="T51" fmla="*/ 257 h 581"/>
              <a:gd name="T52" fmla="*/ 398 w 495"/>
              <a:gd name="T53" fmla="*/ 210 h 581"/>
              <a:gd name="T54" fmla="*/ 407 w 495"/>
              <a:gd name="T55" fmla="*/ 219 h 581"/>
              <a:gd name="T56" fmla="*/ 412 w 495"/>
              <a:gd name="T57" fmla="*/ 451 h 581"/>
              <a:gd name="T58" fmla="*/ 406 w 495"/>
              <a:gd name="T59" fmla="*/ 320 h 581"/>
              <a:gd name="T60" fmla="*/ 469 w 495"/>
              <a:gd name="T61" fmla="*/ 184 h 581"/>
              <a:gd name="T62" fmla="*/ 460 w 495"/>
              <a:gd name="T63" fmla="*/ 233 h 581"/>
              <a:gd name="T64" fmla="*/ 384 w 495"/>
              <a:gd name="T65" fmla="*/ 222 h 581"/>
              <a:gd name="T66" fmla="*/ 421 w 495"/>
              <a:gd name="T67" fmla="*/ 188 h 581"/>
              <a:gd name="T68" fmla="*/ 364 w 495"/>
              <a:gd name="T69" fmla="*/ 225 h 581"/>
              <a:gd name="T70" fmla="*/ 361 w 495"/>
              <a:gd name="T71" fmla="*/ 188 h 581"/>
              <a:gd name="T72" fmla="*/ 387 w 495"/>
              <a:gd name="T73" fmla="*/ 356 h 581"/>
              <a:gd name="T74" fmla="*/ 220 w 495"/>
              <a:gd name="T75" fmla="*/ 351 h 581"/>
              <a:gd name="T76" fmla="*/ 236 w 495"/>
              <a:gd name="T77" fmla="*/ 315 h 581"/>
              <a:gd name="T78" fmla="*/ 207 w 495"/>
              <a:gd name="T79" fmla="*/ 171 h 581"/>
              <a:gd name="T80" fmla="*/ 239 w 495"/>
              <a:gd name="T81" fmla="*/ 166 h 581"/>
              <a:gd name="T82" fmla="*/ 252 w 495"/>
              <a:gd name="T83" fmla="*/ 158 h 581"/>
              <a:gd name="T84" fmla="*/ 270 w 495"/>
              <a:gd name="T85" fmla="*/ 130 h 581"/>
              <a:gd name="T86" fmla="*/ 279 w 495"/>
              <a:gd name="T87" fmla="*/ 100 h 581"/>
              <a:gd name="T88" fmla="*/ 394 w 495"/>
              <a:gd name="T89" fmla="*/ 130 h 581"/>
              <a:gd name="T90" fmla="*/ 438 w 495"/>
              <a:gd name="T91" fmla="*/ 100 h 581"/>
              <a:gd name="T92" fmla="*/ 439 w 495"/>
              <a:gd name="T93" fmla="*/ 153 h 581"/>
              <a:gd name="T94" fmla="*/ 457 w 495"/>
              <a:gd name="T95" fmla="*/ 159 h 581"/>
              <a:gd name="T96" fmla="*/ 475 w 495"/>
              <a:gd name="T97" fmla="*/ 100 h 581"/>
              <a:gd name="T98" fmla="*/ 456 w 495"/>
              <a:gd name="T99" fmla="*/ 80 h 581"/>
              <a:gd name="T100" fmla="*/ 344 w 495"/>
              <a:gd name="T101" fmla="*/ 34 h 581"/>
              <a:gd name="T102" fmla="*/ 207 w 495"/>
              <a:gd name="T103" fmla="*/ 0 h 581"/>
              <a:gd name="T104" fmla="*/ 173 w 495"/>
              <a:gd name="T105" fmla="*/ 7 h 581"/>
              <a:gd name="T106" fmla="*/ 144 w 495"/>
              <a:gd name="T107" fmla="*/ 23 h 581"/>
              <a:gd name="T108" fmla="*/ 122 w 495"/>
              <a:gd name="T109" fmla="*/ 51 h 581"/>
              <a:gd name="T110" fmla="*/ 149 w 495"/>
              <a:gd name="T111" fmla="*/ 82 h 581"/>
              <a:gd name="T112" fmla="*/ 59 w 495"/>
              <a:gd name="T113" fmla="*/ 98 h 581"/>
              <a:gd name="T114" fmla="*/ 108 w 495"/>
              <a:gd name="T115" fmla="*/ 286 h 581"/>
              <a:gd name="T116" fmla="*/ 153 w 495"/>
              <a:gd name="T117" fmla="*/ 307 h 581"/>
              <a:gd name="T118" fmla="*/ 103 w 495"/>
              <a:gd name="T119" fmla="*/ 418 h 581"/>
              <a:gd name="T120" fmla="*/ 495 w 495"/>
              <a:gd name="T121" fmla="*/ 512 h 5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95" h="581">
                <a:moveTo>
                  <a:pt x="370" y="368"/>
                </a:moveTo>
                <a:cubicBezTo>
                  <a:pt x="334" y="361"/>
                  <a:pt x="334" y="361"/>
                  <a:pt x="334" y="361"/>
                </a:cubicBezTo>
                <a:cubicBezTo>
                  <a:pt x="290" y="370"/>
                  <a:pt x="290" y="370"/>
                  <a:pt x="290" y="370"/>
                </a:cubicBezTo>
                <a:cubicBezTo>
                  <a:pt x="299" y="361"/>
                  <a:pt x="299" y="361"/>
                  <a:pt x="299" y="361"/>
                </a:cubicBezTo>
                <a:cubicBezTo>
                  <a:pt x="338" y="349"/>
                  <a:pt x="338" y="349"/>
                  <a:pt x="338" y="349"/>
                </a:cubicBezTo>
                <a:cubicBezTo>
                  <a:pt x="377" y="362"/>
                  <a:pt x="377" y="362"/>
                  <a:pt x="377" y="362"/>
                </a:cubicBezTo>
                <a:lnTo>
                  <a:pt x="370" y="368"/>
                </a:lnTo>
                <a:close/>
                <a:moveTo>
                  <a:pt x="342" y="490"/>
                </a:moveTo>
                <a:cubicBezTo>
                  <a:pt x="338" y="469"/>
                  <a:pt x="338" y="469"/>
                  <a:pt x="338" y="469"/>
                </a:cubicBezTo>
                <a:cubicBezTo>
                  <a:pt x="350" y="422"/>
                  <a:pt x="350" y="422"/>
                  <a:pt x="350" y="422"/>
                </a:cubicBezTo>
                <a:cubicBezTo>
                  <a:pt x="350" y="422"/>
                  <a:pt x="350" y="422"/>
                  <a:pt x="350" y="422"/>
                </a:cubicBezTo>
                <a:cubicBezTo>
                  <a:pt x="350" y="422"/>
                  <a:pt x="350" y="422"/>
                  <a:pt x="350" y="422"/>
                </a:cubicBezTo>
                <a:cubicBezTo>
                  <a:pt x="365" y="420"/>
                  <a:pt x="365" y="420"/>
                  <a:pt x="365" y="420"/>
                </a:cubicBezTo>
                <a:cubicBezTo>
                  <a:pt x="376" y="493"/>
                  <a:pt x="376" y="493"/>
                  <a:pt x="376" y="493"/>
                </a:cubicBezTo>
                <a:cubicBezTo>
                  <a:pt x="365" y="492"/>
                  <a:pt x="354" y="491"/>
                  <a:pt x="342" y="490"/>
                </a:cubicBezTo>
                <a:close/>
                <a:moveTo>
                  <a:pt x="267" y="393"/>
                </a:moveTo>
                <a:cubicBezTo>
                  <a:pt x="300" y="401"/>
                  <a:pt x="300" y="401"/>
                  <a:pt x="300" y="401"/>
                </a:cubicBezTo>
                <a:cubicBezTo>
                  <a:pt x="345" y="384"/>
                  <a:pt x="345" y="384"/>
                  <a:pt x="345" y="384"/>
                </a:cubicBezTo>
                <a:cubicBezTo>
                  <a:pt x="370" y="396"/>
                  <a:pt x="370" y="396"/>
                  <a:pt x="370" y="396"/>
                </a:cubicBezTo>
                <a:cubicBezTo>
                  <a:pt x="345" y="392"/>
                  <a:pt x="345" y="392"/>
                  <a:pt x="345" y="392"/>
                </a:cubicBezTo>
                <a:cubicBezTo>
                  <a:pt x="299" y="409"/>
                  <a:pt x="299" y="409"/>
                  <a:pt x="299" y="409"/>
                </a:cubicBezTo>
                <a:lnTo>
                  <a:pt x="267" y="393"/>
                </a:lnTo>
                <a:close/>
                <a:moveTo>
                  <a:pt x="172" y="472"/>
                </a:moveTo>
                <a:cubicBezTo>
                  <a:pt x="155" y="426"/>
                  <a:pt x="155" y="426"/>
                  <a:pt x="155" y="426"/>
                </a:cubicBezTo>
                <a:cubicBezTo>
                  <a:pt x="132" y="419"/>
                  <a:pt x="132" y="419"/>
                  <a:pt x="132" y="419"/>
                </a:cubicBezTo>
                <a:cubicBezTo>
                  <a:pt x="171" y="407"/>
                  <a:pt x="171" y="407"/>
                  <a:pt x="171" y="407"/>
                </a:cubicBezTo>
                <a:cubicBezTo>
                  <a:pt x="186" y="457"/>
                  <a:pt x="186" y="457"/>
                  <a:pt x="186" y="457"/>
                </a:cubicBezTo>
                <a:cubicBezTo>
                  <a:pt x="278" y="443"/>
                  <a:pt x="278" y="443"/>
                  <a:pt x="278" y="443"/>
                </a:cubicBezTo>
                <a:lnTo>
                  <a:pt x="172" y="472"/>
                </a:lnTo>
                <a:close/>
                <a:moveTo>
                  <a:pt x="155" y="326"/>
                </a:moveTo>
                <a:cubicBezTo>
                  <a:pt x="159" y="326"/>
                  <a:pt x="159" y="326"/>
                  <a:pt x="159" y="326"/>
                </a:cubicBezTo>
                <a:cubicBezTo>
                  <a:pt x="159" y="351"/>
                  <a:pt x="159" y="351"/>
                  <a:pt x="159" y="351"/>
                </a:cubicBezTo>
                <a:cubicBezTo>
                  <a:pt x="155" y="351"/>
                  <a:pt x="155" y="351"/>
                  <a:pt x="155" y="351"/>
                </a:cubicBezTo>
                <a:lnTo>
                  <a:pt x="155" y="326"/>
                </a:lnTo>
                <a:close/>
                <a:moveTo>
                  <a:pt x="164" y="326"/>
                </a:moveTo>
                <a:cubicBezTo>
                  <a:pt x="187" y="326"/>
                  <a:pt x="187" y="326"/>
                  <a:pt x="187" y="326"/>
                </a:cubicBezTo>
                <a:cubicBezTo>
                  <a:pt x="187" y="351"/>
                  <a:pt x="187" y="351"/>
                  <a:pt x="187" y="351"/>
                </a:cubicBezTo>
                <a:cubicBezTo>
                  <a:pt x="164" y="351"/>
                  <a:pt x="164" y="351"/>
                  <a:pt x="164" y="351"/>
                </a:cubicBezTo>
                <a:lnTo>
                  <a:pt x="164" y="326"/>
                </a:lnTo>
                <a:close/>
                <a:moveTo>
                  <a:pt x="108" y="266"/>
                </a:moveTo>
                <a:cubicBezTo>
                  <a:pt x="108" y="266"/>
                  <a:pt x="108" y="266"/>
                  <a:pt x="108" y="266"/>
                </a:cubicBezTo>
                <a:cubicBezTo>
                  <a:pt x="79" y="266"/>
                  <a:pt x="79" y="266"/>
                  <a:pt x="79" y="266"/>
                </a:cubicBezTo>
                <a:cubicBezTo>
                  <a:pt x="79" y="100"/>
                  <a:pt x="79" y="100"/>
                  <a:pt x="79" y="100"/>
                </a:cubicBezTo>
                <a:cubicBezTo>
                  <a:pt x="110" y="100"/>
                  <a:pt x="110" y="100"/>
                  <a:pt x="110" y="100"/>
                </a:cubicBezTo>
                <a:cubicBezTo>
                  <a:pt x="110" y="98"/>
                  <a:pt x="110" y="98"/>
                  <a:pt x="110" y="98"/>
                </a:cubicBezTo>
                <a:cubicBezTo>
                  <a:pt x="149" y="98"/>
                  <a:pt x="149" y="98"/>
                  <a:pt x="149" y="98"/>
                </a:cubicBezTo>
                <a:cubicBezTo>
                  <a:pt x="149" y="99"/>
                  <a:pt x="149" y="100"/>
                  <a:pt x="150" y="101"/>
                </a:cubicBezTo>
                <a:cubicBezTo>
                  <a:pt x="118" y="114"/>
                  <a:pt x="118" y="114"/>
                  <a:pt x="118" y="114"/>
                </a:cubicBezTo>
                <a:cubicBezTo>
                  <a:pt x="117" y="112"/>
                  <a:pt x="117" y="112"/>
                  <a:pt x="117" y="112"/>
                </a:cubicBezTo>
                <a:cubicBezTo>
                  <a:pt x="117" y="112"/>
                  <a:pt x="117" y="112"/>
                  <a:pt x="117" y="112"/>
                </a:cubicBezTo>
                <a:cubicBezTo>
                  <a:pt x="113" y="114"/>
                  <a:pt x="113" y="114"/>
                  <a:pt x="113" y="114"/>
                </a:cubicBezTo>
                <a:cubicBezTo>
                  <a:pt x="120" y="132"/>
                  <a:pt x="120" y="132"/>
                  <a:pt x="120" y="132"/>
                </a:cubicBezTo>
                <a:cubicBezTo>
                  <a:pt x="124" y="130"/>
                  <a:pt x="124" y="130"/>
                  <a:pt x="124" y="130"/>
                </a:cubicBezTo>
                <a:cubicBezTo>
                  <a:pt x="123" y="128"/>
                  <a:pt x="123" y="128"/>
                  <a:pt x="123" y="128"/>
                </a:cubicBezTo>
                <a:cubicBezTo>
                  <a:pt x="155" y="115"/>
                  <a:pt x="155" y="115"/>
                  <a:pt x="155" y="115"/>
                </a:cubicBezTo>
                <a:cubicBezTo>
                  <a:pt x="156" y="116"/>
                  <a:pt x="157" y="117"/>
                  <a:pt x="157" y="118"/>
                </a:cubicBezTo>
                <a:cubicBezTo>
                  <a:pt x="134" y="142"/>
                  <a:pt x="134" y="142"/>
                  <a:pt x="134" y="142"/>
                </a:cubicBezTo>
                <a:cubicBezTo>
                  <a:pt x="132" y="141"/>
                  <a:pt x="132" y="141"/>
                  <a:pt x="132" y="141"/>
                </a:cubicBezTo>
                <a:cubicBezTo>
                  <a:pt x="132" y="141"/>
                  <a:pt x="132" y="141"/>
                  <a:pt x="132" y="141"/>
                </a:cubicBezTo>
                <a:cubicBezTo>
                  <a:pt x="129" y="144"/>
                  <a:pt x="129" y="144"/>
                  <a:pt x="129" y="144"/>
                </a:cubicBezTo>
                <a:cubicBezTo>
                  <a:pt x="143" y="158"/>
                  <a:pt x="143" y="158"/>
                  <a:pt x="143" y="158"/>
                </a:cubicBezTo>
                <a:cubicBezTo>
                  <a:pt x="146" y="155"/>
                  <a:pt x="146" y="155"/>
                  <a:pt x="146" y="155"/>
                </a:cubicBezTo>
                <a:cubicBezTo>
                  <a:pt x="144" y="153"/>
                  <a:pt x="144" y="153"/>
                  <a:pt x="144" y="153"/>
                </a:cubicBezTo>
                <a:cubicBezTo>
                  <a:pt x="168" y="129"/>
                  <a:pt x="168" y="129"/>
                  <a:pt x="168" y="129"/>
                </a:cubicBezTo>
                <a:cubicBezTo>
                  <a:pt x="169" y="130"/>
                  <a:pt x="170" y="131"/>
                  <a:pt x="171" y="131"/>
                </a:cubicBezTo>
                <a:cubicBezTo>
                  <a:pt x="159" y="163"/>
                  <a:pt x="159" y="163"/>
                  <a:pt x="159" y="163"/>
                </a:cubicBezTo>
                <a:cubicBezTo>
                  <a:pt x="157" y="162"/>
                  <a:pt x="157" y="162"/>
                  <a:pt x="157" y="162"/>
                </a:cubicBezTo>
                <a:cubicBezTo>
                  <a:pt x="157" y="162"/>
                  <a:pt x="157" y="162"/>
                  <a:pt x="157" y="162"/>
                </a:cubicBezTo>
                <a:cubicBezTo>
                  <a:pt x="155" y="166"/>
                  <a:pt x="155" y="166"/>
                  <a:pt x="155" y="166"/>
                </a:cubicBezTo>
                <a:cubicBezTo>
                  <a:pt x="173" y="173"/>
                  <a:pt x="173" y="173"/>
                  <a:pt x="173" y="173"/>
                </a:cubicBezTo>
                <a:cubicBezTo>
                  <a:pt x="175" y="169"/>
                  <a:pt x="175" y="169"/>
                  <a:pt x="175" y="169"/>
                </a:cubicBezTo>
                <a:cubicBezTo>
                  <a:pt x="173" y="168"/>
                  <a:pt x="173" y="168"/>
                  <a:pt x="173" y="168"/>
                </a:cubicBezTo>
                <a:cubicBezTo>
                  <a:pt x="185" y="137"/>
                  <a:pt x="185" y="137"/>
                  <a:pt x="185" y="137"/>
                </a:cubicBezTo>
                <a:cubicBezTo>
                  <a:pt x="187" y="137"/>
                  <a:pt x="188" y="138"/>
                  <a:pt x="190" y="138"/>
                </a:cubicBezTo>
                <a:cubicBezTo>
                  <a:pt x="190" y="171"/>
                  <a:pt x="190" y="171"/>
                  <a:pt x="190" y="171"/>
                </a:cubicBezTo>
                <a:cubicBezTo>
                  <a:pt x="187" y="171"/>
                  <a:pt x="187" y="171"/>
                  <a:pt x="187" y="171"/>
                </a:cubicBezTo>
                <a:cubicBezTo>
                  <a:pt x="187" y="266"/>
                  <a:pt x="187" y="266"/>
                  <a:pt x="187" y="266"/>
                </a:cubicBezTo>
                <a:lnTo>
                  <a:pt x="108" y="266"/>
                </a:lnTo>
                <a:close/>
                <a:moveTo>
                  <a:pt x="74" y="266"/>
                </a:moveTo>
                <a:cubicBezTo>
                  <a:pt x="68" y="266"/>
                  <a:pt x="68" y="266"/>
                  <a:pt x="68" y="266"/>
                </a:cubicBezTo>
                <a:cubicBezTo>
                  <a:pt x="68" y="100"/>
                  <a:pt x="68" y="100"/>
                  <a:pt x="68" y="100"/>
                </a:cubicBezTo>
                <a:cubicBezTo>
                  <a:pt x="74" y="100"/>
                  <a:pt x="74" y="100"/>
                  <a:pt x="74" y="100"/>
                </a:cubicBezTo>
                <a:lnTo>
                  <a:pt x="74" y="266"/>
                </a:lnTo>
                <a:close/>
                <a:moveTo>
                  <a:pt x="153" y="111"/>
                </a:moveTo>
                <a:cubicBezTo>
                  <a:pt x="153" y="112"/>
                  <a:pt x="154" y="112"/>
                  <a:pt x="154" y="113"/>
                </a:cubicBezTo>
                <a:cubicBezTo>
                  <a:pt x="125" y="125"/>
                  <a:pt x="125" y="125"/>
                  <a:pt x="125" y="125"/>
                </a:cubicBezTo>
                <a:cubicBezTo>
                  <a:pt x="124" y="123"/>
                  <a:pt x="124" y="123"/>
                  <a:pt x="124" y="123"/>
                </a:cubicBezTo>
                <a:lnTo>
                  <a:pt x="153" y="111"/>
                </a:lnTo>
                <a:close/>
                <a:moveTo>
                  <a:pt x="122" y="57"/>
                </a:moveTo>
                <a:cubicBezTo>
                  <a:pt x="123" y="55"/>
                  <a:pt x="123" y="55"/>
                  <a:pt x="123" y="55"/>
                </a:cubicBezTo>
                <a:cubicBezTo>
                  <a:pt x="156" y="69"/>
                  <a:pt x="156" y="69"/>
                  <a:pt x="156" y="69"/>
                </a:cubicBezTo>
                <a:cubicBezTo>
                  <a:pt x="155" y="70"/>
                  <a:pt x="155" y="70"/>
                  <a:pt x="155" y="70"/>
                </a:cubicBezTo>
                <a:lnTo>
                  <a:pt x="122" y="57"/>
                </a:lnTo>
                <a:close/>
                <a:moveTo>
                  <a:pt x="166" y="124"/>
                </a:moveTo>
                <a:cubicBezTo>
                  <a:pt x="166" y="125"/>
                  <a:pt x="167" y="125"/>
                  <a:pt x="168" y="126"/>
                </a:cubicBezTo>
                <a:cubicBezTo>
                  <a:pt x="142" y="149"/>
                  <a:pt x="142" y="149"/>
                  <a:pt x="142" y="149"/>
                </a:cubicBezTo>
                <a:cubicBezTo>
                  <a:pt x="141" y="148"/>
                  <a:pt x="141" y="148"/>
                  <a:pt x="141" y="148"/>
                </a:cubicBezTo>
                <a:lnTo>
                  <a:pt x="166" y="124"/>
                </a:lnTo>
                <a:close/>
                <a:moveTo>
                  <a:pt x="140" y="29"/>
                </a:moveTo>
                <a:cubicBezTo>
                  <a:pt x="144" y="30"/>
                  <a:pt x="144" y="30"/>
                  <a:pt x="144" y="30"/>
                </a:cubicBezTo>
                <a:cubicBezTo>
                  <a:pt x="168" y="54"/>
                  <a:pt x="168" y="54"/>
                  <a:pt x="168" y="54"/>
                </a:cubicBezTo>
                <a:cubicBezTo>
                  <a:pt x="166" y="56"/>
                  <a:pt x="166" y="56"/>
                  <a:pt x="166" y="56"/>
                </a:cubicBezTo>
                <a:lnTo>
                  <a:pt x="140" y="29"/>
                </a:lnTo>
                <a:close/>
                <a:moveTo>
                  <a:pt x="181" y="133"/>
                </a:moveTo>
                <a:cubicBezTo>
                  <a:pt x="182" y="133"/>
                  <a:pt x="182" y="134"/>
                  <a:pt x="183" y="134"/>
                </a:cubicBezTo>
                <a:cubicBezTo>
                  <a:pt x="170" y="166"/>
                  <a:pt x="170" y="166"/>
                  <a:pt x="170" y="166"/>
                </a:cubicBezTo>
                <a:cubicBezTo>
                  <a:pt x="168" y="165"/>
                  <a:pt x="168" y="165"/>
                  <a:pt x="168" y="165"/>
                </a:cubicBezTo>
                <a:lnTo>
                  <a:pt x="181" y="133"/>
                </a:lnTo>
                <a:close/>
                <a:moveTo>
                  <a:pt x="167" y="10"/>
                </a:moveTo>
                <a:cubicBezTo>
                  <a:pt x="171" y="17"/>
                  <a:pt x="171" y="17"/>
                  <a:pt x="171" y="17"/>
                </a:cubicBezTo>
                <a:cubicBezTo>
                  <a:pt x="185" y="46"/>
                  <a:pt x="185" y="46"/>
                  <a:pt x="185" y="46"/>
                </a:cubicBezTo>
                <a:cubicBezTo>
                  <a:pt x="184" y="46"/>
                  <a:pt x="183" y="47"/>
                  <a:pt x="182" y="47"/>
                </a:cubicBezTo>
                <a:lnTo>
                  <a:pt x="167" y="10"/>
                </a:lnTo>
                <a:close/>
                <a:moveTo>
                  <a:pt x="197" y="323"/>
                </a:moveTo>
                <a:cubicBezTo>
                  <a:pt x="197" y="323"/>
                  <a:pt x="197" y="323"/>
                  <a:pt x="197" y="323"/>
                </a:cubicBezTo>
                <a:cubicBezTo>
                  <a:pt x="201" y="328"/>
                  <a:pt x="201" y="328"/>
                  <a:pt x="201" y="328"/>
                </a:cubicBezTo>
                <a:cubicBezTo>
                  <a:pt x="201" y="351"/>
                  <a:pt x="201" y="351"/>
                  <a:pt x="201" y="351"/>
                </a:cubicBezTo>
                <a:cubicBezTo>
                  <a:pt x="197" y="351"/>
                  <a:pt x="197" y="351"/>
                  <a:pt x="197" y="351"/>
                </a:cubicBezTo>
                <a:lnTo>
                  <a:pt x="197" y="323"/>
                </a:lnTo>
                <a:close/>
                <a:moveTo>
                  <a:pt x="197" y="282"/>
                </a:moveTo>
                <a:cubicBezTo>
                  <a:pt x="197" y="282"/>
                  <a:pt x="197" y="282"/>
                  <a:pt x="197" y="282"/>
                </a:cubicBezTo>
                <a:cubicBezTo>
                  <a:pt x="201" y="287"/>
                  <a:pt x="201" y="287"/>
                  <a:pt x="201" y="287"/>
                </a:cubicBezTo>
                <a:cubicBezTo>
                  <a:pt x="201" y="307"/>
                  <a:pt x="201" y="307"/>
                  <a:pt x="201" y="307"/>
                </a:cubicBezTo>
                <a:cubicBezTo>
                  <a:pt x="197" y="307"/>
                  <a:pt x="197" y="307"/>
                  <a:pt x="197" y="307"/>
                </a:cubicBezTo>
                <a:lnTo>
                  <a:pt x="197" y="282"/>
                </a:lnTo>
                <a:close/>
                <a:moveTo>
                  <a:pt x="197" y="171"/>
                </a:moveTo>
                <a:cubicBezTo>
                  <a:pt x="199" y="171"/>
                  <a:pt x="199" y="171"/>
                  <a:pt x="199" y="171"/>
                </a:cubicBezTo>
                <a:cubicBezTo>
                  <a:pt x="199" y="136"/>
                  <a:pt x="199" y="136"/>
                  <a:pt x="199" y="136"/>
                </a:cubicBezTo>
                <a:cubicBezTo>
                  <a:pt x="200" y="136"/>
                  <a:pt x="201" y="136"/>
                  <a:pt x="201" y="136"/>
                </a:cubicBezTo>
                <a:cubicBezTo>
                  <a:pt x="201" y="171"/>
                  <a:pt x="201" y="171"/>
                  <a:pt x="201" y="171"/>
                </a:cubicBezTo>
                <a:cubicBezTo>
                  <a:pt x="201" y="171"/>
                  <a:pt x="201" y="171"/>
                  <a:pt x="201" y="171"/>
                </a:cubicBezTo>
                <a:cubicBezTo>
                  <a:pt x="201" y="267"/>
                  <a:pt x="201" y="267"/>
                  <a:pt x="201" y="267"/>
                </a:cubicBezTo>
                <a:cubicBezTo>
                  <a:pt x="197" y="267"/>
                  <a:pt x="197" y="267"/>
                  <a:pt x="197" y="267"/>
                </a:cubicBezTo>
                <a:lnTo>
                  <a:pt x="197" y="171"/>
                </a:lnTo>
                <a:close/>
                <a:moveTo>
                  <a:pt x="199" y="5"/>
                </a:moveTo>
                <a:cubicBezTo>
                  <a:pt x="201" y="5"/>
                  <a:pt x="201" y="5"/>
                  <a:pt x="201" y="5"/>
                </a:cubicBezTo>
                <a:cubicBezTo>
                  <a:pt x="201" y="45"/>
                  <a:pt x="201" y="45"/>
                  <a:pt x="201" y="45"/>
                </a:cubicBezTo>
                <a:cubicBezTo>
                  <a:pt x="201" y="45"/>
                  <a:pt x="200" y="45"/>
                  <a:pt x="199" y="44"/>
                </a:cubicBezTo>
                <a:lnTo>
                  <a:pt x="199" y="5"/>
                </a:lnTo>
                <a:close/>
                <a:moveTo>
                  <a:pt x="212" y="61"/>
                </a:moveTo>
                <a:cubicBezTo>
                  <a:pt x="217" y="61"/>
                  <a:pt x="222" y="66"/>
                  <a:pt x="222" y="71"/>
                </a:cubicBezTo>
                <a:cubicBezTo>
                  <a:pt x="222" y="77"/>
                  <a:pt x="217" y="81"/>
                  <a:pt x="212" y="81"/>
                </a:cubicBezTo>
                <a:cubicBezTo>
                  <a:pt x="206" y="81"/>
                  <a:pt x="202" y="77"/>
                  <a:pt x="202" y="71"/>
                </a:cubicBezTo>
                <a:cubicBezTo>
                  <a:pt x="202" y="66"/>
                  <a:pt x="206" y="61"/>
                  <a:pt x="212" y="61"/>
                </a:cubicBezTo>
                <a:close/>
                <a:moveTo>
                  <a:pt x="231" y="164"/>
                </a:moveTo>
                <a:cubicBezTo>
                  <a:pt x="230" y="164"/>
                  <a:pt x="230" y="164"/>
                  <a:pt x="230" y="164"/>
                </a:cubicBezTo>
                <a:cubicBezTo>
                  <a:pt x="217" y="131"/>
                  <a:pt x="217" y="131"/>
                  <a:pt x="217" y="131"/>
                </a:cubicBezTo>
                <a:cubicBezTo>
                  <a:pt x="220" y="130"/>
                  <a:pt x="220" y="130"/>
                  <a:pt x="220" y="130"/>
                </a:cubicBezTo>
                <a:lnTo>
                  <a:pt x="231" y="164"/>
                </a:lnTo>
                <a:close/>
                <a:moveTo>
                  <a:pt x="233" y="119"/>
                </a:moveTo>
                <a:cubicBezTo>
                  <a:pt x="258" y="143"/>
                  <a:pt x="258" y="143"/>
                  <a:pt x="258" y="143"/>
                </a:cubicBezTo>
                <a:cubicBezTo>
                  <a:pt x="256" y="145"/>
                  <a:pt x="256" y="145"/>
                  <a:pt x="256" y="145"/>
                </a:cubicBezTo>
                <a:cubicBezTo>
                  <a:pt x="231" y="120"/>
                  <a:pt x="231" y="120"/>
                  <a:pt x="231" y="120"/>
                </a:cubicBezTo>
                <a:cubicBezTo>
                  <a:pt x="232" y="120"/>
                  <a:pt x="232" y="119"/>
                  <a:pt x="233" y="119"/>
                </a:cubicBezTo>
                <a:close/>
                <a:moveTo>
                  <a:pt x="241" y="103"/>
                </a:moveTo>
                <a:cubicBezTo>
                  <a:pt x="273" y="116"/>
                  <a:pt x="273" y="116"/>
                  <a:pt x="273" y="116"/>
                </a:cubicBezTo>
                <a:cubicBezTo>
                  <a:pt x="272" y="118"/>
                  <a:pt x="272" y="118"/>
                  <a:pt x="272" y="118"/>
                </a:cubicBezTo>
                <a:cubicBezTo>
                  <a:pt x="240" y="104"/>
                  <a:pt x="240" y="104"/>
                  <a:pt x="240" y="104"/>
                </a:cubicBezTo>
                <a:cubicBezTo>
                  <a:pt x="240" y="104"/>
                  <a:pt x="241" y="103"/>
                  <a:pt x="241" y="103"/>
                </a:cubicBezTo>
                <a:close/>
                <a:moveTo>
                  <a:pt x="279" y="84"/>
                </a:moveTo>
                <a:cubicBezTo>
                  <a:pt x="375" y="84"/>
                  <a:pt x="375" y="84"/>
                  <a:pt x="375" y="84"/>
                </a:cubicBezTo>
                <a:cubicBezTo>
                  <a:pt x="375" y="88"/>
                  <a:pt x="375" y="88"/>
                  <a:pt x="375" y="88"/>
                </a:cubicBezTo>
                <a:cubicBezTo>
                  <a:pt x="279" y="88"/>
                  <a:pt x="279" y="88"/>
                  <a:pt x="279" y="88"/>
                </a:cubicBezTo>
                <a:lnTo>
                  <a:pt x="279" y="84"/>
                </a:lnTo>
                <a:close/>
                <a:moveTo>
                  <a:pt x="359" y="55"/>
                </a:moveTo>
                <a:cubicBezTo>
                  <a:pt x="362" y="80"/>
                  <a:pt x="362" y="80"/>
                  <a:pt x="362" y="80"/>
                </a:cubicBezTo>
                <a:cubicBezTo>
                  <a:pt x="360" y="80"/>
                  <a:pt x="360" y="80"/>
                  <a:pt x="360" y="80"/>
                </a:cubicBezTo>
                <a:cubicBezTo>
                  <a:pt x="358" y="54"/>
                  <a:pt x="358" y="54"/>
                  <a:pt x="358" y="54"/>
                </a:cubicBezTo>
                <a:lnTo>
                  <a:pt x="359" y="55"/>
                </a:lnTo>
                <a:close/>
                <a:moveTo>
                  <a:pt x="370" y="67"/>
                </a:moveTo>
                <a:cubicBezTo>
                  <a:pt x="397" y="83"/>
                  <a:pt x="397" y="83"/>
                  <a:pt x="397" y="83"/>
                </a:cubicBezTo>
                <a:cubicBezTo>
                  <a:pt x="397" y="85"/>
                  <a:pt x="397" y="85"/>
                  <a:pt x="397" y="85"/>
                </a:cubicBezTo>
                <a:cubicBezTo>
                  <a:pt x="370" y="72"/>
                  <a:pt x="370" y="72"/>
                  <a:pt x="370" y="72"/>
                </a:cubicBezTo>
                <a:lnTo>
                  <a:pt x="370" y="67"/>
                </a:lnTo>
                <a:close/>
                <a:moveTo>
                  <a:pt x="411" y="89"/>
                </a:moveTo>
                <a:cubicBezTo>
                  <a:pt x="412" y="93"/>
                  <a:pt x="412" y="93"/>
                  <a:pt x="412" y="93"/>
                </a:cubicBezTo>
                <a:cubicBezTo>
                  <a:pt x="382" y="99"/>
                  <a:pt x="382" y="99"/>
                  <a:pt x="382" y="99"/>
                </a:cubicBezTo>
                <a:cubicBezTo>
                  <a:pt x="378" y="97"/>
                  <a:pt x="378" y="97"/>
                  <a:pt x="378" y="97"/>
                </a:cubicBezTo>
                <a:lnTo>
                  <a:pt x="411" y="89"/>
                </a:lnTo>
                <a:close/>
                <a:moveTo>
                  <a:pt x="431" y="95"/>
                </a:moveTo>
                <a:cubicBezTo>
                  <a:pt x="403" y="130"/>
                  <a:pt x="403" y="130"/>
                  <a:pt x="403" y="130"/>
                </a:cubicBezTo>
                <a:cubicBezTo>
                  <a:pt x="400" y="127"/>
                  <a:pt x="400" y="127"/>
                  <a:pt x="400" y="127"/>
                </a:cubicBezTo>
                <a:cubicBezTo>
                  <a:pt x="428" y="91"/>
                  <a:pt x="428" y="91"/>
                  <a:pt x="428" y="91"/>
                </a:cubicBezTo>
                <a:lnTo>
                  <a:pt x="431" y="95"/>
                </a:lnTo>
                <a:close/>
                <a:moveTo>
                  <a:pt x="447" y="98"/>
                </a:moveTo>
                <a:cubicBezTo>
                  <a:pt x="432" y="144"/>
                  <a:pt x="432" y="144"/>
                  <a:pt x="432" y="144"/>
                </a:cubicBezTo>
                <a:cubicBezTo>
                  <a:pt x="430" y="143"/>
                  <a:pt x="430" y="143"/>
                  <a:pt x="430" y="143"/>
                </a:cubicBezTo>
                <a:cubicBezTo>
                  <a:pt x="445" y="96"/>
                  <a:pt x="445" y="96"/>
                  <a:pt x="445" y="96"/>
                </a:cubicBezTo>
                <a:lnTo>
                  <a:pt x="447" y="98"/>
                </a:lnTo>
                <a:close/>
                <a:moveTo>
                  <a:pt x="461" y="95"/>
                </a:moveTo>
                <a:cubicBezTo>
                  <a:pt x="463" y="95"/>
                  <a:pt x="463" y="95"/>
                  <a:pt x="463" y="95"/>
                </a:cubicBezTo>
                <a:cubicBezTo>
                  <a:pt x="463" y="155"/>
                  <a:pt x="463" y="155"/>
                  <a:pt x="463" y="155"/>
                </a:cubicBezTo>
                <a:cubicBezTo>
                  <a:pt x="461" y="155"/>
                  <a:pt x="461" y="155"/>
                  <a:pt x="461" y="155"/>
                </a:cubicBezTo>
                <a:lnTo>
                  <a:pt x="461" y="95"/>
                </a:lnTo>
                <a:close/>
                <a:moveTo>
                  <a:pt x="207" y="286"/>
                </a:moveTo>
                <a:cubicBezTo>
                  <a:pt x="217" y="286"/>
                  <a:pt x="217" y="286"/>
                  <a:pt x="217" y="286"/>
                </a:cubicBezTo>
                <a:cubicBezTo>
                  <a:pt x="217" y="307"/>
                  <a:pt x="217" y="307"/>
                  <a:pt x="217" y="307"/>
                </a:cubicBezTo>
                <a:cubicBezTo>
                  <a:pt x="207" y="307"/>
                  <a:pt x="207" y="307"/>
                  <a:pt x="207" y="307"/>
                </a:cubicBezTo>
                <a:lnTo>
                  <a:pt x="207" y="286"/>
                </a:lnTo>
                <a:close/>
                <a:moveTo>
                  <a:pt x="222" y="279"/>
                </a:moveTo>
                <a:cubicBezTo>
                  <a:pt x="226" y="276"/>
                  <a:pt x="226" y="276"/>
                  <a:pt x="226" y="276"/>
                </a:cubicBezTo>
                <a:cubicBezTo>
                  <a:pt x="226" y="311"/>
                  <a:pt x="226" y="311"/>
                  <a:pt x="226" y="311"/>
                </a:cubicBezTo>
                <a:cubicBezTo>
                  <a:pt x="222" y="309"/>
                  <a:pt x="222" y="309"/>
                  <a:pt x="222" y="309"/>
                </a:cubicBezTo>
                <a:lnTo>
                  <a:pt x="222" y="279"/>
                </a:lnTo>
                <a:close/>
                <a:moveTo>
                  <a:pt x="345" y="260"/>
                </a:moveTo>
                <a:cubicBezTo>
                  <a:pt x="345" y="236"/>
                  <a:pt x="345" y="236"/>
                  <a:pt x="345" y="236"/>
                </a:cubicBezTo>
                <a:cubicBezTo>
                  <a:pt x="348" y="236"/>
                  <a:pt x="348" y="236"/>
                  <a:pt x="348" y="236"/>
                </a:cubicBezTo>
                <a:cubicBezTo>
                  <a:pt x="350" y="257"/>
                  <a:pt x="350" y="257"/>
                  <a:pt x="350" y="257"/>
                </a:cubicBezTo>
                <a:cubicBezTo>
                  <a:pt x="365" y="285"/>
                  <a:pt x="365" y="285"/>
                  <a:pt x="365" y="285"/>
                </a:cubicBezTo>
                <a:lnTo>
                  <a:pt x="345" y="260"/>
                </a:lnTo>
                <a:close/>
                <a:moveTo>
                  <a:pt x="397" y="192"/>
                </a:moveTo>
                <a:cubicBezTo>
                  <a:pt x="397" y="182"/>
                  <a:pt x="397" y="182"/>
                  <a:pt x="397" y="182"/>
                </a:cubicBezTo>
                <a:cubicBezTo>
                  <a:pt x="401" y="182"/>
                  <a:pt x="401" y="182"/>
                  <a:pt x="401" y="182"/>
                </a:cubicBezTo>
                <a:cubicBezTo>
                  <a:pt x="409" y="190"/>
                  <a:pt x="409" y="190"/>
                  <a:pt x="409" y="190"/>
                </a:cubicBezTo>
                <a:cubicBezTo>
                  <a:pt x="407" y="204"/>
                  <a:pt x="407" y="204"/>
                  <a:pt x="407" y="204"/>
                </a:cubicBezTo>
                <a:cubicBezTo>
                  <a:pt x="398" y="210"/>
                  <a:pt x="398" y="210"/>
                  <a:pt x="398" y="210"/>
                </a:cubicBezTo>
                <a:cubicBezTo>
                  <a:pt x="395" y="210"/>
                  <a:pt x="395" y="210"/>
                  <a:pt x="395" y="210"/>
                </a:cubicBezTo>
                <a:cubicBezTo>
                  <a:pt x="395" y="203"/>
                  <a:pt x="395" y="203"/>
                  <a:pt x="395" y="203"/>
                </a:cubicBezTo>
                <a:cubicBezTo>
                  <a:pt x="400" y="203"/>
                  <a:pt x="400" y="203"/>
                  <a:pt x="400" y="203"/>
                </a:cubicBezTo>
                <a:cubicBezTo>
                  <a:pt x="400" y="201"/>
                  <a:pt x="400" y="201"/>
                  <a:pt x="400" y="201"/>
                </a:cubicBezTo>
                <a:cubicBezTo>
                  <a:pt x="395" y="201"/>
                  <a:pt x="395" y="201"/>
                  <a:pt x="395" y="201"/>
                </a:cubicBezTo>
                <a:cubicBezTo>
                  <a:pt x="395" y="192"/>
                  <a:pt x="395" y="192"/>
                  <a:pt x="395" y="192"/>
                </a:cubicBezTo>
                <a:lnTo>
                  <a:pt x="397" y="192"/>
                </a:lnTo>
                <a:close/>
                <a:moveTo>
                  <a:pt x="407" y="219"/>
                </a:moveTo>
                <a:cubicBezTo>
                  <a:pt x="401" y="219"/>
                  <a:pt x="401" y="219"/>
                  <a:pt x="401" y="219"/>
                </a:cubicBezTo>
                <a:cubicBezTo>
                  <a:pt x="401" y="212"/>
                  <a:pt x="401" y="212"/>
                  <a:pt x="401" y="212"/>
                </a:cubicBezTo>
                <a:cubicBezTo>
                  <a:pt x="412" y="206"/>
                  <a:pt x="412" y="206"/>
                  <a:pt x="412" y="206"/>
                </a:cubicBezTo>
                <a:lnTo>
                  <a:pt x="407" y="219"/>
                </a:lnTo>
                <a:close/>
                <a:moveTo>
                  <a:pt x="413" y="497"/>
                </a:moveTo>
                <a:cubicBezTo>
                  <a:pt x="426" y="428"/>
                  <a:pt x="426" y="428"/>
                  <a:pt x="426" y="428"/>
                </a:cubicBezTo>
                <a:cubicBezTo>
                  <a:pt x="423" y="403"/>
                  <a:pt x="423" y="403"/>
                  <a:pt x="423" y="403"/>
                </a:cubicBezTo>
                <a:cubicBezTo>
                  <a:pt x="412" y="451"/>
                  <a:pt x="412" y="451"/>
                  <a:pt x="412" y="451"/>
                </a:cubicBezTo>
                <a:cubicBezTo>
                  <a:pt x="406" y="451"/>
                  <a:pt x="406" y="451"/>
                  <a:pt x="406" y="451"/>
                </a:cubicBezTo>
                <a:cubicBezTo>
                  <a:pt x="406" y="408"/>
                  <a:pt x="406" y="408"/>
                  <a:pt x="406" y="408"/>
                </a:cubicBezTo>
                <a:cubicBezTo>
                  <a:pt x="424" y="395"/>
                  <a:pt x="424" y="395"/>
                  <a:pt x="424" y="395"/>
                </a:cubicBezTo>
                <a:cubicBezTo>
                  <a:pt x="433" y="320"/>
                  <a:pt x="433" y="320"/>
                  <a:pt x="433" y="320"/>
                </a:cubicBezTo>
                <a:cubicBezTo>
                  <a:pt x="398" y="400"/>
                  <a:pt x="398" y="400"/>
                  <a:pt x="398" y="400"/>
                </a:cubicBezTo>
                <a:cubicBezTo>
                  <a:pt x="395" y="400"/>
                  <a:pt x="395" y="400"/>
                  <a:pt x="395" y="400"/>
                </a:cubicBezTo>
                <a:cubicBezTo>
                  <a:pt x="395" y="351"/>
                  <a:pt x="395" y="351"/>
                  <a:pt x="395" y="351"/>
                </a:cubicBezTo>
                <a:cubicBezTo>
                  <a:pt x="406" y="320"/>
                  <a:pt x="406" y="320"/>
                  <a:pt x="406" y="320"/>
                </a:cubicBezTo>
                <a:cubicBezTo>
                  <a:pt x="385" y="302"/>
                  <a:pt x="385" y="302"/>
                  <a:pt x="385" y="302"/>
                </a:cubicBezTo>
                <a:cubicBezTo>
                  <a:pt x="406" y="280"/>
                  <a:pt x="406" y="280"/>
                  <a:pt x="406" y="280"/>
                </a:cubicBezTo>
                <a:cubicBezTo>
                  <a:pt x="413" y="284"/>
                  <a:pt x="413" y="284"/>
                  <a:pt x="413" y="284"/>
                </a:cubicBezTo>
                <a:cubicBezTo>
                  <a:pt x="404" y="301"/>
                  <a:pt x="404" y="301"/>
                  <a:pt x="404" y="301"/>
                </a:cubicBezTo>
                <a:cubicBezTo>
                  <a:pt x="425" y="319"/>
                  <a:pt x="425" y="319"/>
                  <a:pt x="425" y="319"/>
                </a:cubicBezTo>
                <a:cubicBezTo>
                  <a:pt x="456" y="296"/>
                  <a:pt x="456" y="296"/>
                  <a:pt x="456" y="296"/>
                </a:cubicBezTo>
                <a:cubicBezTo>
                  <a:pt x="478" y="218"/>
                  <a:pt x="478" y="218"/>
                  <a:pt x="478" y="218"/>
                </a:cubicBezTo>
                <a:cubicBezTo>
                  <a:pt x="469" y="184"/>
                  <a:pt x="469" y="184"/>
                  <a:pt x="469" y="184"/>
                </a:cubicBezTo>
                <a:cubicBezTo>
                  <a:pt x="482" y="173"/>
                  <a:pt x="482" y="173"/>
                  <a:pt x="482" y="173"/>
                </a:cubicBezTo>
                <a:cubicBezTo>
                  <a:pt x="486" y="167"/>
                  <a:pt x="486" y="167"/>
                  <a:pt x="486" y="167"/>
                </a:cubicBezTo>
                <a:cubicBezTo>
                  <a:pt x="485" y="167"/>
                  <a:pt x="485" y="167"/>
                  <a:pt x="485" y="167"/>
                </a:cubicBezTo>
                <a:cubicBezTo>
                  <a:pt x="485" y="167"/>
                  <a:pt x="485" y="167"/>
                  <a:pt x="485" y="167"/>
                </a:cubicBezTo>
                <a:cubicBezTo>
                  <a:pt x="462" y="176"/>
                  <a:pt x="462" y="176"/>
                  <a:pt x="462" y="176"/>
                </a:cubicBezTo>
                <a:cubicBezTo>
                  <a:pt x="457" y="226"/>
                  <a:pt x="457" y="226"/>
                  <a:pt x="457" y="226"/>
                </a:cubicBezTo>
                <a:cubicBezTo>
                  <a:pt x="417" y="228"/>
                  <a:pt x="417" y="228"/>
                  <a:pt x="417" y="228"/>
                </a:cubicBezTo>
                <a:cubicBezTo>
                  <a:pt x="460" y="233"/>
                  <a:pt x="460" y="233"/>
                  <a:pt x="460" y="233"/>
                </a:cubicBezTo>
                <a:cubicBezTo>
                  <a:pt x="416" y="240"/>
                  <a:pt x="416" y="240"/>
                  <a:pt x="416" y="240"/>
                </a:cubicBezTo>
                <a:cubicBezTo>
                  <a:pt x="421" y="255"/>
                  <a:pt x="421" y="255"/>
                  <a:pt x="421" y="255"/>
                </a:cubicBezTo>
                <a:cubicBezTo>
                  <a:pt x="413" y="265"/>
                  <a:pt x="413" y="265"/>
                  <a:pt x="413" y="265"/>
                </a:cubicBezTo>
                <a:cubicBezTo>
                  <a:pt x="394" y="257"/>
                  <a:pt x="394" y="257"/>
                  <a:pt x="394" y="257"/>
                </a:cubicBezTo>
                <a:cubicBezTo>
                  <a:pt x="377" y="266"/>
                  <a:pt x="377" y="266"/>
                  <a:pt x="377" y="266"/>
                </a:cubicBezTo>
                <a:cubicBezTo>
                  <a:pt x="368" y="256"/>
                  <a:pt x="368" y="256"/>
                  <a:pt x="368" y="256"/>
                </a:cubicBezTo>
                <a:cubicBezTo>
                  <a:pt x="379" y="222"/>
                  <a:pt x="379" y="222"/>
                  <a:pt x="379" y="222"/>
                </a:cubicBezTo>
                <a:cubicBezTo>
                  <a:pt x="384" y="222"/>
                  <a:pt x="384" y="222"/>
                  <a:pt x="384" y="222"/>
                </a:cubicBezTo>
                <a:cubicBezTo>
                  <a:pt x="387" y="251"/>
                  <a:pt x="387" y="251"/>
                  <a:pt x="387" y="251"/>
                </a:cubicBezTo>
                <a:cubicBezTo>
                  <a:pt x="394" y="230"/>
                  <a:pt x="394" y="230"/>
                  <a:pt x="394" y="230"/>
                </a:cubicBezTo>
                <a:cubicBezTo>
                  <a:pt x="411" y="231"/>
                  <a:pt x="411" y="231"/>
                  <a:pt x="411" y="231"/>
                </a:cubicBezTo>
                <a:cubicBezTo>
                  <a:pt x="404" y="228"/>
                  <a:pt x="404" y="228"/>
                  <a:pt x="404" y="228"/>
                </a:cubicBezTo>
                <a:cubicBezTo>
                  <a:pt x="415" y="227"/>
                  <a:pt x="415" y="227"/>
                  <a:pt x="415" y="227"/>
                </a:cubicBezTo>
                <a:cubicBezTo>
                  <a:pt x="412" y="220"/>
                  <a:pt x="412" y="220"/>
                  <a:pt x="412" y="220"/>
                </a:cubicBezTo>
                <a:cubicBezTo>
                  <a:pt x="418" y="210"/>
                  <a:pt x="418" y="210"/>
                  <a:pt x="418" y="210"/>
                </a:cubicBezTo>
                <a:cubicBezTo>
                  <a:pt x="421" y="188"/>
                  <a:pt x="421" y="188"/>
                  <a:pt x="421" y="188"/>
                </a:cubicBezTo>
                <a:cubicBezTo>
                  <a:pt x="406" y="175"/>
                  <a:pt x="406" y="175"/>
                  <a:pt x="406" y="175"/>
                </a:cubicBezTo>
                <a:cubicBezTo>
                  <a:pt x="394" y="176"/>
                  <a:pt x="394" y="176"/>
                  <a:pt x="394" y="176"/>
                </a:cubicBezTo>
                <a:cubicBezTo>
                  <a:pt x="384" y="184"/>
                  <a:pt x="384" y="184"/>
                  <a:pt x="384" y="184"/>
                </a:cubicBezTo>
                <a:cubicBezTo>
                  <a:pt x="381" y="122"/>
                  <a:pt x="381" y="122"/>
                  <a:pt x="381" y="122"/>
                </a:cubicBezTo>
                <a:cubicBezTo>
                  <a:pt x="378" y="118"/>
                  <a:pt x="378" y="118"/>
                  <a:pt x="378" y="118"/>
                </a:cubicBezTo>
                <a:cubicBezTo>
                  <a:pt x="375" y="221"/>
                  <a:pt x="375" y="221"/>
                  <a:pt x="375" y="221"/>
                </a:cubicBezTo>
                <a:cubicBezTo>
                  <a:pt x="367" y="233"/>
                  <a:pt x="367" y="233"/>
                  <a:pt x="367" y="233"/>
                </a:cubicBezTo>
                <a:cubicBezTo>
                  <a:pt x="367" y="233"/>
                  <a:pt x="366" y="232"/>
                  <a:pt x="364" y="225"/>
                </a:cubicBezTo>
                <a:cubicBezTo>
                  <a:pt x="362" y="218"/>
                  <a:pt x="365" y="200"/>
                  <a:pt x="365" y="200"/>
                </a:cubicBezTo>
                <a:cubicBezTo>
                  <a:pt x="373" y="120"/>
                  <a:pt x="373" y="120"/>
                  <a:pt x="373" y="120"/>
                </a:cubicBezTo>
                <a:cubicBezTo>
                  <a:pt x="367" y="127"/>
                  <a:pt x="367" y="127"/>
                  <a:pt x="367" y="127"/>
                </a:cubicBezTo>
                <a:cubicBezTo>
                  <a:pt x="363" y="176"/>
                  <a:pt x="363" y="176"/>
                  <a:pt x="363" y="176"/>
                </a:cubicBezTo>
                <a:cubicBezTo>
                  <a:pt x="345" y="189"/>
                  <a:pt x="345" y="189"/>
                  <a:pt x="345" y="189"/>
                </a:cubicBezTo>
                <a:cubicBezTo>
                  <a:pt x="340" y="215"/>
                  <a:pt x="340" y="215"/>
                  <a:pt x="340" y="215"/>
                </a:cubicBezTo>
                <a:cubicBezTo>
                  <a:pt x="347" y="195"/>
                  <a:pt x="347" y="195"/>
                  <a:pt x="347" y="195"/>
                </a:cubicBezTo>
                <a:cubicBezTo>
                  <a:pt x="361" y="188"/>
                  <a:pt x="361" y="188"/>
                  <a:pt x="361" y="188"/>
                </a:cubicBezTo>
                <a:cubicBezTo>
                  <a:pt x="359" y="201"/>
                  <a:pt x="359" y="201"/>
                  <a:pt x="359" y="201"/>
                </a:cubicBezTo>
                <a:cubicBezTo>
                  <a:pt x="350" y="207"/>
                  <a:pt x="350" y="207"/>
                  <a:pt x="350" y="207"/>
                </a:cubicBezTo>
                <a:cubicBezTo>
                  <a:pt x="332" y="230"/>
                  <a:pt x="332" y="230"/>
                  <a:pt x="332" y="230"/>
                </a:cubicBezTo>
                <a:cubicBezTo>
                  <a:pt x="330" y="270"/>
                  <a:pt x="330" y="270"/>
                  <a:pt x="330" y="270"/>
                </a:cubicBezTo>
                <a:cubicBezTo>
                  <a:pt x="370" y="304"/>
                  <a:pt x="370" y="304"/>
                  <a:pt x="370" y="304"/>
                </a:cubicBezTo>
                <a:cubicBezTo>
                  <a:pt x="361" y="327"/>
                  <a:pt x="361" y="327"/>
                  <a:pt x="361" y="327"/>
                </a:cubicBezTo>
                <a:cubicBezTo>
                  <a:pt x="394" y="351"/>
                  <a:pt x="394" y="351"/>
                  <a:pt x="394" y="351"/>
                </a:cubicBezTo>
                <a:cubicBezTo>
                  <a:pt x="387" y="356"/>
                  <a:pt x="387" y="356"/>
                  <a:pt x="387" y="356"/>
                </a:cubicBezTo>
                <a:cubicBezTo>
                  <a:pt x="350" y="337"/>
                  <a:pt x="350" y="337"/>
                  <a:pt x="350" y="337"/>
                </a:cubicBezTo>
                <a:cubicBezTo>
                  <a:pt x="361" y="327"/>
                  <a:pt x="361" y="327"/>
                  <a:pt x="361" y="327"/>
                </a:cubicBezTo>
                <a:cubicBezTo>
                  <a:pt x="290" y="318"/>
                  <a:pt x="290" y="318"/>
                  <a:pt x="290" y="318"/>
                </a:cubicBezTo>
                <a:cubicBezTo>
                  <a:pt x="253" y="336"/>
                  <a:pt x="253" y="336"/>
                  <a:pt x="253" y="336"/>
                </a:cubicBezTo>
                <a:cubicBezTo>
                  <a:pt x="253" y="350"/>
                  <a:pt x="253" y="350"/>
                  <a:pt x="253" y="350"/>
                </a:cubicBezTo>
                <a:cubicBezTo>
                  <a:pt x="253" y="367"/>
                  <a:pt x="253" y="367"/>
                  <a:pt x="253" y="367"/>
                </a:cubicBezTo>
                <a:cubicBezTo>
                  <a:pt x="229" y="367"/>
                  <a:pt x="229" y="367"/>
                  <a:pt x="229" y="367"/>
                </a:cubicBezTo>
                <a:cubicBezTo>
                  <a:pt x="220" y="351"/>
                  <a:pt x="220" y="351"/>
                  <a:pt x="220" y="351"/>
                </a:cubicBezTo>
                <a:cubicBezTo>
                  <a:pt x="207" y="351"/>
                  <a:pt x="207" y="351"/>
                  <a:pt x="207" y="351"/>
                </a:cubicBezTo>
                <a:cubicBezTo>
                  <a:pt x="207" y="326"/>
                  <a:pt x="207" y="326"/>
                  <a:pt x="207" y="326"/>
                </a:cubicBezTo>
                <a:cubicBezTo>
                  <a:pt x="227" y="326"/>
                  <a:pt x="227" y="326"/>
                  <a:pt x="227" y="326"/>
                </a:cubicBezTo>
                <a:cubicBezTo>
                  <a:pt x="227" y="326"/>
                  <a:pt x="227" y="326"/>
                  <a:pt x="227" y="326"/>
                </a:cubicBezTo>
                <a:cubicBezTo>
                  <a:pt x="232" y="326"/>
                  <a:pt x="235" y="323"/>
                  <a:pt x="235" y="318"/>
                </a:cubicBezTo>
                <a:cubicBezTo>
                  <a:pt x="235" y="318"/>
                  <a:pt x="235" y="318"/>
                  <a:pt x="235" y="318"/>
                </a:cubicBezTo>
                <a:cubicBezTo>
                  <a:pt x="235" y="315"/>
                  <a:pt x="235" y="315"/>
                  <a:pt x="235" y="315"/>
                </a:cubicBezTo>
                <a:cubicBezTo>
                  <a:pt x="236" y="315"/>
                  <a:pt x="236" y="315"/>
                  <a:pt x="236" y="315"/>
                </a:cubicBezTo>
                <a:cubicBezTo>
                  <a:pt x="236" y="286"/>
                  <a:pt x="236" y="286"/>
                  <a:pt x="236" y="286"/>
                </a:cubicBezTo>
                <a:cubicBezTo>
                  <a:pt x="236" y="286"/>
                  <a:pt x="236" y="286"/>
                  <a:pt x="236" y="286"/>
                </a:cubicBezTo>
                <a:cubicBezTo>
                  <a:pt x="236" y="275"/>
                  <a:pt x="236" y="275"/>
                  <a:pt x="236" y="275"/>
                </a:cubicBezTo>
                <a:cubicBezTo>
                  <a:pt x="236" y="275"/>
                  <a:pt x="236" y="275"/>
                  <a:pt x="236" y="274"/>
                </a:cubicBezTo>
                <a:cubicBezTo>
                  <a:pt x="236" y="270"/>
                  <a:pt x="232" y="266"/>
                  <a:pt x="228" y="266"/>
                </a:cubicBezTo>
                <a:cubicBezTo>
                  <a:pt x="227" y="266"/>
                  <a:pt x="227" y="266"/>
                  <a:pt x="227" y="266"/>
                </a:cubicBezTo>
                <a:cubicBezTo>
                  <a:pt x="207" y="266"/>
                  <a:pt x="207" y="266"/>
                  <a:pt x="207" y="266"/>
                </a:cubicBezTo>
                <a:cubicBezTo>
                  <a:pt x="207" y="171"/>
                  <a:pt x="207" y="171"/>
                  <a:pt x="207" y="171"/>
                </a:cubicBezTo>
                <a:cubicBezTo>
                  <a:pt x="205" y="171"/>
                  <a:pt x="205" y="171"/>
                  <a:pt x="205" y="171"/>
                </a:cubicBezTo>
                <a:cubicBezTo>
                  <a:pt x="205" y="138"/>
                  <a:pt x="205" y="138"/>
                  <a:pt x="205" y="138"/>
                </a:cubicBezTo>
                <a:cubicBezTo>
                  <a:pt x="206" y="137"/>
                  <a:pt x="208" y="137"/>
                  <a:pt x="209" y="137"/>
                </a:cubicBezTo>
                <a:cubicBezTo>
                  <a:pt x="221" y="168"/>
                  <a:pt x="221" y="168"/>
                  <a:pt x="221" y="168"/>
                </a:cubicBezTo>
                <a:cubicBezTo>
                  <a:pt x="219" y="169"/>
                  <a:pt x="219" y="169"/>
                  <a:pt x="219" y="169"/>
                </a:cubicBezTo>
                <a:cubicBezTo>
                  <a:pt x="219" y="169"/>
                  <a:pt x="219" y="169"/>
                  <a:pt x="219" y="169"/>
                </a:cubicBezTo>
                <a:cubicBezTo>
                  <a:pt x="220" y="173"/>
                  <a:pt x="220" y="173"/>
                  <a:pt x="220" y="173"/>
                </a:cubicBezTo>
                <a:cubicBezTo>
                  <a:pt x="239" y="166"/>
                  <a:pt x="239" y="166"/>
                  <a:pt x="239" y="166"/>
                </a:cubicBezTo>
                <a:cubicBezTo>
                  <a:pt x="237" y="162"/>
                  <a:pt x="237" y="162"/>
                  <a:pt x="237" y="162"/>
                </a:cubicBezTo>
                <a:cubicBezTo>
                  <a:pt x="235" y="163"/>
                  <a:pt x="235" y="163"/>
                  <a:pt x="235" y="163"/>
                </a:cubicBezTo>
                <a:cubicBezTo>
                  <a:pt x="223" y="131"/>
                  <a:pt x="223" y="131"/>
                  <a:pt x="223" y="131"/>
                </a:cubicBezTo>
                <a:cubicBezTo>
                  <a:pt x="224" y="130"/>
                  <a:pt x="225" y="129"/>
                  <a:pt x="226" y="129"/>
                </a:cubicBezTo>
                <a:cubicBezTo>
                  <a:pt x="250" y="153"/>
                  <a:pt x="250" y="153"/>
                  <a:pt x="250" y="153"/>
                </a:cubicBezTo>
                <a:cubicBezTo>
                  <a:pt x="249" y="155"/>
                  <a:pt x="249" y="155"/>
                  <a:pt x="249" y="155"/>
                </a:cubicBezTo>
                <a:cubicBezTo>
                  <a:pt x="249" y="155"/>
                  <a:pt x="249" y="155"/>
                  <a:pt x="249" y="155"/>
                </a:cubicBezTo>
                <a:cubicBezTo>
                  <a:pt x="252" y="158"/>
                  <a:pt x="252" y="158"/>
                  <a:pt x="252" y="158"/>
                </a:cubicBezTo>
                <a:cubicBezTo>
                  <a:pt x="265" y="144"/>
                  <a:pt x="265" y="144"/>
                  <a:pt x="265" y="144"/>
                </a:cubicBezTo>
                <a:cubicBezTo>
                  <a:pt x="262" y="141"/>
                  <a:pt x="262" y="141"/>
                  <a:pt x="262" y="141"/>
                </a:cubicBezTo>
                <a:cubicBezTo>
                  <a:pt x="261" y="142"/>
                  <a:pt x="261" y="142"/>
                  <a:pt x="261" y="142"/>
                </a:cubicBezTo>
                <a:cubicBezTo>
                  <a:pt x="236" y="118"/>
                  <a:pt x="236" y="118"/>
                  <a:pt x="236" y="118"/>
                </a:cubicBezTo>
                <a:cubicBezTo>
                  <a:pt x="237" y="117"/>
                  <a:pt x="237" y="116"/>
                  <a:pt x="238" y="115"/>
                </a:cubicBezTo>
                <a:cubicBezTo>
                  <a:pt x="271" y="128"/>
                  <a:pt x="271" y="128"/>
                  <a:pt x="271" y="128"/>
                </a:cubicBezTo>
                <a:cubicBezTo>
                  <a:pt x="270" y="130"/>
                  <a:pt x="270" y="130"/>
                  <a:pt x="270" y="130"/>
                </a:cubicBezTo>
                <a:cubicBezTo>
                  <a:pt x="270" y="130"/>
                  <a:pt x="270" y="130"/>
                  <a:pt x="270" y="130"/>
                </a:cubicBezTo>
                <a:cubicBezTo>
                  <a:pt x="274" y="132"/>
                  <a:pt x="274" y="132"/>
                  <a:pt x="274" y="132"/>
                </a:cubicBezTo>
                <a:cubicBezTo>
                  <a:pt x="281" y="114"/>
                  <a:pt x="281" y="114"/>
                  <a:pt x="281" y="114"/>
                </a:cubicBezTo>
                <a:cubicBezTo>
                  <a:pt x="277" y="112"/>
                  <a:pt x="277" y="112"/>
                  <a:pt x="277" y="112"/>
                </a:cubicBezTo>
                <a:cubicBezTo>
                  <a:pt x="277" y="114"/>
                  <a:pt x="277" y="114"/>
                  <a:pt x="277" y="114"/>
                </a:cubicBezTo>
                <a:cubicBezTo>
                  <a:pt x="244" y="101"/>
                  <a:pt x="244" y="101"/>
                  <a:pt x="244" y="101"/>
                </a:cubicBezTo>
                <a:cubicBezTo>
                  <a:pt x="244" y="100"/>
                  <a:pt x="244" y="99"/>
                  <a:pt x="244" y="98"/>
                </a:cubicBezTo>
                <a:cubicBezTo>
                  <a:pt x="279" y="98"/>
                  <a:pt x="279" y="98"/>
                  <a:pt x="279" y="98"/>
                </a:cubicBezTo>
                <a:cubicBezTo>
                  <a:pt x="279" y="100"/>
                  <a:pt x="279" y="100"/>
                  <a:pt x="279" y="100"/>
                </a:cubicBezTo>
                <a:cubicBezTo>
                  <a:pt x="368" y="100"/>
                  <a:pt x="368" y="100"/>
                  <a:pt x="368" y="100"/>
                </a:cubicBezTo>
                <a:cubicBezTo>
                  <a:pt x="369" y="101"/>
                  <a:pt x="369" y="103"/>
                  <a:pt x="370" y="105"/>
                </a:cubicBezTo>
                <a:cubicBezTo>
                  <a:pt x="371" y="109"/>
                  <a:pt x="374" y="112"/>
                  <a:pt x="375" y="112"/>
                </a:cubicBezTo>
                <a:cubicBezTo>
                  <a:pt x="375" y="112"/>
                  <a:pt x="375" y="112"/>
                  <a:pt x="375" y="112"/>
                </a:cubicBezTo>
                <a:cubicBezTo>
                  <a:pt x="375" y="112"/>
                  <a:pt x="375" y="112"/>
                  <a:pt x="375" y="112"/>
                </a:cubicBezTo>
                <a:cubicBezTo>
                  <a:pt x="406" y="100"/>
                  <a:pt x="406" y="100"/>
                  <a:pt x="406" y="100"/>
                </a:cubicBezTo>
                <a:cubicBezTo>
                  <a:pt x="416" y="100"/>
                  <a:pt x="416" y="100"/>
                  <a:pt x="416" y="100"/>
                </a:cubicBezTo>
                <a:cubicBezTo>
                  <a:pt x="394" y="130"/>
                  <a:pt x="394" y="130"/>
                  <a:pt x="394" y="130"/>
                </a:cubicBezTo>
                <a:cubicBezTo>
                  <a:pt x="394" y="130"/>
                  <a:pt x="394" y="130"/>
                  <a:pt x="394" y="130"/>
                </a:cubicBezTo>
                <a:cubicBezTo>
                  <a:pt x="394" y="130"/>
                  <a:pt x="394" y="130"/>
                  <a:pt x="394" y="130"/>
                </a:cubicBezTo>
                <a:cubicBezTo>
                  <a:pt x="394" y="130"/>
                  <a:pt x="394" y="130"/>
                  <a:pt x="394" y="130"/>
                </a:cubicBezTo>
                <a:cubicBezTo>
                  <a:pt x="394" y="130"/>
                  <a:pt x="394" y="130"/>
                  <a:pt x="394" y="130"/>
                </a:cubicBezTo>
                <a:cubicBezTo>
                  <a:pt x="393" y="131"/>
                  <a:pt x="395" y="134"/>
                  <a:pt x="399" y="136"/>
                </a:cubicBezTo>
                <a:cubicBezTo>
                  <a:pt x="403" y="139"/>
                  <a:pt x="406" y="140"/>
                  <a:pt x="407" y="139"/>
                </a:cubicBezTo>
                <a:cubicBezTo>
                  <a:pt x="407" y="139"/>
                  <a:pt x="407" y="139"/>
                  <a:pt x="407" y="139"/>
                </a:cubicBezTo>
                <a:cubicBezTo>
                  <a:pt x="438" y="100"/>
                  <a:pt x="438" y="100"/>
                  <a:pt x="438" y="100"/>
                </a:cubicBezTo>
                <a:cubicBezTo>
                  <a:pt x="439" y="100"/>
                  <a:pt x="439" y="100"/>
                  <a:pt x="439" y="100"/>
                </a:cubicBezTo>
                <a:cubicBezTo>
                  <a:pt x="423" y="147"/>
                  <a:pt x="423" y="147"/>
                  <a:pt x="423" y="147"/>
                </a:cubicBezTo>
                <a:cubicBezTo>
                  <a:pt x="423" y="147"/>
                  <a:pt x="423" y="147"/>
                  <a:pt x="423" y="147"/>
                </a:cubicBezTo>
                <a:cubicBezTo>
                  <a:pt x="423" y="147"/>
                  <a:pt x="423" y="147"/>
                  <a:pt x="423" y="147"/>
                </a:cubicBezTo>
                <a:cubicBezTo>
                  <a:pt x="422" y="149"/>
                  <a:pt x="426" y="151"/>
                  <a:pt x="430" y="153"/>
                </a:cubicBezTo>
                <a:cubicBezTo>
                  <a:pt x="434" y="154"/>
                  <a:pt x="438" y="155"/>
                  <a:pt x="439" y="153"/>
                </a:cubicBezTo>
                <a:cubicBezTo>
                  <a:pt x="439" y="153"/>
                  <a:pt x="439" y="153"/>
                  <a:pt x="439" y="153"/>
                </a:cubicBezTo>
                <a:cubicBezTo>
                  <a:pt x="439" y="153"/>
                  <a:pt x="439" y="153"/>
                  <a:pt x="439" y="153"/>
                </a:cubicBezTo>
                <a:cubicBezTo>
                  <a:pt x="439" y="153"/>
                  <a:pt x="439" y="153"/>
                  <a:pt x="439" y="153"/>
                </a:cubicBezTo>
                <a:cubicBezTo>
                  <a:pt x="439" y="153"/>
                  <a:pt x="439" y="153"/>
                  <a:pt x="439" y="153"/>
                </a:cubicBezTo>
                <a:cubicBezTo>
                  <a:pt x="457" y="100"/>
                  <a:pt x="457" y="100"/>
                  <a:pt x="457" y="100"/>
                </a:cubicBezTo>
                <a:cubicBezTo>
                  <a:pt x="457" y="100"/>
                  <a:pt x="457" y="100"/>
                  <a:pt x="457" y="100"/>
                </a:cubicBezTo>
                <a:cubicBezTo>
                  <a:pt x="457" y="159"/>
                  <a:pt x="457" y="159"/>
                  <a:pt x="457" y="159"/>
                </a:cubicBezTo>
                <a:cubicBezTo>
                  <a:pt x="457" y="159"/>
                  <a:pt x="457" y="159"/>
                  <a:pt x="457" y="159"/>
                </a:cubicBezTo>
                <a:cubicBezTo>
                  <a:pt x="457" y="159"/>
                  <a:pt x="457" y="159"/>
                  <a:pt x="457" y="159"/>
                </a:cubicBezTo>
                <a:cubicBezTo>
                  <a:pt x="457" y="159"/>
                  <a:pt x="457" y="159"/>
                  <a:pt x="457" y="159"/>
                </a:cubicBezTo>
                <a:cubicBezTo>
                  <a:pt x="457" y="159"/>
                  <a:pt x="457" y="159"/>
                  <a:pt x="457" y="159"/>
                </a:cubicBezTo>
                <a:cubicBezTo>
                  <a:pt x="457" y="160"/>
                  <a:pt x="461" y="161"/>
                  <a:pt x="466" y="161"/>
                </a:cubicBezTo>
                <a:cubicBezTo>
                  <a:pt x="471" y="161"/>
                  <a:pt x="474" y="160"/>
                  <a:pt x="475" y="159"/>
                </a:cubicBezTo>
                <a:cubicBezTo>
                  <a:pt x="475" y="159"/>
                  <a:pt x="475" y="159"/>
                  <a:pt x="475" y="159"/>
                </a:cubicBezTo>
                <a:cubicBezTo>
                  <a:pt x="475" y="159"/>
                  <a:pt x="475" y="159"/>
                  <a:pt x="475" y="159"/>
                </a:cubicBezTo>
                <a:cubicBezTo>
                  <a:pt x="475" y="159"/>
                  <a:pt x="475" y="159"/>
                  <a:pt x="475" y="159"/>
                </a:cubicBezTo>
                <a:cubicBezTo>
                  <a:pt x="475" y="159"/>
                  <a:pt x="475" y="159"/>
                  <a:pt x="475" y="159"/>
                </a:cubicBezTo>
                <a:cubicBezTo>
                  <a:pt x="475" y="100"/>
                  <a:pt x="475" y="100"/>
                  <a:pt x="475" y="100"/>
                </a:cubicBezTo>
                <a:cubicBezTo>
                  <a:pt x="481" y="100"/>
                  <a:pt x="481" y="100"/>
                  <a:pt x="481" y="100"/>
                </a:cubicBezTo>
                <a:cubicBezTo>
                  <a:pt x="481" y="88"/>
                  <a:pt x="481" y="88"/>
                  <a:pt x="481" y="88"/>
                </a:cubicBezTo>
                <a:cubicBezTo>
                  <a:pt x="412" y="88"/>
                  <a:pt x="412" y="88"/>
                  <a:pt x="412" y="88"/>
                </a:cubicBezTo>
                <a:cubicBezTo>
                  <a:pt x="412" y="84"/>
                  <a:pt x="412" y="84"/>
                  <a:pt x="412" y="84"/>
                </a:cubicBezTo>
                <a:cubicBezTo>
                  <a:pt x="481" y="84"/>
                  <a:pt x="481" y="84"/>
                  <a:pt x="481" y="84"/>
                </a:cubicBezTo>
                <a:cubicBezTo>
                  <a:pt x="481" y="80"/>
                  <a:pt x="481" y="80"/>
                  <a:pt x="481" y="80"/>
                </a:cubicBezTo>
                <a:cubicBezTo>
                  <a:pt x="456" y="80"/>
                  <a:pt x="456" y="80"/>
                  <a:pt x="456" y="80"/>
                </a:cubicBezTo>
                <a:cubicBezTo>
                  <a:pt x="456" y="80"/>
                  <a:pt x="456" y="80"/>
                  <a:pt x="456" y="80"/>
                </a:cubicBezTo>
                <a:cubicBezTo>
                  <a:pt x="411" y="80"/>
                  <a:pt x="411" y="80"/>
                  <a:pt x="411" y="80"/>
                </a:cubicBezTo>
                <a:cubicBezTo>
                  <a:pt x="404" y="79"/>
                  <a:pt x="386" y="75"/>
                  <a:pt x="374" y="63"/>
                </a:cubicBezTo>
                <a:cubicBezTo>
                  <a:pt x="357" y="46"/>
                  <a:pt x="357" y="34"/>
                  <a:pt x="357" y="34"/>
                </a:cubicBezTo>
                <a:cubicBezTo>
                  <a:pt x="354" y="34"/>
                  <a:pt x="354" y="34"/>
                  <a:pt x="354" y="34"/>
                </a:cubicBezTo>
                <a:cubicBezTo>
                  <a:pt x="354" y="80"/>
                  <a:pt x="354" y="80"/>
                  <a:pt x="354" y="80"/>
                </a:cubicBezTo>
                <a:cubicBezTo>
                  <a:pt x="350" y="80"/>
                  <a:pt x="350" y="80"/>
                  <a:pt x="350" y="80"/>
                </a:cubicBezTo>
                <a:cubicBezTo>
                  <a:pt x="350" y="34"/>
                  <a:pt x="350" y="34"/>
                  <a:pt x="350" y="34"/>
                </a:cubicBezTo>
                <a:cubicBezTo>
                  <a:pt x="344" y="34"/>
                  <a:pt x="344" y="34"/>
                  <a:pt x="344" y="34"/>
                </a:cubicBezTo>
                <a:cubicBezTo>
                  <a:pt x="344" y="80"/>
                  <a:pt x="344" y="80"/>
                  <a:pt x="344" y="80"/>
                </a:cubicBezTo>
                <a:cubicBezTo>
                  <a:pt x="279" y="80"/>
                  <a:pt x="279" y="80"/>
                  <a:pt x="279" y="80"/>
                </a:cubicBezTo>
                <a:cubicBezTo>
                  <a:pt x="279" y="82"/>
                  <a:pt x="279" y="82"/>
                  <a:pt x="279" y="82"/>
                </a:cubicBezTo>
                <a:cubicBezTo>
                  <a:pt x="244" y="82"/>
                  <a:pt x="244" y="82"/>
                  <a:pt x="244" y="82"/>
                </a:cubicBezTo>
                <a:cubicBezTo>
                  <a:pt x="241" y="62"/>
                  <a:pt x="225" y="46"/>
                  <a:pt x="205" y="43"/>
                </a:cubicBezTo>
                <a:cubicBezTo>
                  <a:pt x="205" y="4"/>
                  <a:pt x="205" y="4"/>
                  <a:pt x="205" y="4"/>
                </a:cubicBezTo>
                <a:cubicBezTo>
                  <a:pt x="207" y="4"/>
                  <a:pt x="207" y="4"/>
                  <a:pt x="207" y="4"/>
                </a:cubicBezTo>
                <a:cubicBezTo>
                  <a:pt x="207" y="0"/>
                  <a:pt x="207" y="0"/>
                  <a:pt x="207" y="0"/>
                </a:cubicBezTo>
                <a:cubicBezTo>
                  <a:pt x="187" y="0"/>
                  <a:pt x="187" y="0"/>
                  <a:pt x="187" y="0"/>
                </a:cubicBezTo>
                <a:cubicBezTo>
                  <a:pt x="187" y="4"/>
                  <a:pt x="187" y="4"/>
                  <a:pt x="187" y="4"/>
                </a:cubicBezTo>
                <a:cubicBezTo>
                  <a:pt x="190" y="4"/>
                  <a:pt x="190" y="4"/>
                  <a:pt x="190" y="4"/>
                </a:cubicBezTo>
                <a:cubicBezTo>
                  <a:pt x="190" y="43"/>
                  <a:pt x="190" y="43"/>
                  <a:pt x="190" y="43"/>
                </a:cubicBezTo>
                <a:cubicBezTo>
                  <a:pt x="188" y="43"/>
                  <a:pt x="187" y="43"/>
                  <a:pt x="186" y="43"/>
                </a:cubicBezTo>
                <a:cubicBezTo>
                  <a:pt x="171" y="8"/>
                  <a:pt x="171" y="8"/>
                  <a:pt x="171" y="8"/>
                </a:cubicBezTo>
                <a:cubicBezTo>
                  <a:pt x="173" y="7"/>
                  <a:pt x="173" y="7"/>
                  <a:pt x="173" y="7"/>
                </a:cubicBezTo>
                <a:cubicBezTo>
                  <a:pt x="173" y="7"/>
                  <a:pt x="173" y="7"/>
                  <a:pt x="173" y="7"/>
                </a:cubicBezTo>
                <a:cubicBezTo>
                  <a:pt x="172" y="3"/>
                  <a:pt x="172" y="3"/>
                  <a:pt x="172" y="3"/>
                </a:cubicBezTo>
                <a:cubicBezTo>
                  <a:pt x="154" y="11"/>
                  <a:pt x="154" y="11"/>
                  <a:pt x="154" y="11"/>
                </a:cubicBezTo>
                <a:cubicBezTo>
                  <a:pt x="155" y="15"/>
                  <a:pt x="155" y="15"/>
                  <a:pt x="155" y="15"/>
                </a:cubicBezTo>
                <a:cubicBezTo>
                  <a:pt x="157" y="14"/>
                  <a:pt x="157" y="14"/>
                  <a:pt x="157" y="14"/>
                </a:cubicBezTo>
                <a:cubicBezTo>
                  <a:pt x="172" y="49"/>
                  <a:pt x="172" y="49"/>
                  <a:pt x="172" y="49"/>
                </a:cubicBezTo>
                <a:cubicBezTo>
                  <a:pt x="171" y="49"/>
                  <a:pt x="170" y="50"/>
                  <a:pt x="169" y="51"/>
                </a:cubicBezTo>
                <a:cubicBezTo>
                  <a:pt x="142" y="24"/>
                  <a:pt x="142" y="24"/>
                  <a:pt x="142" y="24"/>
                </a:cubicBezTo>
                <a:cubicBezTo>
                  <a:pt x="144" y="23"/>
                  <a:pt x="144" y="23"/>
                  <a:pt x="144" y="23"/>
                </a:cubicBezTo>
                <a:cubicBezTo>
                  <a:pt x="144" y="23"/>
                  <a:pt x="144" y="23"/>
                  <a:pt x="144" y="23"/>
                </a:cubicBezTo>
                <a:cubicBezTo>
                  <a:pt x="141" y="20"/>
                  <a:pt x="141" y="20"/>
                  <a:pt x="141" y="20"/>
                </a:cubicBezTo>
                <a:cubicBezTo>
                  <a:pt x="127" y="34"/>
                  <a:pt x="127" y="34"/>
                  <a:pt x="127" y="34"/>
                </a:cubicBezTo>
                <a:cubicBezTo>
                  <a:pt x="130" y="37"/>
                  <a:pt x="130" y="37"/>
                  <a:pt x="130" y="37"/>
                </a:cubicBezTo>
                <a:cubicBezTo>
                  <a:pt x="132" y="35"/>
                  <a:pt x="132" y="35"/>
                  <a:pt x="132" y="35"/>
                </a:cubicBezTo>
                <a:cubicBezTo>
                  <a:pt x="158" y="61"/>
                  <a:pt x="158" y="61"/>
                  <a:pt x="158" y="61"/>
                </a:cubicBezTo>
                <a:cubicBezTo>
                  <a:pt x="157" y="62"/>
                  <a:pt x="157" y="63"/>
                  <a:pt x="156" y="64"/>
                </a:cubicBezTo>
                <a:cubicBezTo>
                  <a:pt x="122" y="51"/>
                  <a:pt x="122" y="51"/>
                  <a:pt x="122" y="51"/>
                </a:cubicBezTo>
                <a:cubicBezTo>
                  <a:pt x="123" y="48"/>
                  <a:pt x="123" y="48"/>
                  <a:pt x="123" y="48"/>
                </a:cubicBezTo>
                <a:cubicBezTo>
                  <a:pt x="123" y="48"/>
                  <a:pt x="123" y="48"/>
                  <a:pt x="123" y="48"/>
                </a:cubicBezTo>
                <a:cubicBezTo>
                  <a:pt x="119" y="47"/>
                  <a:pt x="119" y="47"/>
                  <a:pt x="119" y="47"/>
                </a:cubicBezTo>
                <a:cubicBezTo>
                  <a:pt x="112" y="65"/>
                  <a:pt x="112" y="65"/>
                  <a:pt x="112" y="65"/>
                </a:cubicBezTo>
                <a:cubicBezTo>
                  <a:pt x="116" y="66"/>
                  <a:pt x="116" y="66"/>
                  <a:pt x="116" y="66"/>
                </a:cubicBezTo>
                <a:cubicBezTo>
                  <a:pt x="116" y="64"/>
                  <a:pt x="116" y="64"/>
                  <a:pt x="116" y="64"/>
                </a:cubicBezTo>
                <a:cubicBezTo>
                  <a:pt x="150" y="78"/>
                  <a:pt x="150" y="78"/>
                  <a:pt x="150" y="78"/>
                </a:cubicBezTo>
                <a:cubicBezTo>
                  <a:pt x="150" y="79"/>
                  <a:pt x="149" y="81"/>
                  <a:pt x="149" y="82"/>
                </a:cubicBezTo>
                <a:cubicBezTo>
                  <a:pt x="110" y="82"/>
                  <a:pt x="110" y="82"/>
                  <a:pt x="110" y="82"/>
                </a:cubicBezTo>
                <a:cubicBezTo>
                  <a:pt x="110" y="80"/>
                  <a:pt x="110" y="80"/>
                  <a:pt x="110" y="80"/>
                </a:cubicBezTo>
                <a:cubicBezTo>
                  <a:pt x="68" y="80"/>
                  <a:pt x="68" y="80"/>
                  <a:pt x="68" y="80"/>
                </a:cubicBezTo>
                <a:cubicBezTo>
                  <a:pt x="68" y="80"/>
                  <a:pt x="68" y="80"/>
                  <a:pt x="67" y="80"/>
                </a:cubicBezTo>
                <a:cubicBezTo>
                  <a:pt x="63" y="80"/>
                  <a:pt x="59" y="84"/>
                  <a:pt x="59" y="89"/>
                </a:cubicBezTo>
                <a:cubicBezTo>
                  <a:pt x="59" y="89"/>
                  <a:pt x="59" y="89"/>
                  <a:pt x="59" y="89"/>
                </a:cubicBezTo>
                <a:cubicBezTo>
                  <a:pt x="59" y="98"/>
                  <a:pt x="59" y="98"/>
                  <a:pt x="59" y="98"/>
                </a:cubicBezTo>
                <a:cubicBezTo>
                  <a:pt x="59" y="98"/>
                  <a:pt x="59" y="98"/>
                  <a:pt x="59" y="98"/>
                </a:cubicBezTo>
                <a:cubicBezTo>
                  <a:pt x="59" y="266"/>
                  <a:pt x="59" y="266"/>
                  <a:pt x="59" y="266"/>
                </a:cubicBezTo>
                <a:cubicBezTo>
                  <a:pt x="59" y="266"/>
                  <a:pt x="59" y="266"/>
                  <a:pt x="59" y="266"/>
                </a:cubicBezTo>
                <a:cubicBezTo>
                  <a:pt x="59" y="277"/>
                  <a:pt x="59" y="277"/>
                  <a:pt x="59" y="277"/>
                </a:cubicBezTo>
                <a:cubicBezTo>
                  <a:pt x="59" y="277"/>
                  <a:pt x="59" y="277"/>
                  <a:pt x="59" y="277"/>
                </a:cubicBezTo>
                <a:cubicBezTo>
                  <a:pt x="59" y="282"/>
                  <a:pt x="63" y="286"/>
                  <a:pt x="67" y="286"/>
                </a:cubicBezTo>
                <a:cubicBezTo>
                  <a:pt x="68" y="286"/>
                  <a:pt x="68" y="286"/>
                  <a:pt x="68" y="286"/>
                </a:cubicBezTo>
                <a:cubicBezTo>
                  <a:pt x="108" y="286"/>
                  <a:pt x="108" y="286"/>
                  <a:pt x="108" y="286"/>
                </a:cubicBezTo>
                <a:cubicBezTo>
                  <a:pt x="108" y="286"/>
                  <a:pt x="108" y="286"/>
                  <a:pt x="108" y="286"/>
                </a:cubicBezTo>
                <a:cubicBezTo>
                  <a:pt x="185" y="286"/>
                  <a:pt x="185" y="286"/>
                  <a:pt x="185" y="286"/>
                </a:cubicBezTo>
                <a:cubicBezTo>
                  <a:pt x="185" y="286"/>
                  <a:pt x="185" y="286"/>
                  <a:pt x="185" y="286"/>
                </a:cubicBezTo>
                <a:cubicBezTo>
                  <a:pt x="187" y="286"/>
                  <a:pt x="187" y="286"/>
                  <a:pt x="187" y="286"/>
                </a:cubicBezTo>
                <a:cubicBezTo>
                  <a:pt x="187" y="307"/>
                  <a:pt x="187" y="307"/>
                  <a:pt x="187" y="307"/>
                </a:cubicBezTo>
                <a:cubicBezTo>
                  <a:pt x="185" y="307"/>
                  <a:pt x="185" y="307"/>
                  <a:pt x="185" y="307"/>
                </a:cubicBezTo>
                <a:cubicBezTo>
                  <a:pt x="185" y="307"/>
                  <a:pt x="185" y="307"/>
                  <a:pt x="185" y="307"/>
                </a:cubicBezTo>
                <a:cubicBezTo>
                  <a:pt x="153" y="307"/>
                  <a:pt x="153" y="307"/>
                  <a:pt x="153" y="307"/>
                </a:cubicBezTo>
                <a:cubicBezTo>
                  <a:pt x="153" y="307"/>
                  <a:pt x="153" y="307"/>
                  <a:pt x="153" y="307"/>
                </a:cubicBezTo>
                <a:cubicBezTo>
                  <a:pt x="148" y="307"/>
                  <a:pt x="145" y="310"/>
                  <a:pt x="145" y="315"/>
                </a:cubicBezTo>
                <a:cubicBezTo>
                  <a:pt x="145" y="315"/>
                  <a:pt x="145" y="315"/>
                  <a:pt x="145" y="315"/>
                </a:cubicBezTo>
                <a:cubicBezTo>
                  <a:pt x="145" y="326"/>
                  <a:pt x="145" y="326"/>
                  <a:pt x="145" y="326"/>
                </a:cubicBezTo>
                <a:cubicBezTo>
                  <a:pt x="145" y="326"/>
                  <a:pt x="145" y="326"/>
                  <a:pt x="145" y="326"/>
                </a:cubicBezTo>
                <a:cubicBezTo>
                  <a:pt x="145" y="351"/>
                  <a:pt x="145" y="351"/>
                  <a:pt x="145" y="351"/>
                </a:cubicBezTo>
                <a:cubicBezTo>
                  <a:pt x="86" y="351"/>
                  <a:pt x="86" y="351"/>
                  <a:pt x="86" y="351"/>
                </a:cubicBezTo>
                <a:cubicBezTo>
                  <a:pt x="87" y="400"/>
                  <a:pt x="87" y="400"/>
                  <a:pt x="87" y="400"/>
                </a:cubicBezTo>
                <a:cubicBezTo>
                  <a:pt x="103" y="418"/>
                  <a:pt x="103" y="418"/>
                  <a:pt x="103" y="418"/>
                </a:cubicBezTo>
                <a:cubicBezTo>
                  <a:pt x="103" y="451"/>
                  <a:pt x="103" y="451"/>
                  <a:pt x="103" y="451"/>
                </a:cubicBezTo>
                <a:cubicBezTo>
                  <a:pt x="122" y="459"/>
                  <a:pt x="122" y="459"/>
                  <a:pt x="122" y="459"/>
                </a:cubicBezTo>
                <a:cubicBezTo>
                  <a:pt x="122" y="505"/>
                  <a:pt x="122" y="505"/>
                  <a:pt x="122" y="505"/>
                </a:cubicBezTo>
                <a:cubicBezTo>
                  <a:pt x="38" y="520"/>
                  <a:pt x="7" y="539"/>
                  <a:pt x="4" y="540"/>
                </a:cubicBezTo>
                <a:cubicBezTo>
                  <a:pt x="0" y="540"/>
                  <a:pt x="19" y="543"/>
                  <a:pt x="46" y="556"/>
                </a:cubicBezTo>
                <a:cubicBezTo>
                  <a:pt x="80" y="572"/>
                  <a:pt x="76" y="581"/>
                  <a:pt x="76" y="581"/>
                </a:cubicBezTo>
                <a:cubicBezTo>
                  <a:pt x="76" y="581"/>
                  <a:pt x="135" y="543"/>
                  <a:pt x="263" y="520"/>
                </a:cubicBezTo>
                <a:cubicBezTo>
                  <a:pt x="330" y="508"/>
                  <a:pt x="451" y="503"/>
                  <a:pt x="495" y="512"/>
                </a:cubicBezTo>
                <a:cubicBezTo>
                  <a:pt x="495" y="512"/>
                  <a:pt x="461" y="504"/>
                  <a:pt x="413" y="497"/>
                </a:cubicBezTo>
                <a:close/>
              </a:path>
            </a:pathLst>
          </a:custGeom>
          <a:solidFill>
            <a:srgbClr val="003778"/>
          </a:solidFill>
          <a:ln>
            <a:noFill/>
          </a:ln>
        </p:spPr>
        <p:txBody>
          <a:bodyPr vert="horz" wrap="square" lIns="91440" tIns="45720" rIns="91440" bIns="45720" numCol="1" anchor="t" anchorCtr="0" compatLnSpc="1">
            <a:prstTxWarp prst="textNoShape">
              <a:avLst/>
            </a:prstTxWarp>
          </a:bodyPr>
          <a:lstStyle/>
          <a:p>
            <a:endParaRPr lang="zh-CN" altLang="en-US" dirty="0"/>
          </a:p>
        </p:txBody>
      </p:sp>
      <p:cxnSp>
        <p:nvCxnSpPr>
          <p:cNvPr id="16" name="直接连接符 15">
            <a:extLst>
              <a:ext uri="{FF2B5EF4-FFF2-40B4-BE49-F238E27FC236}">
                <a16:creationId xmlns:a16="http://schemas.microsoft.com/office/drawing/2014/main" id="{37B9A614-BC4E-4B23-B9D1-2B209AB0743B}"/>
              </a:ext>
            </a:extLst>
          </p:cNvPr>
          <p:cNvCxnSpPr>
            <a:cxnSpLocks/>
          </p:cNvCxnSpPr>
          <p:nvPr userDrawn="1"/>
        </p:nvCxnSpPr>
        <p:spPr>
          <a:xfrm>
            <a:off x="659130" y="1027048"/>
            <a:ext cx="10864850" cy="0"/>
          </a:xfrm>
          <a:prstGeom prst="line">
            <a:avLst/>
          </a:prstGeom>
          <a:ln cap="rnd">
            <a:solidFill>
              <a:schemeClr val="accent1"/>
            </a:solidFill>
          </a:ln>
        </p:spPr>
        <p:style>
          <a:lnRef idx="1">
            <a:schemeClr val="accent1"/>
          </a:lnRef>
          <a:fillRef idx="0">
            <a:schemeClr val="accent1"/>
          </a:fillRef>
          <a:effectRef idx="0">
            <a:schemeClr val="accent1"/>
          </a:effectRef>
          <a:fontRef idx="minor">
            <a:schemeClr val="tx1"/>
          </a:fontRef>
        </p:style>
      </p:cxnSp>
      <p:sp>
        <p:nvSpPr>
          <p:cNvPr id="4" name="图片占位符 3">
            <a:extLst>
              <a:ext uri="{FF2B5EF4-FFF2-40B4-BE49-F238E27FC236}">
                <a16:creationId xmlns:a16="http://schemas.microsoft.com/office/drawing/2014/main" id="{2A4991FC-73E2-4BF2-A28B-7D7A275207F9}"/>
              </a:ext>
            </a:extLst>
          </p:cNvPr>
          <p:cNvSpPr>
            <a:spLocks noGrp="1"/>
          </p:cNvSpPr>
          <p:nvPr>
            <p:ph type="pic" sz="quarter" idx="10"/>
          </p:nvPr>
        </p:nvSpPr>
        <p:spPr>
          <a:xfrm>
            <a:off x="673100" y="1729550"/>
            <a:ext cx="3262292" cy="1699450"/>
          </a:xfrm>
        </p:spPr>
        <p:txBody>
          <a:bodyPr/>
          <a:lstStyle/>
          <a:p>
            <a:endParaRPr lang="zh-CN" altLang="en-US"/>
          </a:p>
        </p:txBody>
      </p:sp>
      <p:sp>
        <p:nvSpPr>
          <p:cNvPr id="14" name="图片占位符 3">
            <a:extLst>
              <a:ext uri="{FF2B5EF4-FFF2-40B4-BE49-F238E27FC236}">
                <a16:creationId xmlns:a16="http://schemas.microsoft.com/office/drawing/2014/main" id="{24003A37-675B-4FEC-8112-753FF16AD9F0}"/>
              </a:ext>
            </a:extLst>
          </p:cNvPr>
          <p:cNvSpPr>
            <a:spLocks noGrp="1"/>
          </p:cNvSpPr>
          <p:nvPr>
            <p:ph type="pic" sz="quarter" idx="11"/>
          </p:nvPr>
        </p:nvSpPr>
        <p:spPr>
          <a:xfrm>
            <a:off x="4464854" y="1729550"/>
            <a:ext cx="3262292" cy="1699450"/>
          </a:xfrm>
        </p:spPr>
        <p:txBody>
          <a:bodyPr/>
          <a:lstStyle/>
          <a:p>
            <a:endParaRPr lang="zh-CN" altLang="en-US"/>
          </a:p>
        </p:txBody>
      </p:sp>
      <p:sp>
        <p:nvSpPr>
          <p:cNvPr id="15" name="图片占位符 3">
            <a:extLst>
              <a:ext uri="{FF2B5EF4-FFF2-40B4-BE49-F238E27FC236}">
                <a16:creationId xmlns:a16="http://schemas.microsoft.com/office/drawing/2014/main" id="{48F354C4-9F0E-4DFF-A66E-087418301CB0}"/>
              </a:ext>
            </a:extLst>
          </p:cNvPr>
          <p:cNvSpPr>
            <a:spLocks noGrp="1"/>
          </p:cNvSpPr>
          <p:nvPr>
            <p:ph type="pic" sz="quarter" idx="12"/>
          </p:nvPr>
        </p:nvSpPr>
        <p:spPr>
          <a:xfrm>
            <a:off x="8256608" y="1729550"/>
            <a:ext cx="3262292" cy="1699450"/>
          </a:xfrm>
        </p:spPr>
        <p:txBody>
          <a:bodyPr/>
          <a:lstStyle/>
          <a:p>
            <a:endParaRPr lang="zh-CN" altLang="en-US"/>
          </a:p>
        </p:txBody>
      </p:sp>
    </p:spTree>
    <p:extLst>
      <p:ext uri="{BB962C8B-B14F-4D97-AF65-F5344CB8AC3E}">
        <p14:creationId xmlns:p14="http://schemas.microsoft.com/office/powerpoint/2010/main" val="300881506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多张图片展示">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40550F8C-09E3-4442-8DC6-E0C639E8B1D8}"/>
              </a:ext>
            </a:extLst>
          </p:cNvPr>
          <p:cNvSpPr/>
          <p:nvPr userDrawn="1"/>
        </p:nvSpPr>
        <p:spPr>
          <a:xfrm>
            <a:off x="0" y="0"/>
            <a:ext cx="12192000" cy="6492875"/>
          </a:xfrm>
          <a:prstGeom prst="rect">
            <a:avLst/>
          </a:prstGeom>
          <a:solidFill>
            <a:schemeClr val="bg1">
              <a:alpha val="93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latin typeface="Microsoft YaHei UI" panose="020B0503020204020204" pitchFamily="34" charset="-122"/>
              <a:ea typeface="Microsoft YaHei UI" panose="020B0503020204020204" pitchFamily="34" charset="-122"/>
            </a:endParaRPr>
          </a:p>
        </p:txBody>
      </p:sp>
      <p:sp>
        <p:nvSpPr>
          <p:cNvPr id="2" name="标题 1">
            <a:extLst>
              <a:ext uri="{FF2B5EF4-FFF2-40B4-BE49-F238E27FC236}">
                <a16:creationId xmlns:a16="http://schemas.microsoft.com/office/drawing/2014/main" id="{F3F78BD0-F462-4621-8C34-D1893B6B97AE}"/>
              </a:ext>
            </a:extLst>
          </p:cNvPr>
          <p:cNvSpPr>
            <a:spLocks noGrp="1"/>
          </p:cNvSpPr>
          <p:nvPr>
            <p:ph type="title"/>
          </p:nvPr>
        </p:nvSpPr>
        <p:spPr>
          <a:xfrm>
            <a:off x="792481" y="574395"/>
            <a:ext cx="7315200" cy="341874"/>
          </a:xfrm>
        </p:spPr>
        <p:txBody>
          <a:bodyPr lIns="0" tIns="0" rIns="0" bIns="0">
            <a:noAutofit/>
          </a:bodyPr>
          <a:lstStyle>
            <a:lvl1pPr>
              <a:defRPr sz="2600" b="1">
                <a:solidFill>
                  <a:schemeClr val="accent1"/>
                </a:solidFill>
              </a:defRPr>
            </a:lvl1pPr>
          </a:lstStyle>
          <a:p>
            <a:r>
              <a:rPr lang="zh-CN" altLang="en-US" dirty="0"/>
              <a:t>单击此处编辑母版标题样式</a:t>
            </a:r>
          </a:p>
        </p:txBody>
      </p:sp>
      <p:sp>
        <p:nvSpPr>
          <p:cNvPr id="7" name="矩形 6">
            <a:extLst>
              <a:ext uri="{FF2B5EF4-FFF2-40B4-BE49-F238E27FC236}">
                <a16:creationId xmlns:a16="http://schemas.microsoft.com/office/drawing/2014/main" id="{273664E7-E6D5-4929-9178-9AD3110374FA}"/>
              </a:ext>
            </a:extLst>
          </p:cNvPr>
          <p:cNvSpPr/>
          <p:nvPr userDrawn="1"/>
        </p:nvSpPr>
        <p:spPr>
          <a:xfrm>
            <a:off x="0" y="6492875"/>
            <a:ext cx="12192000" cy="365125"/>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a:extLst>
              <a:ext uri="{FF2B5EF4-FFF2-40B4-BE49-F238E27FC236}">
                <a16:creationId xmlns:a16="http://schemas.microsoft.com/office/drawing/2014/main" id="{CC1AFDE3-17F7-4C68-81A1-E196F75F6412}"/>
              </a:ext>
            </a:extLst>
          </p:cNvPr>
          <p:cNvPicPr>
            <a:picLocks noChangeAspect="1"/>
          </p:cNvPicPr>
          <p:nvPr userDrawn="1"/>
        </p:nvPicPr>
        <p:blipFill>
          <a:blip r:embed="rId2"/>
          <a:stretch>
            <a:fillRect/>
          </a:stretch>
        </p:blipFill>
        <p:spPr>
          <a:xfrm>
            <a:off x="673100" y="6580054"/>
            <a:ext cx="1330959" cy="203465"/>
          </a:xfrm>
          <a:prstGeom prst="rect">
            <a:avLst/>
          </a:prstGeom>
        </p:spPr>
      </p:pic>
      <p:pic>
        <p:nvPicPr>
          <p:cNvPr id="9" name="图片 8">
            <a:extLst>
              <a:ext uri="{FF2B5EF4-FFF2-40B4-BE49-F238E27FC236}">
                <a16:creationId xmlns:a16="http://schemas.microsoft.com/office/drawing/2014/main" id="{F17405B7-37A0-4A9E-87D3-E7F07F5B2459}"/>
              </a:ext>
            </a:extLst>
          </p:cNvPr>
          <p:cNvPicPr>
            <a:picLocks noChangeAspect="1"/>
          </p:cNvPicPr>
          <p:nvPr userDrawn="1"/>
        </p:nvPicPr>
        <p:blipFill>
          <a:blip r:embed="rId3"/>
          <a:stretch>
            <a:fillRect/>
          </a:stretch>
        </p:blipFill>
        <p:spPr>
          <a:xfrm>
            <a:off x="9997440" y="530517"/>
            <a:ext cx="1521460" cy="380209"/>
          </a:xfrm>
          <a:prstGeom prst="rect">
            <a:avLst/>
          </a:prstGeom>
        </p:spPr>
      </p:pic>
      <p:pic>
        <p:nvPicPr>
          <p:cNvPr id="12" name="图片 11">
            <a:extLst>
              <a:ext uri="{FF2B5EF4-FFF2-40B4-BE49-F238E27FC236}">
                <a16:creationId xmlns:a16="http://schemas.microsoft.com/office/drawing/2014/main" id="{A4F36DF7-8FB7-494A-AB7D-676726F71429}"/>
              </a:ext>
            </a:extLst>
          </p:cNvPr>
          <p:cNvPicPr>
            <a:picLocks noChangeAspect="1"/>
          </p:cNvPicPr>
          <p:nvPr userDrawn="1"/>
        </p:nvPicPr>
        <p:blipFill>
          <a:blip r:embed="rId4"/>
          <a:stretch>
            <a:fillRect/>
          </a:stretch>
        </p:blipFill>
        <p:spPr>
          <a:xfrm>
            <a:off x="8610600" y="6626002"/>
            <a:ext cx="2908300" cy="111568"/>
          </a:xfrm>
          <a:prstGeom prst="rect">
            <a:avLst/>
          </a:prstGeom>
        </p:spPr>
      </p:pic>
      <p:sp>
        <p:nvSpPr>
          <p:cNvPr id="19" name="图片占位符 5">
            <a:extLst>
              <a:ext uri="{FF2B5EF4-FFF2-40B4-BE49-F238E27FC236}">
                <a16:creationId xmlns:a16="http://schemas.microsoft.com/office/drawing/2014/main" id="{0A954E3B-33D0-44B1-9DDD-ADB37DC9A54F}"/>
              </a:ext>
            </a:extLst>
          </p:cNvPr>
          <p:cNvSpPr>
            <a:spLocks noGrp="1" noChangeAspect="1"/>
          </p:cNvSpPr>
          <p:nvPr>
            <p:ph type="pic" sz="quarter" idx="11"/>
          </p:nvPr>
        </p:nvSpPr>
        <p:spPr>
          <a:xfrm>
            <a:off x="2950316" y="1733533"/>
            <a:ext cx="1978618" cy="2798331"/>
          </a:xfrm>
          <a:ln w="19050">
            <a:solidFill>
              <a:schemeClr val="accent1"/>
            </a:solidFill>
          </a:ln>
          <a:effectLst>
            <a:reflection blurRad="6350" stA="30000" endPos="34000" dist="50800" dir="5400000" sy="-100000" algn="bl" rotWithShape="0"/>
          </a:effectLst>
          <a:scene3d>
            <a:camera prst="perspectiveRight"/>
            <a:lightRig rig="threePt" dir="t"/>
          </a:scene3d>
        </p:spPr>
        <p:txBody>
          <a:bodyPr/>
          <a:lstStyle/>
          <a:p>
            <a:endParaRPr lang="zh-CN" altLang="en-US" dirty="0"/>
          </a:p>
        </p:txBody>
      </p:sp>
      <p:sp>
        <p:nvSpPr>
          <p:cNvPr id="13" name="Freeform 52">
            <a:extLst>
              <a:ext uri="{FF2B5EF4-FFF2-40B4-BE49-F238E27FC236}">
                <a16:creationId xmlns:a16="http://schemas.microsoft.com/office/drawing/2014/main" id="{8C821F99-9CAC-4AF4-A510-C489D83FB6B7}"/>
              </a:ext>
            </a:extLst>
          </p:cNvPr>
          <p:cNvSpPr>
            <a:spLocks noEditPoints="1"/>
          </p:cNvSpPr>
          <p:nvPr userDrawn="1"/>
        </p:nvSpPr>
        <p:spPr bwMode="auto">
          <a:xfrm>
            <a:off x="114520" y="450603"/>
            <a:ext cx="563441" cy="659948"/>
          </a:xfrm>
          <a:custGeom>
            <a:avLst/>
            <a:gdLst>
              <a:gd name="T0" fmla="*/ 342 w 495"/>
              <a:gd name="T1" fmla="*/ 490 h 581"/>
              <a:gd name="T2" fmla="*/ 267 w 495"/>
              <a:gd name="T3" fmla="*/ 393 h 581"/>
              <a:gd name="T4" fmla="*/ 155 w 495"/>
              <a:gd name="T5" fmla="*/ 426 h 581"/>
              <a:gd name="T6" fmla="*/ 159 w 495"/>
              <a:gd name="T7" fmla="*/ 351 h 581"/>
              <a:gd name="T8" fmla="*/ 108 w 495"/>
              <a:gd name="T9" fmla="*/ 266 h 581"/>
              <a:gd name="T10" fmla="*/ 118 w 495"/>
              <a:gd name="T11" fmla="*/ 114 h 581"/>
              <a:gd name="T12" fmla="*/ 157 w 495"/>
              <a:gd name="T13" fmla="*/ 118 h 581"/>
              <a:gd name="T14" fmla="*/ 168 w 495"/>
              <a:gd name="T15" fmla="*/ 129 h 581"/>
              <a:gd name="T16" fmla="*/ 173 w 495"/>
              <a:gd name="T17" fmla="*/ 168 h 581"/>
              <a:gd name="T18" fmla="*/ 68 w 495"/>
              <a:gd name="T19" fmla="*/ 266 h 581"/>
              <a:gd name="T20" fmla="*/ 153 w 495"/>
              <a:gd name="T21" fmla="*/ 111 h 581"/>
              <a:gd name="T22" fmla="*/ 142 w 495"/>
              <a:gd name="T23" fmla="*/ 149 h 581"/>
              <a:gd name="T24" fmla="*/ 181 w 495"/>
              <a:gd name="T25" fmla="*/ 133 h 581"/>
              <a:gd name="T26" fmla="*/ 182 w 495"/>
              <a:gd name="T27" fmla="*/ 47 h 581"/>
              <a:gd name="T28" fmla="*/ 197 w 495"/>
              <a:gd name="T29" fmla="*/ 282 h 581"/>
              <a:gd name="T30" fmla="*/ 199 w 495"/>
              <a:gd name="T31" fmla="*/ 136 h 581"/>
              <a:gd name="T32" fmla="*/ 201 w 495"/>
              <a:gd name="T33" fmla="*/ 5 h 581"/>
              <a:gd name="T34" fmla="*/ 212 w 495"/>
              <a:gd name="T35" fmla="*/ 61 h 581"/>
              <a:gd name="T36" fmla="*/ 256 w 495"/>
              <a:gd name="T37" fmla="*/ 145 h 581"/>
              <a:gd name="T38" fmla="*/ 279 w 495"/>
              <a:gd name="T39" fmla="*/ 84 h 581"/>
              <a:gd name="T40" fmla="*/ 358 w 495"/>
              <a:gd name="T41" fmla="*/ 54 h 581"/>
              <a:gd name="T42" fmla="*/ 412 w 495"/>
              <a:gd name="T43" fmla="*/ 93 h 581"/>
              <a:gd name="T44" fmla="*/ 431 w 495"/>
              <a:gd name="T45" fmla="*/ 95 h 581"/>
              <a:gd name="T46" fmla="*/ 463 w 495"/>
              <a:gd name="T47" fmla="*/ 155 h 581"/>
              <a:gd name="T48" fmla="*/ 222 w 495"/>
              <a:gd name="T49" fmla="*/ 279 h 581"/>
              <a:gd name="T50" fmla="*/ 350 w 495"/>
              <a:gd name="T51" fmla="*/ 257 h 581"/>
              <a:gd name="T52" fmla="*/ 398 w 495"/>
              <a:gd name="T53" fmla="*/ 210 h 581"/>
              <a:gd name="T54" fmla="*/ 407 w 495"/>
              <a:gd name="T55" fmla="*/ 219 h 581"/>
              <a:gd name="T56" fmla="*/ 412 w 495"/>
              <a:gd name="T57" fmla="*/ 451 h 581"/>
              <a:gd name="T58" fmla="*/ 406 w 495"/>
              <a:gd name="T59" fmla="*/ 320 h 581"/>
              <a:gd name="T60" fmla="*/ 469 w 495"/>
              <a:gd name="T61" fmla="*/ 184 h 581"/>
              <a:gd name="T62" fmla="*/ 460 w 495"/>
              <a:gd name="T63" fmla="*/ 233 h 581"/>
              <a:gd name="T64" fmla="*/ 384 w 495"/>
              <a:gd name="T65" fmla="*/ 222 h 581"/>
              <a:gd name="T66" fmla="*/ 421 w 495"/>
              <a:gd name="T67" fmla="*/ 188 h 581"/>
              <a:gd name="T68" fmla="*/ 364 w 495"/>
              <a:gd name="T69" fmla="*/ 225 h 581"/>
              <a:gd name="T70" fmla="*/ 361 w 495"/>
              <a:gd name="T71" fmla="*/ 188 h 581"/>
              <a:gd name="T72" fmla="*/ 387 w 495"/>
              <a:gd name="T73" fmla="*/ 356 h 581"/>
              <a:gd name="T74" fmla="*/ 220 w 495"/>
              <a:gd name="T75" fmla="*/ 351 h 581"/>
              <a:gd name="T76" fmla="*/ 236 w 495"/>
              <a:gd name="T77" fmla="*/ 315 h 581"/>
              <a:gd name="T78" fmla="*/ 207 w 495"/>
              <a:gd name="T79" fmla="*/ 171 h 581"/>
              <a:gd name="T80" fmla="*/ 239 w 495"/>
              <a:gd name="T81" fmla="*/ 166 h 581"/>
              <a:gd name="T82" fmla="*/ 252 w 495"/>
              <a:gd name="T83" fmla="*/ 158 h 581"/>
              <a:gd name="T84" fmla="*/ 270 w 495"/>
              <a:gd name="T85" fmla="*/ 130 h 581"/>
              <a:gd name="T86" fmla="*/ 279 w 495"/>
              <a:gd name="T87" fmla="*/ 100 h 581"/>
              <a:gd name="T88" fmla="*/ 394 w 495"/>
              <a:gd name="T89" fmla="*/ 130 h 581"/>
              <a:gd name="T90" fmla="*/ 438 w 495"/>
              <a:gd name="T91" fmla="*/ 100 h 581"/>
              <a:gd name="T92" fmla="*/ 439 w 495"/>
              <a:gd name="T93" fmla="*/ 153 h 581"/>
              <a:gd name="T94" fmla="*/ 457 w 495"/>
              <a:gd name="T95" fmla="*/ 159 h 581"/>
              <a:gd name="T96" fmla="*/ 475 w 495"/>
              <a:gd name="T97" fmla="*/ 100 h 581"/>
              <a:gd name="T98" fmla="*/ 456 w 495"/>
              <a:gd name="T99" fmla="*/ 80 h 581"/>
              <a:gd name="T100" fmla="*/ 344 w 495"/>
              <a:gd name="T101" fmla="*/ 34 h 581"/>
              <a:gd name="T102" fmla="*/ 207 w 495"/>
              <a:gd name="T103" fmla="*/ 0 h 581"/>
              <a:gd name="T104" fmla="*/ 173 w 495"/>
              <a:gd name="T105" fmla="*/ 7 h 581"/>
              <a:gd name="T106" fmla="*/ 144 w 495"/>
              <a:gd name="T107" fmla="*/ 23 h 581"/>
              <a:gd name="T108" fmla="*/ 122 w 495"/>
              <a:gd name="T109" fmla="*/ 51 h 581"/>
              <a:gd name="T110" fmla="*/ 149 w 495"/>
              <a:gd name="T111" fmla="*/ 82 h 581"/>
              <a:gd name="T112" fmla="*/ 59 w 495"/>
              <a:gd name="T113" fmla="*/ 98 h 581"/>
              <a:gd name="T114" fmla="*/ 108 w 495"/>
              <a:gd name="T115" fmla="*/ 286 h 581"/>
              <a:gd name="T116" fmla="*/ 153 w 495"/>
              <a:gd name="T117" fmla="*/ 307 h 581"/>
              <a:gd name="T118" fmla="*/ 103 w 495"/>
              <a:gd name="T119" fmla="*/ 418 h 581"/>
              <a:gd name="T120" fmla="*/ 495 w 495"/>
              <a:gd name="T121" fmla="*/ 512 h 5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95" h="581">
                <a:moveTo>
                  <a:pt x="370" y="368"/>
                </a:moveTo>
                <a:cubicBezTo>
                  <a:pt x="334" y="361"/>
                  <a:pt x="334" y="361"/>
                  <a:pt x="334" y="361"/>
                </a:cubicBezTo>
                <a:cubicBezTo>
                  <a:pt x="290" y="370"/>
                  <a:pt x="290" y="370"/>
                  <a:pt x="290" y="370"/>
                </a:cubicBezTo>
                <a:cubicBezTo>
                  <a:pt x="299" y="361"/>
                  <a:pt x="299" y="361"/>
                  <a:pt x="299" y="361"/>
                </a:cubicBezTo>
                <a:cubicBezTo>
                  <a:pt x="338" y="349"/>
                  <a:pt x="338" y="349"/>
                  <a:pt x="338" y="349"/>
                </a:cubicBezTo>
                <a:cubicBezTo>
                  <a:pt x="377" y="362"/>
                  <a:pt x="377" y="362"/>
                  <a:pt x="377" y="362"/>
                </a:cubicBezTo>
                <a:lnTo>
                  <a:pt x="370" y="368"/>
                </a:lnTo>
                <a:close/>
                <a:moveTo>
                  <a:pt x="342" y="490"/>
                </a:moveTo>
                <a:cubicBezTo>
                  <a:pt x="338" y="469"/>
                  <a:pt x="338" y="469"/>
                  <a:pt x="338" y="469"/>
                </a:cubicBezTo>
                <a:cubicBezTo>
                  <a:pt x="350" y="422"/>
                  <a:pt x="350" y="422"/>
                  <a:pt x="350" y="422"/>
                </a:cubicBezTo>
                <a:cubicBezTo>
                  <a:pt x="350" y="422"/>
                  <a:pt x="350" y="422"/>
                  <a:pt x="350" y="422"/>
                </a:cubicBezTo>
                <a:cubicBezTo>
                  <a:pt x="350" y="422"/>
                  <a:pt x="350" y="422"/>
                  <a:pt x="350" y="422"/>
                </a:cubicBezTo>
                <a:cubicBezTo>
                  <a:pt x="365" y="420"/>
                  <a:pt x="365" y="420"/>
                  <a:pt x="365" y="420"/>
                </a:cubicBezTo>
                <a:cubicBezTo>
                  <a:pt x="376" y="493"/>
                  <a:pt x="376" y="493"/>
                  <a:pt x="376" y="493"/>
                </a:cubicBezTo>
                <a:cubicBezTo>
                  <a:pt x="365" y="492"/>
                  <a:pt x="354" y="491"/>
                  <a:pt x="342" y="490"/>
                </a:cubicBezTo>
                <a:close/>
                <a:moveTo>
                  <a:pt x="267" y="393"/>
                </a:moveTo>
                <a:cubicBezTo>
                  <a:pt x="300" y="401"/>
                  <a:pt x="300" y="401"/>
                  <a:pt x="300" y="401"/>
                </a:cubicBezTo>
                <a:cubicBezTo>
                  <a:pt x="345" y="384"/>
                  <a:pt x="345" y="384"/>
                  <a:pt x="345" y="384"/>
                </a:cubicBezTo>
                <a:cubicBezTo>
                  <a:pt x="370" y="396"/>
                  <a:pt x="370" y="396"/>
                  <a:pt x="370" y="396"/>
                </a:cubicBezTo>
                <a:cubicBezTo>
                  <a:pt x="345" y="392"/>
                  <a:pt x="345" y="392"/>
                  <a:pt x="345" y="392"/>
                </a:cubicBezTo>
                <a:cubicBezTo>
                  <a:pt x="299" y="409"/>
                  <a:pt x="299" y="409"/>
                  <a:pt x="299" y="409"/>
                </a:cubicBezTo>
                <a:lnTo>
                  <a:pt x="267" y="393"/>
                </a:lnTo>
                <a:close/>
                <a:moveTo>
                  <a:pt x="172" y="472"/>
                </a:moveTo>
                <a:cubicBezTo>
                  <a:pt x="155" y="426"/>
                  <a:pt x="155" y="426"/>
                  <a:pt x="155" y="426"/>
                </a:cubicBezTo>
                <a:cubicBezTo>
                  <a:pt x="132" y="419"/>
                  <a:pt x="132" y="419"/>
                  <a:pt x="132" y="419"/>
                </a:cubicBezTo>
                <a:cubicBezTo>
                  <a:pt x="171" y="407"/>
                  <a:pt x="171" y="407"/>
                  <a:pt x="171" y="407"/>
                </a:cubicBezTo>
                <a:cubicBezTo>
                  <a:pt x="186" y="457"/>
                  <a:pt x="186" y="457"/>
                  <a:pt x="186" y="457"/>
                </a:cubicBezTo>
                <a:cubicBezTo>
                  <a:pt x="278" y="443"/>
                  <a:pt x="278" y="443"/>
                  <a:pt x="278" y="443"/>
                </a:cubicBezTo>
                <a:lnTo>
                  <a:pt x="172" y="472"/>
                </a:lnTo>
                <a:close/>
                <a:moveTo>
                  <a:pt x="155" y="326"/>
                </a:moveTo>
                <a:cubicBezTo>
                  <a:pt x="159" y="326"/>
                  <a:pt x="159" y="326"/>
                  <a:pt x="159" y="326"/>
                </a:cubicBezTo>
                <a:cubicBezTo>
                  <a:pt x="159" y="351"/>
                  <a:pt x="159" y="351"/>
                  <a:pt x="159" y="351"/>
                </a:cubicBezTo>
                <a:cubicBezTo>
                  <a:pt x="155" y="351"/>
                  <a:pt x="155" y="351"/>
                  <a:pt x="155" y="351"/>
                </a:cubicBezTo>
                <a:lnTo>
                  <a:pt x="155" y="326"/>
                </a:lnTo>
                <a:close/>
                <a:moveTo>
                  <a:pt x="164" y="326"/>
                </a:moveTo>
                <a:cubicBezTo>
                  <a:pt x="187" y="326"/>
                  <a:pt x="187" y="326"/>
                  <a:pt x="187" y="326"/>
                </a:cubicBezTo>
                <a:cubicBezTo>
                  <a:pt x="187" y="351"/>
                  <a:pt x="187" y="351"/>
                  <a:pt x="187" y="351"/>
                </a:cubicBezTo>
                <a:cubicBezTo>
                  <a:pt x="164" y="351"/>
                  <a:pt x="164" y="351"/>
                  <a:pt x="164" y="351"/>
                </a:cubicBezTo>
                <a:lnTo>
                  <a:pt x="164" y="326"/>
                </a:lnTo>
                <a:close/>
                <a:moveTo>
                  <a:pt x="108" y="266"/>
                </a:moveTo>
                <a:cubicBezTo>
                  <a:pt x="108" y="266"/>
                  <a:pt x="108" y="266"/>
                  <a:pt x="108" y="266"/>
                </a:cubicBezTo>
                <a:cubicBezTo>
                  <a:pt x="79" y="266"/>
                  <a:pt x="79" y="266"/>
                  <a:pt x="79" y="266"/>
                </a:cubicBezTo>
                <a:cubicBezTo>
                  <a:pt x="79" y="100"/>
                  <a:pt x="79" y="100"/>
                  <a:pt x="79" y="100"/>
                </a:cubicBezTo>
                <a:cubicBezTo>
                  <a:pt x="110" y="100"/>
                  <a:pt x="110" y="100"/>
                  <a:pt x="110" y="100"/>
                </a:cubicBezTo>
                <a:cubicBezTo>
                  <a:pt x="110" y="98"/>
                  <a:pt x="110" y="98"/>
                  <a:pt x="110" y="98"/>
                </a:cubicBezTo>
                <a:cubicBezTo>
                  <a:pt x="149" y="98"/>
                  <a:pt x="149" y="98"/>
                  <a:pt x="149" y="98"/>
                </a:cubicBezTo>
                <a:cubicBezTo>
                  <a:pt x="149" y="99"/>
                  <a:pt x="149" y="100"/>
                  <a:pt x="150" y="101"/>
                </a:cubicBezTo>
                <a:cubicBezTo>
                  <a:pt x="118" y="114"/>
                  <a:pt x="118" y="114"/>
                  <a:pt x="118" y="114"/>
                </a:cubicBezTo>
                <a:cubicBezTo>
                  <a:pt x="117" y="112"/>
                  <a:pt x="117" y="112"/>
                  <a:pt x="117" y="112"/>
                </a:cubicBezTo>
                <a:cubicBezTo>
                  <a:pt x="117" y="112"/>
                  <a:pt x="117" y="112"/>
                  <a:pt x="117" y="112"/>
                </a:cubicBezTo>
                <a:cubicBezTo>
                  <a:pt x="113" y="114"/>
                  <a:pt x="113" y="114"/>
                  <a:pt x="113" y="114"/>
                </a:cubicBezTo>
                <a:cubicBezTo>
                  <a:pt x="120" y="132"/>
                  <a:pt x="120" y="132"/>
                  <a:pt x="120" y="132"/>
                </a:cubicBezTo>
                <a:cubicBezTo>
                  <a:pt x="124" y="130"/>
                  <a:pt x="124" y="130"/>
                  <a:pt x="124" y="130"/>
                </a:cubicBezTo>
                <a:cubicBezTo>
                  <a:pt x="123" y="128"/>
                  <a:pt x="123" y="128"/>
                  <a:pt x="123" y="128"/>
                </a:cubicBezTo>
                <a:cubicBezTo>
                  <a:pt x="155" y="115"/>
                  <a:pt x="155" y="115"/>
                  <a:pt x="155" y="115"/>
                </a:cubicBezTo>
                <a:cubicBezTo>
                  <a:pt x="156" y="116"/>
                  <a:pt x="157" y="117"/>
                  <a:pt x="157" y="118"/>
                </a:cubicBezTo>
                <a:cubicBezTo>
                  <a:pt x="134" y="142"/>
                  <a:pt x="134" y="142"/>
                  <a:pt x="134" y="142"/>
                </a:cubicBezTo>
                <a:cubicBezTo>
                  <a:pt x="132" y="141"/>
                  <a:pt x="132" y="141"/>
                  <a:pt x="132" y="141"/>
                </a:cubicBezTo>
                <a:cubicBezTo>
                  <a:pt x="132" y="141"/>
                  <a:pt x="132" y="141"/>
                  <a:pt x="132" y="141"/>
                </a:cubicBezTo>
                <a:cubicBezTo>
                  <a:pt x="129" y="144"/>
                  <a:pt x="129" y="144"/>
                  <a:pt x="129" y="144"/>
                </a:cubicBezTo>
                <a:cubicBezTo>
                  <a:pt x="143" y="158"/>
                  <a:pt x="143" y="158"/>
                  <a:pt x="143" y="158"/>
                </a:cubicBezTo>
                <a:cubicBezTo>
                  <a:pt x="146" y="155"/>
                  <a:pt x="146" y="155"/>
                  <a:pt x="146" y="155"/>
                </a:cubicBezTo>
                <a:cubicBezTo>
                  <a:pt x="144" y="153"/>
                  <a:pt x="144" y="153"/>
                  <a:pt x="144" y="153"/>
                </a:cubicBezTo>
                <a:cubicBezTo>
                  <a:pt x="168" y="129"/>
                  <a:pt x="168" y="129"/>
                  <a:pt x="168" y="129"/>
                </a:cubicBezTo>
                <a:cubicBezTo>
                  <a:pt x="169" y="130"/>
                  <a:pt x="170" y="131"/>
                  <a:pt x="171" y="131"/>
                </a:cubicBezTo>
                <a:cubicBezTo>
                  <a:pt x="159" y="163"/>
                  <a:pt x="159" y="163"/>
                  <a:pt x="159" y="163"/>
                </a:cubicBezTo>
                <a:cubicBezTo>
                  <a:pt x="157" y="162"/>
                  <a:pt x="157" y="162"/>
                  <a:pt x="157" y="162"/>
                </a:cubicBezTo>
                <a:cubicBezTo>
                  <a:pt x="157" y="162"/>
                  <a:pt x="157" y="162"/>
                  <a:pt x="157" y="162"/>
                </a:cubicBezTo>
                <a:cubicBezTo>
                  <a:pt x="155" y="166"/>
                  <a:pt x="155" y="166"/>
                  <a:pt x="155" y="166"/>
                </a:cubicBezTo>
                <a:cubicBezTo>
                  <a:pt x="173" y="173"/>
                  <a:pt x="173" y="173"/>
                  <a:pt x="173" y="173"/>
                </a:cubicBezTo>
                <a:cubicBezTo>
                  <a:pt x="175" y="169"/>
                  <a:pt x="175" y="169"/>
                  <a:pt x="175" y="169"/>
                </a:cubicBezTo>
                <a:cubicBezTo>
                  <a:pt x="173" y="168"/>
                  <a:pt x="173" y="168"/>
                  <a:pt x="173" y="168"/>
                </a:cubicBezTo>
                <a:cubicBezTo>
                  <a:pt x="185" y="137"/>
                  <a:pt x="185" y="137"/>
                  <a:pt x="185" y="137"/>
                </a:cubicBezTo>
                <a:cubicBezTo>
                  <a:pt x="187" y="137"/>
                  <a:pt x="188" y="138"/>
                  <a:pt x="190" y="138"/>
                </a:cubicBezTo>
                <a:cubicBezTo>
                  <a:pt x="190" y="171"/>
                  <a:pt x="190" y="171"/>
                  <a:pt x="190" y="171"/>
                </a:cubicBezTo>
                <a:cubicBezTo>
                  <a:pt x="187" y="171"/>
                  <a:pt x="187" y="171"/>
                  <a:pt x="187" y="171"/>
                </a:cubicBezTo>
                <a:cubicBezTo>
                  <a:pt x="187" y="266"/>
                  <a:pt x="187" y="266"/>
                  <a:pt x="187" y="266"/>
                </a:cubicBezTo>
                <a:lnTo>
                  <a:pt x="108" y="266"/>
                </a:lnTo>
                <a:close/>
                <a:moveTo>
                  <a:pt x="74" y="266"/>
                </a:moveTo>
                <a:cubicBezTo>
                  <a:pt x="68" y="266"/>
                  <a:pt x="68" y="266"/>
                  <a:pt x="68" y="266"/>
                </a:cubicBezTo>
                <a:cubicBezTo>
                  <a:pt x="68" y="100"/>
                  <a:pt x="68" y="100"/>
                  <a:pt x="68" y="100"/>
                </a:cubicBezTo>
                <a:cubicBezTo>
                  <a:pt x="74" y="100"/>
                  <a:pt x="74" y="100"/>
                  <a:pt x="74" y="100"/>
                </a:cubicBezTo>
                <a:lnTo>
                  <a:pt x="74" y="266"/>
                </a:lnTo>
                <a:close/>
                <a:moveTo>
                  <a:pt x="153" y="111"/>
                </a:moveTo>
                <a:cubicBezTo>
                  <a:pt x="153" y="112"/>
                  <a:pt x="154" y="112"/>
                  <a:pt x="154" y="113"/>
                </a:cubicBezTo>
                <a:cubicBezTo>
                  <a:pt x="125" y="125"/>
                  <a:pt x="125" y="125"/>
                  <a:pt x="125" y="125"/>
                </a:cubicBezTo>
                <a:cubicBezTo>
                  <a:pt x="124" y="123"/>
                  <a:pt x="124" y="123"/>
                  <a:pt x="124" y="123"/>
                </a:cubicBezTo>
                <a:lnTo>
                  <a:pt x="153" y="111"/>
                </a:lnTo>
                <a:close/>
                <a:moveTo>
                  <a:pt x="122" y="57"/>
                </a:moveTo>
                <a:cubicBezTo>
                  <a:pt x="123" y="55"/>
                  <a:pt x="123" y="55"/>
                  <a:pt x="123" y="55"/>
                </a:cubicBezTo>
                <a:cubicBezTo>
                  <a:pt x="156" y="69"/>
                  <a:pt x="156" y="69"/>
                  <a:pt x="156" y="69"/>
                </a:cubicBezTo>
                <a:cubicBezTo>
                  <a:pt x="155" y="70"/>
                  <a:pt x="155" y="70"/>
                  <a:pt x="155" y="70"/>
                </a:cubicBezTo>
                <a:lnTo>
                  <a:pt x="122" y="57"/>
                </a:lnTo>
                <a:close/>
                <a:moveTo>
                  <a:pt x="166" y="124"/>
                </a:moveTo>
                <a:cubicBezTo>
                  <a:pt x="166" y="125"/>
                  <a:pt x="167" y="125"/>
                  <a:pt x="168" y="126"/>
                </a:cubicBezTo>
                <a:cubicBezTo>
                  <a:pt x="142" y="149"/>
                  <a:pt x="142" y="149"/>
                  <a:pt x="142" y="149"/>
                </a:cubicBezTo>
                <a:cubicBezTo>
                  <a:pt x="141" y="148"/>
                  <a:pt x="141" y="148"/>
                  <a:pt x="141" y="148"/>
                </a:cubicBezTo>
                <a:lnTo>
                  <a:pt x="166" y="124"/>
                </a:lnTo>
                <a:close/>
                <a:moveTo>
                  <a:pt x="140" y="29"/>
                </a:moveTo>
                <a:cubicBezTo>
                  <a:pt x="144" y="30"/>
                  <a:pt x="144" y="30"/>
                  <a:pt x="144" y="30"/>
                </a:cubicBezTo>
                <a:cubicBezTo>
                  <a:pt x="168" y="54"/>
                  <a:pt x="168" y="54"/>
                  <a:pt x="168" y="54"/>
                </a:cubicBezTo>
                <a:cubicBezTo>
                  <a:pt x="166" y="56"/>
                  <a:pt x="166" y="56"/>
                  <a:pt x="166" y="56"/>
                </a:cubicBezTo>
                <a:lnTo>
                  <a:pt x="140" y="29"/>
                </a:lnTo>
                <a:close/>
                <a:moveTo>
                  <a:pt x="181" y="133"/>
                </a:moveTo>
                <a:cubicBezTo>
                  <a:pt x="182" y="133"/>
                  <a:pt x="182" y="134"/>
                  <a:pt x="183" y="134"/>
                </a:cubicBezTo>
                <a:cubicBezTo>
                  <a:pt x="170" y="166"/>
                  <a:pt x="170" y="166"/>
                  <a:pt x="170" y="166"/>
                </a:cubicBezTo>
                <a:cubicBezTo>
                  <a:pt x="168" y="165"/>
                  <a:pt x="168" y="165"/>
                  <a:pt x="168" y="165"/>
                </a:cubicBezTo>
                <a:lnTo>
                  <a:pt x="181" y="133"/>
                </a:lnTo>
                <a:close/>
                <a:moveTo>
                  <a:pt x="167" y="10"/>
                </a:moveTo>
                <a:cubicBezTo>
                  <a:pt x="171" y="17"/>
                  <a:pt x="171" y="17"/>
                  <a:pt x="171" y="17"/>
                </a:cubicBezTo>
                <a:cubicBezTo>
                  <a:pt x="185" y="46"/>
                  <a:pt x="185" y="46"/>
                  <a:pt x="185" y="46"/>
                </a:cubicBezTo>
                <a:cubicBezTo>
                  <a:pt x="184" y="46"/>
                  <a:pt x="183" y="47"/>
                  <a:pt x="182" y="47"/>
                </a:cubicBezTo>
                <a:lnTo>
                  <a:pt x="167" y="10"/>
                </a:lnTo>
                <a:close/>
                <a:moveTo>
                  <a:pt x="197" y="323"/>
                </a:moveTo>
                <a:cubicBezTo>
                  <a:pt x="197" y="323"/>
                  <a:pt x="197" y="323"/>
                  <a:pt x="197" y="323"/>
                </a:cubicBezTo>
                <a:cubicBezTo>
                  <a:pt x="201" y="328"/>
                  <a:pt x="201" y="328"/>
                  <a:pt x="201" y="328"/>
                </a:cubicBezTo>
                <a:cubicBezTo>
                  <a:pt x="201" y="351"/>
                  <a:pt x="201" y="351"/>
                  <a:pt x="201" y="351"/>
                </a:cubicBezTo>
                <a:cubicBezTo>
                  <a:pt x="197" y="351"/>
                  <a:pt x="197" y="351"/>
                  <a:pt x="197" y="351"/>
                </a:cubicBezTo>
                <a:lnTo>
                  <a:pt x="197" y="323"/>
                </a:lnTo>
                <a:close/>
                <a:moveTo>
                  <a:pt x="197" y="282"/>
                </a:moveTo>
                <a:cubicBezTo>
                  <a:pt x="197" y="282"/>
                  <a:pt x="197" y="282"/>
                  <a:pt x="197" y="282"/>
                </a:cubicBezTo>
                <a:cubicBezTo>
                  <a:pt x="201" y="287"/>
                  <a:pt x="201" y="287"/>
                  <a:pt x="201" y="287"/>
                </a:cubicBezTo>
                <a:cubicBezTo>
                  <a:pt x="201" y="307"/>
                  <a:pt x="201" y="307"/>
                  <a:pt x="201" y="307"/>
                </a:cubicBezTo>
                <a:cubicBezTo>
                  <a:pt x="197" y="307"/>
                  <a:pt x="197" y="307"/>
                  <a:pt x="197" y="307"/>
                </a:cubicBezTo>
                <a:lnTo>
                  <a:pt x="197" y="282"/>
                </a:lnTo>
                <a:close/>
                <a:moveTo>
                  <a:pt x="197" y="171"/>
                </a:moveTo>
                <a:cubicBezTo>
                  <a:pt x="199" y="171"/>
                  <a:pt x="199" y="171"/>
                  <a:pt x="199" y="171"/>
                </a:cubicBezTo>
                <a:cubicBezTo>
                  <a:pt x="199" y="136"/>
                  <a:pt x="199" y="136"/>
                  <a:pt x="199" y="136"/>
                </a:cubicBezTo>
                <a:cubicBezTo>
                  <a:pt x="200" y="136"/>
                  <a:pt x="201" y="136"/>
                  <a:pt x="201" y="136"/>
                </a:cubicBezTo>
                <a:cubicBezTo>
                  <a:pt x="201" y="171"/>
                  <a:pt x="201" y="171"/>
                  <a:pt x="201" y="171"/>
                </a:cubicBezTo>
                <a:cubicBezTo>
                  <a:pt x="201" y="171"/>
                  <a:pt x="201" y="171"/>
                  <a:pt x="201" y="171"/>
                </a:cubicBezTo>
                <a:cubicBezTo>
                  <a:pt x="201" y="267"/>
                  <a:pt x="201" y="267"/>
                  <a:pt x="201" y="267"/>
                </a:cubicBezTo>
                <a:cubicBezTo>
                  <a:pt x="197" y="267"/>
                  <a:pt x="197" y="267"/>
                  <a:pt x="197" y="267"/>
                </a:cubicBezTo>
                <a:lnTo>
                  <a:pt x="197" y="171"/>
                </a:lnTo>
                <a:close/>
                <a:moveTo>
                  <a:pt x="199" y="5"/>
                </a:moveTo>
                <a:cubicBezTo>
                  <a:pt x="201" y="5"/>
                  <a:pt x="201" y="5"/>
                  <a:pt x="201" y="5"/>
                </a:cubicBezTo>
                <a:cubicBezTo>
                  <a:pt x="201" y="45"/>
                  <a:pt x="201" y="45"/>
                  <a:pt x="201" y="45"/>
                </a:cubicBezTo>
                <a:cubicBezTo>
                  <a:pt x="201" y="45"/>
                  <a:pt x="200" y="45"/>
                  <a:pt x="199" y="44"/>
                </a:cubicBezTo>
                <a:lnTo>
                  <a:pt x="199" y="5"/>
                </a:lnTo>
                <a:close/>
                <a:moveTo>
                  <a:pt x="212" y="61"/>
                </a:moveTo>
                <a:cubicBezTo>
                  <a:pt x="217" y="61"/>
                  <a:pt x="222" y="66"/>
                  <a:pt x="222" y="71"/>
                </a:cubicBezTo>
                <a:cubicBezTo>
                  <a:pt x="222" y="77"/>
                  <a:pt x="217" y="81"/>
                  <a:pt x="212" y="81"/>
                </a:cubicBezTo>
                <a:cubicBezTo>
                  <a:pt x="206" y="81"/>
                  <a:pt x="202" y="77"/>
                  <a:pt x="202" y="71"/>
                </a:cubicBezTo>
                <a:cubicBezTo>
                  <a:pt x="202" y="66"/>
                  <a:pt x="206" y="61"/>
                  <a:pt x="212" y="61"/>
                </a:cubicBezTo>
                <a:close/>
                <a:moveTo>
                  <a:pt x="231" y="164"/>
                </a:moveTo>
                <a:cubicBezTo>
                  <a:pt x="230" y="164"/>
                  <a:pt x="230" y="164"/>
                  <a:pt x="230" y="164"/>
                </a:cubicBezTo>
                <a:cubicBezTo>
                  <a:pt x="217" y="131"/>
                  <a:pt x="217" y="131"/>
                  <a:pt x="217" y="131"/>
                </a:cubicBezTo>
                <a:cubicBezTo>
                  <a:pt x="220" y="130"/>
                  <a:pt x="220" y="130"/>
                  <a:pt x="220" y="130"/>
                </a:cubicBezTo>
                <a:lnTo>
                  <a:pt x="231" y="164"/>
                </a:lnTo>
                <a:close/>
                <a:moveTo>
                  <a:pt x="233" y="119"/>
                </a:moveTo>
                <a:cubicBezTo>
                  <a:pt x="258" y="143"/>
                  <a:pt x="258" y="143"/>
                  <a:pt x="258" y="143"/>
                </a:cubicBezTo>
                <a:cubicBezTo>
                  <a:pt x="256" y="145"/>
                  <a:pt x="256" y="145"/>
                  <a:pt x="256" y="145"/>
                </a:cubicBezTo>
                <a:cubicBezTo>
                  <a:pt x="231" y="120"/>
                  <a:pt x="231" y="120"/>
                  <a:pt x="231" y="120"/>
                </a:cubicBezTo>
                <a:cubicBezTo>
                  <a:pt x="232" y="120"/>
                  <a:pt x="232" y="119"/>
                  <a:pt x="233" y="119"/>
                </a:cubicBezTo>
                <a:close/>
                <a:moveTo>
                  <a:pt x="241" y="103"/>
                </a:moveTo>
                <a:cubicBezTo>
                  <a:pt x="273" y="116"/>
                  <a:pt x="273" y="116"/>
                  <a:pt x="273" y="116"/>
                </a:cubicBezTo>
                <a:cubicBezTo>
                  <a:pt x="272" y="118"/>
                  <a:pt x="272" y="118"/>
                  <a:pt x="272" y="118"/>
                </a:cubicBezTo>
                <a:cubicBezTo>
                  <a:pt x="240" y="104"/>
                  <a:pt x="240" y="104"/>
                  <a:pt x="240" y="104"/>
                </a:cubicBezTo>
                <a:cubicBezTo>
                  <a:pt x="240" y="104"/>
                  <a:pt x="241" y="103"/>
                  <a:pt x="241" y="103"/>
                </a:cubicBezTo>
                <a:close/>
                <a:moveTo>
                  <a:pt x="279" y="84"/>
                </a:moveTo>
                <a:cubicBezTo>
                  <a:pt x="375" y="84"/>
                  <a:pt x="375" y="84"/>
                  <a:pt x="375" y="84"/>
                </a:cubicBezTo>
                <a:cubicBezTo>
                  <a:pt x="375" y="88"/>
                  <a:pt x="375" y="88"/>
                  <a:pt x="375" y="88"/>
                </a:cubicBezTo>
                <a:cubicBezTo>
                  <a:pt x="279" y="88"/>
                  <a:pt x="279" y="88"/>
                  <a:pt x="279" y="88"/>
                </a:cubicBezTo>
                <a:lnTo>
                  <a:pt x="279" y="84"/>
                </a:lnTo>
                <a:close/>
                <a:moveTo>
                  <a:pt x="359" y="55"/>
                </a:moveTo>
                <a:cubicBezTo>
                  <a:pt x="362" y="80"/>
                  <a:pt x="362" y="80"/>
                  <a:pt x="362" y="80"/>
                </a:cubicBezTo>
                <a:cubicBezTo>
                  <a:pt x="360" y="80"/>
                  <a:pt x="360" y="80"/>
                  <a:pt x="360" y="80"/>
                </a:cubicBezTo>
                <a:cubicBezTo>
                  <a:pt x="358" y="54"/>
                  <a:pt x="358" y="54"/>
                  <a:pt x="358" y="54"/>
                </a:cubicBezTo>
                <a:lnTo>
                  <a:pt x="359" y="55"/>
                </a:lnTo>
                <a:close/>
                <a:moveTo>
                  <a:pt x="370" y="67"/>
                </a:moveTo>
                <a:cubicBezTo>
                  <a:pt x="397" y="83"/>
                  <a:pt x="397" y="83"/>
                  <a:pt x="397" y="83"/>
                </a:cubicBezTo>
                <a:cubicBezTo>
                  <a:pt x="397" y="85"/>
                  <a:pt x="397" y="85"/>
                  <a:pt x="397" y="85"/>
                </a:cubicBezTo>
                <a:cubicBezTo>
                  <a:pt x="370" y="72"/>
                  <a:pt x="370" y="72"/>
                  <a:pt x="370" y="72"/>
                </a:cubicBezTo>
                <a:lnTo>
                  <a:pt x="370" y="67"/>
                </a:lnTo>
                <a:close/>
                <a:moveTo>
                  <a:pt x="411" y="89"/>
                </a:moveTo>
                <a:cubicBezTo>
                  <a:pt x="412" y="93"/>
                  <a:pt x="412" y="93"/>
                  <a:pt x="412" y="93"/>
                </a:cubicBezTo>
                <a:cubicBezTo>
                  <a:pt x="382" y="99"/>
                  <a:pt x="382" y="99"/>
                  <a:pt x="382" y="99"/>
                </a:cubicBezTo>
                <a:cubicBezTo>
                  <a:pt x="378" y="97"/>
                  <a:pt x="378" y="97"/>
                  <a:pt x="378" y="97"/>
                </a:cubicBezTo>
                <a:lnTo>
                  <a:pt x="411" y="89"/>
                </a:lnTo>
                <a:close/>
                <a:moveTo>
                  <a:pt x="431" y="95"/>
                </a:moveTo>
                <a:cubicBezTo>
                  <a:pt x="403" y="130"/>
                  <a:pt x="403" y="130"/>
                  <a:pt x="403" y="130"/>
                </a:cubicBezTo>
                <a:cubicBezTo>
                  <a:pt x="400" y="127"/>
                  <a:pt x="400" y="127"/>
                  <a:pt x="400" y="127"/>
                </a:cubicBezTo>
                <a:cubicBezTo>
                  <a:pt x="428" y="91"/>
                  <a:pt x="428" y="91"/>
                  <a:pt x="428" y="91"/>
                </a:cubicBezTo>
                <a:lnTo>
                  <a:pt x="431" y="95"/>
                </a:lnTo>
                <a:close/>
                <a:moveTo>
                  <a:pt x="447" y="98"/>
                </a:moveTo>
                <a:cubicBezTo>
                  <a:pt x="432" y="144"/>
                  <a:pt x="432" y="144"/>
                  <a:pt x="432" y="144"/>
                </a:cubicBezTo>
                <a:cubicBezTo>
                  <a:pt x="430" y="143"/>
                  <a:pt x="430" y="143"/>
                  <a:pt x="430" y="143"/>
                </a:cubicBezTo>
                <a:cubicBezTo>
                  <a:pt x="445" y="96"/>
                  <a:pt x="445" y="96"/>
                  <a:pt x="445" y="96"/>
                </a:cubicBezTo>
                <a:lnTo>
                  <a:pt x="447" y="98"/>
                </a:lnTo>
                <a:close/>
                <a:moveTo>
                  <a:pt x="461" y="95"/>
                </a:moveTo>
                <a:cubicBezTo>
                  <a:pt x="463" y="95"/>
                  <a:pt x="463" y="95"/>
                  <a:pt x="463" y="95"/>
                </a:cubicBezTo>
                <a:cubicBezTo>
                  <a:pt x="463" y="155"/>
                  <a:pt x="463" y="155"/>
                  <a:pt x="463" y="155"/>
                </a:cubicBezTo>
                <a:cubicBezTo>
                  <a:pt x="461" y="155"/>
                  <a:pt x="461" y="155"/>
                  <a:pt x="461" y="155"/>
                </a:cubicBezTo>
                <a:lnTo>
                  <a:pt x="461" y="95"/>
                </a:lnTo>
                <a:close/>
                <a:moveTo>
                  <a:pt x="207" y="286"/>
                </a:moveTo>
                <a:cubicBezTo>
                  <a:pt x="217" y="286"/>
                  <a:pt x="217" y="286"/>
                  <a:pt x="217" y="286"/>
                </a:cubicBezTo>
                <a:cubicBezTo>
                  <a:pt x="217" y="307"/>
                  <a:pt x="217" y="307"/>
                  <a:pt x="217" y="307"/>
                </a:cubicBezTo>
                <a:cubicBezTo>
                  <a:pt x="207" y="307"/>
                  <a:pt x="207" y="307"/>
                  <a:pt x="207" y="307"/>
                </a:cubicBezTo>
                <a:lnTo>
                  <a:pt x="207" y="286"/>
                </a:lnTo>
                <a:close/>
                <a:moveTo>
                  <a:pt x="222" y="279"/>
                </a:moveTo>
                <a:cubicBezTo>
                  <a:pt x="226" y="276"/>
                  <a:pt x="226" y="276"/>
                  <a:pt x="226" y="276"/>
                </a:cubicBezTo>
                <a:cubicBezTo>
                  <a:pt x="226" y="311"/>
                  <a:pt x="226" y="311"/>
                  <a:pt x="226" y="311"/>
                </a:cubicBezTo>
                <a:cubicBezTo>
                  <a:pt x="222" y="309"/>
                  <a:pt x="222" y="309"/>
                  <a:pt x="222" y="309"/>
                </a:cubicBezTo>
                <a:lnTo>
                  <a:pt x="222" y="279"/>
                </a:lnTo>
                <a:close/>
                <a:moveTo>
                  <a:pt x="345" y="260"/>
                </a:moveTo>
                <a:cubicBezTo>
                  <a:pt x="345" y="236"/>
                  <a:pt x="345" y="236"/>
                  <a:pt x="345" y="236"/>
                </a:cubicBezTo>
                <a:cubicBezTo>
                  <a:pt x="348" y="236"/>
                  <a:pt x="348" y="236"/>
                  <a:pt x="348" y="236"/>
                </a:cubicBezTo>
                <a:cubicBezTo>
                  <a:pt x="350" y="257"/>
                  <a:pt x="350" y="257"/>
                  <a:pt x="350" y="257"/>
                </a:cubicBezTo>
                <a:cubicBezTo>
                  <a:pt x="365" y="285"/>
                  <a:pt x="365" y="285"/>
                  <a:pt x="365" y="285"/>
                </a:cubicBezTo>
                <a:lnTo>
                  <a:pt x="345" y="260"/>
                </a:lnTo>
                <a:close/>
                <a:moveTo>
                  <a:pt x="397" y="192"/>
                </a:moveTo>
                <a:cubicBezTo>
                  <a:pt x="397" y="182"/>
                  <a:pt x="397" y="182"/>
                  <a:pt x="397" y="182"/>
                </a:cubicBezTo>
                <a:cubicBezTo>
                  <a:pt x="401" y="182"/>
                  <a:pt x="401" y="182"/>
                  <a:pt x="401" y="182"/>
                </a:cubicBezTo>
                <a:cubicBezTo>
                  <a:pt x="409" y="190"/>
                  <a:pt x="409" y="190"/>
                  <a:pt x="409" y="190"/>
                </a:cubicBezTo>
                <a:cubicBezTo>
                  <a:pt x="407" y="204"/>
                  <a:pt x="407" y="204"/>
                  <a:pt x="407" y="204"/>
                </a:cubicBezTo>
                <a:cubicBezTo>
                  <a:pt x="398" y="210"/>
                  <a:pt x="398" y="210"/>
                  <a:pt x="398" y="210"/>
                </a:cubicBezTo>
                <a:cubicBezTo>
                  <a:pt x="395" y="210"/>
                  <a:pt x="395" y="210"/>
                  <a:pt x="395" y="210"/>
                </a:cubicBezTo>
                <a:cubicBezTo>
                  <a:pt x="395" y="203"/>
                  <a:pt x="395" y="203"/>
                  <a:pt x="395" y="203"/>
                </a:cubicBezTo>
                <a:cubicBezTo>
                  <a:pt x="400" y="203"/>
                  <a:pt x="400" y="203"/>
                  <a:pt x="400" y="203"/>
                </a:cubicBezTo>
                <a:cubicBezTo>
                  <a:pt x="400" y="201"/>
                  <a:pt x="400" y="201"/>
                  <a:pt x="400" y="201"/>
                </a:cubicBezTo>
                <a:cubicBezTo>
                  <a:pt x="395" y="201"/>
                  <a:pt x="395" y="201"/>
                  <a:pt x="395" y="201"/>
                </a:cubicBezTo>
                <a:cubicBezTo>
                  <a:pt x="395" y="192"/>
                  <a:pt x="395" y="192"/>
                  <a:pt x="395" y="192"/>
                </a:cubicBezTo>
                <a:lnTo>
                  <a:pt x="397" y="192"/>
                </a:lnTo>
                <a:close/>
                <a:moveTo>
                  <a:pt x="407" y="219"/>
                </a:moveTo>
                <a:cubicBezTo>
                  <a:pt x="401" y="219"/>
                  <a:pt x="401" y="219"/>
                  <a:pt x="401" y="219"/>
                </a:cubicBezTo>
                <a:cubicBezTo>
                  <a:pt x="401" y="212"/>
                  <a:pt x="401" y="212"/>
                  <a:pt x="401" y="212"/>
                </a:cubicBezTo>
                <a:cubicBezTo>
                  <a:pt x="412" y="206"/>
                  <a:pt x="412" y="206"/>
                  <a:pt x="412" y="206"/>
                </a:cubicBezTo>
                <a:lnTo>
                  <a:pt x="407" y="219"/>
                </a:lnTo>
                <a:close/>
                <a:moveTo>
                  <a:pt x="413" y="497"/>
                </a:moveTo>
                <a:cubicBezTo>
                  <a:pt x="426" y="428"/>
                  <a:pt x="426" y="428"/>
                  <a:pt x="426" y="428"/>
                </a:cubicBezTo>
                <a:cubicBezTo>
                  <a:pt x="423" y="403"/>
                  <a:pt x="423" y="403"/>
                  <a:pt x="423" y="403"/>
                </a:cubicBezTo>
                <a:cubicBezTo>
                  <a:pt x="412" y="451"/>
                  <a:pt x="412" y="451"/>
                  <a:pt x="412" y="451"/>
                </a:cubicBezTo>
                <a:cubicBezTo>
                  <a:pt x="406" y="451"/>
                  <a:pt x="406" y="451"/>
                  <a:pt x="406" y="451"/>
                </a:cubicBezTo>
                <a:cubicBezTo>
                  <a:pt x="406" y="408"/>
                  <a:pt x="406" y="408"/>
                  <a:pt x="406" y="408"/>
                </a:cubicBezTo>
                <a:cubicBezTo>
                  <a:pt x="424" y="395"/>
                  <a:pt x="424" y="395"/>
                  <a:pt x="424" y="395"/>
                </a:cubicBezTo>
                <a:cubicBezTo>
                  <a:pt x="433" y="320"/>
                  <a:pt x="433" y="320"/>
                  <a:pt x="433" y="320"/>
                </a:cubicBezTo>
                <a:cubicBezTo>
                  <a:pt x="398" y="400"/>
                  <a:pt x="398" y="400"/>
                  <a:pt x="398" y="400"/>
                </a:cubicBezTo>
                <a:cubicBezTo>
                  <a:pt x="395" y="400"/>
                  <a:pt x="395" y="400"/>
                  <a:pt x="395" y="400"/>
                </a:cubicBezTo>
                <a:cubicBezTo>
                  <a:pt x="395" y="351"/>
                  <a:pt x="395" y="351"/>
                  <a:pt x="395" y="351"/>
                </a:cubicBezTo>
                <a:cubicBezTo>
                  <a:pt x="406" y="320"/>
                  <a:pt x="406" y="320"/>
                  <a:pt x="406" y="320"/>
                </a:cubicBezTo>
                <a:cubicBezTo>
                  <a:pt x="385" y="302"/>
                  <a:pt x="385" y="302"/>
                  <a:pt x="385" y="302"/>
                </a:cubicBezTo>
                <a:cubicBezTo>
                  <a:pt x="406" y="280"/>
                  <a:pt x="406" y="280"/>
                  <a:pt x="406" y="280"/>
                </a:cubicBezTo>
                <a:cubicBezTo>
                  <a:pt x="413" y="284"/>
                  <a:pt x="413" y="284"/>
                  <a:pt x="413" y="284"/>
                </a:cubicBezTo>
                <a:cubicBezTo>
                  <a:pt x="404" y="301"/>
                  <a:pt x="404" y="301"/>
                  <a:pt x="404" y="301"/>
                </a:cubicBezTo>
                <a:cubicBezTo>
                  <a:pt x="425" y="319"/>
                  <a:pt x="425" y="319"/>
                  <a:pt x="425" y="319"/>
                </a:cubicBezTo>
                <a:cubicBezTo>
                  <a:pt x="456" y="296"/>
                  <a:pt x="456" y="296"/>
                  <a:pt x="456" y="296"/>
                </a:cubicBezTo>
                <a:cubicBezTo>
                  <a:pt x="478" y="218"/>
                  <a:pt x="478" y="218"/>
                  <a:pt x="478" y="218"/>
                </a:cubicBezTo>
                <a:cubicBezTo>
                  <a:pt x="469" y="184"/>
                  <a:pt x="469" y="184"/>
                  <a:pt x="469" y="184"/>
                </a:cubicBezTo>
                <a:cubicBezTo>
                  <a:pt x="482" y="173"/>
                  <a:pt x="482" y="173"/>
                  <a:pt x="482" y="173"/>
                </a:cubicBezTo>
                <a:cubicBezTo>
                  <a:pt x="486" y="167"/>
                  <a:pt x="486" y="167"/>
                  <a:pt x="486" y="167"/>
                </a:cubicBezTo>
                <a:cubicBezTo>
                  <a:pt x="485" y="167"/>
                  <a:pt x="485" y="167"/>
                  <a:pt x="485" y="167"/>
                </a:cubicBezTo>
                <a:cubicBezTo>
                  <a:pt x="485" y="167"/>
                  <a:pt x="485" y="167"/>
                  <a:pt x="485" y="167"/>
                </a:cubicBezTo>
                <a:cubicBezTo>
                  <a:pt x="462" y="176"/>
                  <a:pt x="462" y="176"/>
                  <a:pt x="462" y="176"/>
                </a:cubicBezTo>
                <a:cubicBezTo>
                  <a:pt x="457" y="226"/>
                  <a:pt x="457" y="226"/>
                  <a:pt x="457" y="226"/>
                </a:cubicBezTo>
                <a:cubicBezTo>
                  <a:pt x="417" y="228"/>
                  <a:pt x="417" y="228"/>
                  <a:pt x="417" y="228"/>
                </a:cubicBezTo>
                <a:cubicBezTo>
                  <a:pt x="460" y="233"/>
                  <a:pt x="460" y="233"/>
                  <a:pt x="460" y="233"/>
                </a:cubicBezTo>
                <a:cubicBezTo>
                  <a:pt x="416" y="240"/>
                  <a:pt x="416" y="240"/>
                  <a:pt x="416" y="240"/>
                </a:cubicBezTo>
                <a:cubicBezTo>
                  <a:pt x="421" y="255"/>
                  <a:pt x="421" y="255"/>
                  <a:pt x="421" y="255"/>
                </a:cubicBezTo>
                <a:cubicBezTo>
                  <a:pt x="413" y="265"/>
                  <a:pt x="413" y="265"/>
                  <a:pt x="413" y="265"/>
                </a:cubicBezTo>
                <a:cubicBezTo>
                  <a:pt x="394" y="257"/>
                  <a:pt x="394" y="257"/>
                  <a:pt x="394" y="257"/>
                </a:cubicBezTo>
                <a:cubicBezTo>
                  <a:pt x="377" y="266"/>
                  <a:pt x="377" y="266"/>
                  <a:pt x="377" y="266"/>
                </a:cubicBezTo>
                <a:cubicBezTo>
                  <a:pt x="368" y="256"/>
                  <a:pt x="368" y="256"/>
                  <a:pt x="368" y="256"/>
                </a:cubicBezTo>
                <a:cubicBezTo>
                  <a:pt x="379" y="222"/>
                  <a:pt x="379" y="222"/>
                  <a:pt x="379" y="222"/>
                </a:cubicBezTo>
                <a:cubicBezTo>
                  <a:pt x="384" y="222"/>
                  <a:pt x="384" y="222"/>
                  <a:pt x="384" y="222"/>
                </a:cubicBezTo>
                <a:cubicBezTo>
                  <a:pt x="387" y="251"/>
                  <a:pt x="387" y="251"/>
                  <a:pt x="387" y="251"/>
                </a:cubicBezTo>
                <a:cubicBezTo>
                  <a:pt x="394" y="230"/>
                  <a:pt x="394" y="230"/>
                  <a:pt x="394" y="230"/>
                </a:cubicBezTo>
                <a:cubicBezTo>
                  <a:pt x="411" y="231"/>
                  <a:pt x="411" y="231"/>
                  <a:pt x="411" y="231"/>
                </a:cubicBezTo>
                <a:cubicBezTo>
                  <a:pt x="404" y="228"/>
                  <a:pt x="404" y="228"/>
                  <a:pt x="404" y="228"/>
                </a:cubicBezTo>
                <a:cubicBezTo>
                  <a:pt x="415" y="227"/>
                  <a:pt x="415" y="227"/>
                  <a:pt x="415" y="227"/>
                </a:cubicBezTo>
                <a:cubicBezTo>
                  <a:pt x="412" y="220"/>
                  <a:pt x="412" y="220"/>
                  <a:pt x="412" y="220"/>
                </a:cubicBezTo>
                <a:cubicBezTo>
                  <a:pt x="418" y="210"/>
                  <a:pt x="418" y="210"/>
                  <a:pt x="418" y="210"/>
                </a:cubicBezTo>
                <a:cubicBezTo>
                  <a:pt x="421" y="188"/>
                  <a:pt x="421" y="188"/>
                  <a:pt x="421" y="188"/>
                </a:cubicBezTo>
                <a:cubicBezTo>
                  <a:pt x="406" y="175"/>
                  <a:pt x="406" y="175"/>
                  <a:pt x="406" y="175"/>
                </a:cubicBezTo>
                <a:cubicBezTo>
                  <a:pt x="394" y="176"/>
                  <a:pt x="394" y="176"/>
                  <a:pt x="394" y="176"/>
                </a:cubicBezTo>
                <a:cubicBezTo>
                  <a:pt x="384" y="184"/>
                  <a:pt x="384" y="184"/>
                  <a:pt x="384" y="184"/>
                </a:cubicBezTo>
                <a:cubicBezTo>
                  <a:pt x="381" y="122"/>
                  <a:pt x="381" y="122"/>
                  <a:pt x="381" y="122"/>
                </a:cubicBezTo>
                <a:cubicBezTo>
                  <a:pt x="378" y="118"/>
                  <a:pt x="378" y="118"/>
                  <a:pt x="378" y="118"/>
                </a:cubicBezTo>
                <a:cubicBezTo>
                  <a:pt x="375" y="221"/>
                  <a:pt x="375" y="221"/>
                  <a:pt x="375" y="221"/>
                </a:cubicBezTo>
                <a:cubicBezTo>
                  <a:pt x="367" y="233"/>
                  <a:pt x="367" y="233"/>
                  <a:pt x="367" y="233"/>
                </a:cubicBezTo>
                <a:cubicBezTo>
                  <a:pt x="367" y="233"/>
                  <a:pt x="366" y="232"/>
                  <a:pt x="364" y="225"/>
                </a:cubicBezTo>
                <a:cubicBezTo>
                  <a:pt x="362" y="218"/>
                  <a:pt x="365" y="200"/>
                  <a:pt x="365" y="200"/>
                </a:cubicBezTo>
                <a:cubicBezTo>
                  <a:pt x="373" y="120"/>
                  <a:pt x="373" y="120"/>
                  <a:pt x="373" y="120"/>
                </a:cubicBezTo>
                <a:cubicBezTo>
                  <a:pt x="367" y="127"/>
                  <a:pt x="367" y="127"/>
                  <a:pt x="367" y="127"/>
                </a:cubicBezTo>
                <a:cubicBezTo>
                  <a:pt x="363" y="176"/>
                  <a:pt x="363" y="176"/>
                  <a:pt x="363" y="176"/>
                </a:cubicBezTo>
                <a:cubicBezTo>
                  <a:pt x="345" y="189"/>
                  <a:pt x="345" y="189"/>
                  <a:pt x="345" y="189"/>
                </a:cubicBezTo>
                <a:cubicBezTo>
                  <a:pt x="340" y="215"/>
                  <a:pt x="340" y="215"/>
                  <a:pt x="340" y="215"/>
                </a:cubicBezTo>
                <a:cubicBezTo>
                  <a:pt x="347" y="195"/>
                  <a:pt x="347" y="195"/>
                  <a:pt x="347" y="195"/>
                </a:cubicBezTo>
                <a:cubicBezTo>
                  <a:pt x="361" y="188"/>
                  <a:pt x="361" y="188"/>
                  <a:pt x="361" y="188"/>
                </a:cubicBezTo>
                <a:cubicBezTo>
                  <a:pt x="359" y="201"/>
                  <a:pt x="359" y="201"/>
                  <a:pt x="359" y="201"/>
                </a:cubicBezTo>
                <a:cubicBezTo>
                  <a:pt x="350" y="207"/>
                  <a:pt x="350" y="207"/>
                  <a:pt x="350" y="207"/>
                </a:cubicBezTo>
                <a:cubicBezTo>
                  <a:pt x="332" y="230"/>
                  <a:pt x="332" y="230"/>
                  <a:pt x="332" y="230"/>
                </a:cubicBezTo>
                <a:cubicBezTo>
                  <a:pt x="330" y="270"/>
                  <a:pt x="330" y="270"/>
                  <a:pt x="330" y="270"/>
                </a:cubicBezTo>
                <a:cubicBezTo>
                  <a:pt x="370" y="304"/>
                  <a:pt x="370" y="304"/>
                  <a:pt x="370" y="304"/>
                </a:cubicBezTo>
                <a:cubicBezTo>
                  <a:pt x="361" y="327"/>
                  <a:pt x="361" y="327"/>
                  <a:pt x="361" y="327"/>
                </a:cubicBezTo>
                <a:cubicBezTo>
                  <a:pt x="394" y="351"/>
                  <a:pt x="394" y="351"/>
                  <a:pt x="394" y="351"/>
                </a:cubicBezTo>
                <a:cubicBezTo>
                  <a:pt x="387" y="356"/>
                  <a:pt x="387" y="356"/>
                  <a:pt x="387" y="356"/>
                </a:cubicBezTo>
                <a:cubicBezTo>
                  <a:pt x="350" y="337"/>
                  <a:pt x="350" y="337"/>
                  <a:pt x="350" y="337"/>
                </a:cubicBezTo>
                <a:cubicBezTo>
                  <a:pt x="361" y="327"/>
                  <a:pt x="361" y="327"/>
                  <a:pt x="361" y="327"/>
                </a:cubicBezTo>
                <a:cubicBezTo>
                  <a:pt x="290" y="318"/>
                  <a:pt x="290" y="318"/>
                  <a:pt x="290" y="318"/>
                </a:cubicBezTo>
                <a:cubicBezTo>
                  <a:pt x="253" y="336"/>
                  <a:pt x="253" y="336"/>
                  <a:pt x="253" y="336"/>
                </a:cubicBezTo>
                <a:cubicBezTo>
                  <a:pt x="253" y="350"/>
                  <a:pt x="253" y="350"/>
                  <a:pt x="253" y="350"/>
                </a:cubicBezTo>
                <a:cubicBezTo>
                  <a:pt x="253" y="367"/>
                  <a:pt x="253" y="367"/>
                  <a:pt x="253" y="367"/>
                </a:cubicBezTo>
                <a:cubicBezTo>
                  <a:pt x="229" y="367"/>
                  <a:pt x="229" y="367"/>
                  <a:pt x="229" y="367"/>
                </a:cubicBezTo>
                <a:cubicBezTo>
                  <a:pt x="220" y="351"/>
                  <a:pt x="220" y="351"/>
                  <a:pt x="220" y="351"/>
                </a:cubicBezTo>
                <a:cubicBezTo>
                  <a:pt x="207" y="351"/>
                  <a:pt x="207" y="351"/>
                  <a:pt x="207" y="351"/>
                </a:cubicBezTo>
                <a:cubicBezTo>
                  <a:pt x="207" y="326"/>
                  <a:pt x="207" y="326"/>
                  <a:pt x="207" y="326"/>
                </a:cubicBezTo>
                <a:cubicBezTo>
                  <a:pt x="227" y="326"/>
                  <a:pt x="227" y="326"/>
                  <a:pt x="227" y="326"/>
                </a:cubicBezTo>
                <a:cubicBezTo>
                  <a:pt x="227" y="326"/>
                  <a:pt x="227" y="326"/>
                  <a:pt x="227" y="326"/>
                </a:cubicBezTo>
                <a:cubicBezTo>
                  <a:pt x="232" y="326"/>
                  <a:pt x="235" y="323"/>
                  <a:pt x="235" y="318"/>
                </a:cubicBezTo>
                <a:cubicBezTo>
                  <a:pt x="235" y="318"/>
                  <a:pt x="235" y="318"/>
                  <a:pt x="235" y="318"/>
                </a:cubicBezTo>
                <a:cubicBezTo>
                  <a:pt x="235" y="315"/>
                  <a:pt x="235" y="315"/>
                  <a:pt x="235" y="315"/>
                </a:cubicBezTo>
                <a:cubicBezTo>
                  <a:pt x="236" y="315"/>
                  <a:pt x="236" y="315"/>
                  <a:pt x="236" y="315"/>
                </a:cubicBezTo>
                <a:cubicBezTo>
                  <a:pt x="236" y="286"/>
                  <a:pt x="236" y="286"/>
                  <a:pt x="236" y="286"/>
                </a:cubicBezTo>
                <a:cubicBezTo>
                  <a:pt x="236" y="286"/>
                  <a:pt x="236" y="286"/>
                  <a:pt x="236" y="286"/>
                </a:cubicBezTo>
                <a:cubicBezTo>
                  <a:pt x="236" y="275"/>
                  <a:pt x="236" y="275"/>
                  <a:pt x="236" y="275"/>
                </a:cubicBezTo>
                <a:cubicBezTo>
                  <a:pt x="236" y="275"/>
                  <a:pt x="236" y="275"/>
                  <a:pt x="236" y="274"/>
                </a:cubicBezTo>
                <a:cubicBezTo>
                  <a:pt x="236" y="270"/>
                  <a:pt x="232" y="266"/>
                  <a:pt x="228" y="266"/>
                </a:cubicBezTo>
                <a:cubicBezTo>
                  <a:pt x="227" y="266"/>
                  <a:pt x="227" y="266"/>
                  <a:pt x="227" y="266"/>
                </a:cubicBezTo>
                <a:cubicBezTo>
                  <a:pt x="207" y="266"/>
                  <a:pt x="207" y="266"/>
                  <a:pt x="207" y="266"/>
                </a:cubicBezTo>
                <a:cubicBezTo>
                  <a:pt x="207" y="171"/>
                  <a:pt x="207" y="171"/>
                  <a:pt x="207" y="171"/>
                </a:cubicBezTo>
                <a:cubicBezTo>
                  <a:pt x="205" y="171"/>
                  <a:pt x="205" y="171"/>
                  <a:pt x="205" y="171"/>
                </a:cubicBezTo>
                <a:cubicBezTo>
                  <a:pt x="205" y="138"/>
                  <a:pt x="205" y="138"/>
                  <a:pt x="205" y="138"/>
                </a:cubicBezTo>
                <a:cubicBezTo>
                  <a:pt x="206" y="137"/>
                  <a:pt x="208" y="137"/>
                  <a:pt x="209" y="137"/>
                </a:cubicBezTo>
                <a:cubicBezTo>
                  <a:pt x="221" y="168"/>
                  <a:pt x="221" y="168"/>
                  <a:pt x="221" y="168"/>
                </a:cubicBezTo>
                <a:cubicBezTo>
                  <a:pt x="219" y="169"/>
                  <a:pt x="219" y="169"/>
                  <a:pt x="219" y="169"/>
                </a:cubicBezTo>
                <a:cubicBezTo>
                  <a:pt x="219" y="169"/>
                  <a:pt x="219" y="169"/>
                  <a:pt x="219" y="169"/>
                </a:cubicBezTo>
                <a:cubicBezTo>
                  <a:pt x="220" y="173"/>
                  <a:pt x="220" y="173"/>
                  <a:pt x="220" y="173"/>
                </a:cubicBezTo>
                <a:cubicBezTo>
                  <a:pt x="239" y="166"/>
                  <a:pt x="239" y="166"/>
                  <a:pt x="239" y="166"/>
                </a:cubicBezTo>
                <a:cubicBezTo>
                  <a:pt x="237" y="162"/>
                  <a:pt x="237" y="162"/>
                  <a:pt x="237" y="162"/>
                </a:cubicBezTo>
                <a:cubicBezTo>
                  <a:pt x="235" y="163"/>
                  <a:pt x="235" y="163"/>
                  <a:pt x="235" y="163"/>
                </a:cubicBezTo>
                <a:cubicBezTo>
                  <a:pt x="223" y="131"/>
                  <a:pt x="223" y="131"/>
                  <a:pt x="223" y="131"/>
                </a:cubicBezTo>
                <a:cubicBezTo>
                  <a:pt x="224" y="130"/>
                  <a:pt x="225" y="129"/>
                  <a:pt x="226" y="129"/>
                </a:cubicBezTo>
                <a:cubicBezTo>
                  <a:pt x="250" y="153"/>
                  <a:pt x="250" y="153"/>
                  <a:pt x="250" y="153"/>
                </a:cubicBezTo>
                <a:cubicBezTo>
                  <a:pt x="249" y="155"/>
                  <a:pt x="249" y="155"/>
                  <a:pt x="249" y="155"/>
                </a:cubicBezTo>
                <a:cubicBezTo>
                  <a:pt x="249" y="155"/>
                  <a:pt x="249" y="155"/>
                  <a:pt x="249" y="155"/>
                </a:cubicBezTo>
                <a:cubicBezTo>
                  <a:pt x="252" y="158"/>
                  <a:pt x="252" y="158"/>
                  <a:pt x="252" y="158"/>
                </a:cubicBezTo>
                <a:cubicBezTo>
                  <a:pt x="265" y="144"/>
                  <a:pt x="265" y="144"/>
                  <a:pt x="265" y="144"/>
                </a:cubicBezTo>
                <a:cubicBezTo>
                  <a:pt x="262" y="141"/>
                  <a:pt x="262" y="141"/>
                  <a:pt x="262" y="141"/>
                </a:cubicBezTo>
                <a:cubicBezTo>
                  <a:pt x="261" y="142"/>
                  <a:pt x="261" y="142"/>
                  <a:pt x="261" y="142"/>
                </a:cubicBezTo>
                <a:cubicBezTo>
                  <a:pt x="236" y="118"/>
                  <a:pt x="236" y="118"/>
                  <a:pt x="236" y="118"/>
                </a:cubicBezTo>
                <a:cubicBezTo>
                  <a:pt x="237" y="117"/>
                  <a:pt x="237" y="116"/>
                  <a:pt x="238" y="115"/>
                </a:cubicBezTo>
                <a:cubicBezTo>
                  <a:pt x="271" y="128"/>
                  <a:pt x="271" y="128"/>
                  <a:pt x="271" y="128"/>
                </a:cubicBezTo>
                <a:cubicBezTo>
                  <a:pt x="270" y="130"/>
                  <a:pt x="270" y="130"/>
                  <a:pt x="270" y="130"/>
                </a:cubicBezTo>
                <a:cubicBezTo>
                  <a:pt x="270" y="130"/>
                  <a:pt x="270" y="130"/>
                  <a:pt x="270" y="130"/>
                </a:cubicBezTo>
                <a:cubicBezTo>
                  <a:pt x="274" y="132"/>
                  <a:pt x="274" y="132"/>
                  <a:pt x="274" y="132"/>
                </a:cubicBezTo>
                <a:cubicBezTo>
                  <a:pt x="281" y="114"/>
                  <a:pt x="281" y="114"/>
                  <a:pt x="281" y="114"/>
                </a:cubicBezTo>
                <a:cubicBezTo>
                  <a:pt x="277" y="112"/>
                  <a:pt x="277" y="112"/>
                  <a:pt x="277" y="112"/>
                </a:cubicBezTo>
                <a:cubicBezTo>
                  <a:pt x="277" y="114"/>
                  <a:pt x="277" y="114"/>
                  <a:pt x="277" y="114"/>
                </a:cubicBezTo>
                <a:cubicBezTo>
                  <a:pt x="244" y="101"/>
                  <a:pt x="244" y="101"/>
                  <a:pt x="244" y="101"/>
                </a:cubicBezTo>
                <a:cubicBezTo>
                  <a:pt x="244" y="100"/>
                  <a:pt x="244" y="99"/>
                  <a:pt x="244" y="98"/>
                </a:cubicBezTo>
                <a:cubicBezTo>
                  <a:pt x="279" y="98"/>
                  <a:pt x="279" y="98"/>
                  <a:pt x="279" y="98"/>
                </a:cubicBezTo>
                <a:cubicBezTo>
                  <a:pt x="279" y="100"/>
                  <a:pt x="279" y="100"/>
                  <a:pt x="279" y="100"/>
                </a:cubicBezTo>
                <a:cubicBezTo>
                  <a:pt x="368" y="100"/>
                  <a:pt x="368" y="100"/>
                  <a:pt x="368" y="100"/>
                </a:cubicBezTo>
                <a:cubicBezTo>
                  <a:pt x="369" y="101"/>
                  <a:pt x="369" y="103"/>
                  <a:pt x="370" y="105"/>
                </a:cubicBezTo>
                <a:cubicBezTo>
                  <a:pt x="371" y="109"/>
                  <a:pt x="374" y="112"/>
                  <a:pt x="375" y="112"/>
                </a:cubicBezTo>
                <a:cubicBezTo>
                  <a:pt x="375" y="112"/>
                  <a:pt x="375" y="112"/>
                  <a:pt x="375" y="112"/>
                </a:cubicBezTo>
                <a:cubicBezTo>
                  <a:pt x="375" y="112"/>
                  <a:pt x="375" y="112"/>
                  <a:pt x="375" y="112"/>
                </a:cubicBezTo>
                <a:cubicBezTo>
                  <a:pt x="406" y="100"/>
                  <a:pt x="406" y="100"/>
                  <a:pt x="406" y="100"/>
                </a:cubicBezTo>
                <a:cubicBezTo>
                  <a:pt x="416" y="100"/>
                  <a:pt x="416" y="100"/>
                  <a:pt x="416" y="100"/>
                </a:cubicBezTo>
                <a:cubicBezTo>
                  <a:pt x="394" y="130"/>
                  <a:pt x="394" y="130"/>
                  <a:pt x="394" y="130"/>
                </a:cubicBezTo>
                <a:cubicBezTo>
                  <a:pt x="394" y="130"/>
                  <a:pt x="394" y="130"/>
                  <a:pt x="394" y="130"/>
                </a:cubicBezTo>
                <a:cubicBezTo>
                  <a:pt x="394" y="130"/>
                  <a:pt x="394" y="130"/>
                  <a:pt x="394" y="130"/>
                </a:cubicBezTo>
                <a:cubicBezTo>
                  <a:pt x="394" y="130"/>
                  <a:pt x="394" y="130"/>
                  <a:pt x="394" y="130"/>
                </a:cubicBezTo>
                <a:cubicBezTo>
                  <a:pt x="394" y="130"/>
                  <a:pt x="394" y="130"/>
                  <a:pt x="394" y="130"/>
                </a:cubicBezTo>
                <a:cubicBezTo>
                  <a:pt x="393" y="131"/>
                  <a:pt x="395" y="134"/>
                  <a:pt x="399" y="136"/>
                </a:cubicBezTo>
                <a:cubicBezTo>
                  <a:pt x="403" y="139"/>
                  <a:pt x="406" y="140"/>
                  <a:pt x="407" y="139"/>
                </a:cubicBezTo>
                <a:cubicBezTo>
                  <a:pt x="407" y="139"/>
                  <a:pt x="407" y="139"/>
                  <a:pt x="407" y="139"/>
                </a:cubicBezTo>
                <a:cubicBezTo>
                  <a:pt x="438" y="100"/>
                  <a:pt x="438" y="100"/>
                  <a:pt x="438" y="100"/>
                </a:cubicBezTo>
                <a:cubicBezTo>
                  <a:pt x="439" y="100"/>
                  <a:pt x="439" y="100"/>
                  <a:pt x="439" y="100"/>
                </a:cubicBezTo>
                <a:cubicBezTo>
                  <a:pt x="423" y="147"/>
                  <a:pt x="423" y="147"/>
                  <a:pt x="423" y="147"/>
                </a:cubicBezTo>
                <a:cubicBezTo>
                  <a:pt x="423" y="147"/>
                  <a:pt x="423" y="147"/>
                  <a:pt x="423" y="147"/>
                </a:cubicBezTo>
                <a:cubicBezTo>
                  <a:pt x="423" y="147"/>
                  <a:pt x="423" y="147"/>
                  <a:pt x="423" y="147"/>
                </a:cubicBezTo>
                <a:cubicBezTo>
                  <a:pt x="422" y="149"/>
                  <a:pt x="426" y="151"/>
                  <a:pt x="430" y="153"/>
                </a:cubicBezTo>
                <a:cubicBezTo>
                  <a:pt x="434" y="154"/>
                  <a:pt x="438" y="155"/>
                  <a:pt x="439" y="153"/>
                </a:cubicBezTo>
                <a:cubicBezTo>
                  <a:pt x="439" y="153"/>
                  <a:pt x="439" y="153"/>
                  <a:pt x="439" y="153"/>
                </a:cubicBezTo>
                <a:cubicBezTo>
                  <a:pt x="439" y="153"/>
                  <a:pt x="439" y="153"/>
                  <a:pt x="439" y="153"/>
                </a:cubicBezTo>
                <a:cubicBezTo>
                  <a:pt x="439" y="153"/>
                  <a:pt x="439" y="153"/>
                  <a:pt x="439" y="153"/>
                </a:cubicBezTo>
                <a:cubicBezTo>
                  <a:pt x="439" y="153"/>
                  <a:pt x="439" y="153"/>
                  <a:pt x="439" y="153"/>
                </a:cubicBezTo>
                <a:cubicBezTo>
                  <a:pt x="457" y="100"/>
                  <a:pt x="457" y="100"/>
                  <a:pt x="457" y="100"/>
                </a:cubicBezTo>
                <a:cubicBezTo>
                  <a:pt x="457" y="100"/>
                  <a:pt x="457" y="100"/>
                  <a:pt x="457" y="100"/>
                </a:cubicBezTo>
                <a:cubicBezTo>
                  <a:pt x="457" y="159"/>
                  <a:pt x="457" y="159"/>
                  <a:pt x="457" y="159"/>
                </a:cubicBezTo>
                <a:cubicBezTo>
                  <a:pt x="457" y="159"/>
                  <a:pt x="457" y="159"/>
                  <a:pt x="457" y="159"/>
                </a:cubicBezTo>
                <a:cubicBezTo>
                  <a:pt x="457" y="159"/>
                  <a:pt x="457" y="159"/>
                  <a:pt x="457" y="159"/>
                </a:cubicBezTo>
                <a:cubicBezTo>
                  <a:pt x="457" y="159"/>
                  <a:pt x="457" y="159"/>
                  <a:pt x="457" y="159"/>
                </a:cubicBezTo>
                <a:cubicBezTo>
                  <a:pt x="457" y="159"/>
                  <a:pt x="457" y="159"/>
                  <a:pt x="457" y="159"/>
                </a:cubicBezTo>
                <a:cubicBezTo>
                  <a:pt x="457" y="160"/>
                  <a:pt x="461" y="161"/>
                  <a:pt x="466" y="161"/>
                </a:cubicBezTo>
                <a:cubicBezTo>
                  <a:pt x="471" y="161"/>
                  <a:pt x="474" y="160"/>
                  <a:pt x="475" y="159"/>
                </a:cubicBezTo>
                <a:cubicBezTo>
                  <a:pt x="475" y="159"/>
                  <a:pt x="475" y="159"/>
                  <a:pt x="475" y="159"/>
                </a:cubicBezTo>
                <a:cubicBezTo>
                  <a:pt x="475" y="159"/>
                  <a:pt x="475" y="159"/>
                  <a:pt x="475" y="159"/>
                </a:cubicBezTo>
                <a:cubicBezTo>
                  <a:pt x="475" y="159"/>
                  <a:pt x="475" y="159"/>
                  <a:pt x="475" y="159"/>
                </a:cubicBezTo>
                <a:cubicBezTo>
                  <a:pt x="475" y="159"/>
                  <a:pt x="475" y="159"/>
                  <a:pt x="475" y="159"/>
                </a:cubicBezTo>
                <a:cubicBezTo>
                  <a:pt x="475" y="100"/>
                  <a:pt x="475" y="100"/>
                  <a:pt x="475" y="100"/>
                </a:cubicBezTo>
                <a:cubicBezTo>
                  <a:pt x="481" y="100"/>
                  <a:pt x="481" y="100"/>
                  <a:pt x="481" y="100"/>
                </a:cubicBezTo>
                <a:cubicBezTo>
                  <a:pt x="481" y="88"/>
                  <a:pt x="481" y="88"/>
                  <a:pt x="481" y="88"/>
                </a:cubicBezTo>
                <a:cubicBezTo>
                  <a:pt x="412" y="88"/>
                  <a:pt x="412" y="88"/>
                  <a:pt x="412" y="88"/>
                </a:cubicBezTo>
                <a:cubicBezTo>
                  <a:pt x="412" y="84"/>
                  <a:pt x="412" y="84"/>
                  <a:pt x="412" y="84"/>
                </a:cubicBezTo>
                <a:cubicBezTo>
                  <a:pt x="481" y="84"/>
                  <a:pt x="481" y="84"/>
                  <a:pt x="481" y="84"/>
                </a:cubicBezTo>
                <a:cubicBezTo>
                  <a:pt x="481" y="80"/>
                  <a:pt x="481" y="80"/>
                  <a:pt x="481" y="80"/>
                </a:cubicBezTo>
                <a:cubicBezTo>
                  <a:pt x="456" y="80"/>
                  <a:pt x="456" y="80"/>
                  <a:pt x="456" y="80"/>
                </a:cubicBezTo>
                <a:cubicBezTo>
                  <a:pt x="456" y="80"/>
                  <a:pt x="456" y="80"/>
                  <a:pt x="456" y="80"/>
                </a:cubicBezTo>
                <a:cubicBezTo>
                  <a:pt x="411" y="80"/>
                  <a:pt x="411" y="80"/>
                  <a:pt x="411" y="80"/>
                </a:cubicBezTo>
                <a:cubicBezTo>
                  <a:pt x="404" y="79"/>
                  <a:pt x="386" y="75"/>
                  <a:pt x="374" y="63"/>
                </a:cubicBezTo>
                <a:cubicBezTo>
                  <a:pt x="357" y="46"/>
                  <a:pt x="357" y="34"/>
                  <a:pt x="357" y="34"/>
                </a:cubicBezTo>
                <a:cubicBezTo>
                  <a:pt x="354" y="34"/>
                  <a:pt x="354" y="34"/>
                  <a:pt x="354" y="34"/>
                </a:cubicBezTo>
                <a:cubicBezTo>
                  <a:pt x="354" y="80"/>
                  <a:pt x="354" y="80"/>
                  <a:pt x="354" y="80"/>
                </a:cubicBezTo>
                <a:cubicBezTo>
                  <a:pt x="350" y="80"/>
                  <a:pt x="350" y="80"/>
                  <a:pt x="350" y="80"/>
                </a:cubicBezTo>
                <a:cubicBezTo>
                  <a:pt x="350" y="34"/>
                  <a:pt x="350" y="34"/>
                  <a:pt x="350" y="34"/>
                </a:cubicBezTo>
                <a:cubicBezTo>
                  <a:pt x="344" y="34"/>
                  <a:pt x="344" y="34"/>
                  <a:pt x="344" y="34"/>
                </a:cubicBezTo>
                <a:cubicBezTo>
                  <a:pt x="344" y="80"/>
                  <a:pt x="344" y="80"/>
                  <a:pt x="344" y="80"/>
                </a:cubicBezTo>
                <a:cubicBezTo>
                  <a:pt x="279" y="80"/>
                  <a:pt x="279" y="80"/>
                  <a:pt x="279" y="80"/>
                </a:cubicBezTo>
                <a:cubicBezTo>
                  <a:pt x="279" y="82"/>
                  <a:pt x="279" y="82"/>
                  <a:pt x="279" y="82"/>
                </a:cubicBezTo>
                <a:cubicBezTo>
                  <a:pt x="244" y="82"/>
                  <a:pt x="244" y="82"/>
                  <a:pt x="244" y="82"/>
                </a:cubicBezTo>
                <a:cubicBezTo>
                  <a:pt x="241" y="62"/>
                  <a:pt x="225" y="46"/>
                  <a:pt x="205" y="43"/>
                </a:cubicBezTo>
                <a:cubicBezTo>
                  <a:pt x="205" y="4"/>
                  <a:pt x="205" y="4"/>
                  <a:pt x="205" y="4"/>
                </a:cubicBezTo>
                <a:cubicBezTo>
                  <a:pt x="207" y="4"/>
                  <a:pt x="207" y="4"/>
                  <a:pt x="207" y="4"/>
                </a:cubicBezTo>
                <a:cubicBezTo>
                  <a:pt x="207" y="0"/>
                  <a:pt x="207" y="0"/>
                  <a:pt x="207" y="0"/>
                </a:cubicBezTo>
                <a:cubicBezTo>
                  <a:pt x="187" y="0"/>
                  <a:pt x="187" y="0"/>
                  <a:pt x="187" y="0"/>
                </a:cubicBezTo>
                <a:cubicBezTo>
                  <a:pt x="187" y="4"/>
                  <a:pt x="187" y="4"/>
                  <a:pt x="187" y="4"/>
                </a:cubicBezTo>
                <a:cubicBezTo>
                  <a:pt x="190" y="4"/>
                  <a:pt x="190" y="4"/>
                  <a:pt x="190" y="4"/>
                </a:cubicBezTo>
                <a:cubicBezTo>
                  <a:pt x="190" y="43"/>
                  <a:pt x="190" y="43"/>
                  <a:pt x="190" y="43"/>
                </a:cubicBezTo>
                <a:cubicBezTo>
                  <a:pt x="188" y="43"/>
                  <a:pt x="187" y="43"/>
                  <a:pt x="186" y="43"/>
                </a:cubicBezTo>
                <a:cubicBezTo>
                  <a:pt x="171" y="8"/>
                  <a:pt x="171" y="8"/>
                  <a:pt x="171" y="8"/>
                </a:cubicBezTo>
                <a:cubicBezTo>
                  <a:pt x="173" y="7"/>
                  <a:pt x="173" y="7"/>
                  <a:pt x="173" y="7"/>
                </a:cubicBezTo>
                <a:cubicBezTo>
                  <a:pt x="173" y="7"/>
                  <a:pt x="173" y="7"/>
                  <a:pt x="173" y="7"/>
                </a:cubicBezTo>
                <a:cubicBezTo>
                  <a:pt x="172" y="3"/>
                  <a:pt x="172" y="3"/>
                  <a:pt x="172" y="3"/>
                </a:cubicBezTo>
                <a:cubicBezTo>
                  <a:pt x="154" y="11"/>
                  <a:pt x="154" y="11"/>
                  <a:pt x="154" y="11"/>
                </a:cubicBezTo>
                <a:cubicBezTo>
                  <a:pt x="155" y="15"/>
                  <a:pt x="155" y="15"/>
                  <a:pt x="155" y="15"/>
                </a:cubicBezTo>
                <a:cubicBezTo>
                  <a:pt x="157" y="14"/>
                  <a:pt x="157" y="14"/>
                  <a:pt x="157" y="14"/>
                </a:cubicBezTo>
                <a:cubicBezTo>
                  <a:pt x="172" y="49"/>
                  <a:pt x="172" y="49"/>
                  <a:pt x="172" y="49"/>
                </a:cubicBezTo>
                <a:cubicBezTo>
                  <a:pt x="171" y="49"/>
                  <a:pt x="170" y="50"/>
                  <a:pt x="169" y="51"/>
                </a:cubicBezTo>
                <a:cubicBezTo>
                  <a:pt x="142" y="24"/>
                  <a:pt x="142" y="24"/>
                  <a:pt x="142" y="24"/>
                </a:cubicBezTo>
                <a:cubicBezTo>
                  <a:pt x="144" y="23"/>
                  <a:pt x="144" y="23"/>
                  <a:pt x="144" y="23"/>
                </a:cubicBezTo>
                <a:cubicBezTo>
                  <a:pt x="144" y="23"/>
                  <a:pt x="144" y="23"/>
                  <a:pt x="144" y="23"/>
                </a:cubicBezTo>
                <a:cubicBezTo>
                  <a:pt x="141" y="20"/>
                  <a:pt x="141" y="20"/>
                  <a:pt x="141" y="20"/>
                </a:cubicBezTo>
                <a:cubicBezTo>
                  <a:pt x="127" y="34"/>
                  <a:pt x="127" y="34"/>
                  <a:pt x="127" y="34"/>
                </a:cubicBezTo>
                <a:cubicBezTo>
                  <a:pt x="130" y="37"/>
                  <a:pt x="130" y="37"/>
                  <a:pt x="130" y="37"/>
                </a:cubicBezTo>
                <a:cubicBezTo>
                  <a:pt x="132" y="35"/>
                  <a:pt x="132" y="35"/>
                  <a:pt x="132" y="35"/>
                </a:cubicBezTo>
                <a:cubicBezTo>
                  <a:pt x="158" y="61"/>
                  <a:pt x="158" y="61"/>
                  <a:pt x="158" y="61"/>
                </a:cubicBezTo>
                <a:cubicBezTo>
                  <a:pt x="157" y="62"/>
                  <a:pt x="157" y="63"/>
                  <a:pt x="156" y="64"/>
                </a:cubicBezTo>
                <a:cubicBezTo>
                  <a:pt x="122" y="51"/>
                  <a:pt x="122" y="51"/>
                  <a:pt x="122" y="51"/>
                </a:cubicBezTo>
                <a:cubicBezTo>
                  <a:pt x="123" y="48"/>
                  <a:pt x="123" y="48"/>
                  <a:pt x="123" y="48"/>
                </a:cubicBezTo>
                <a:cubicBezTo>
                  <a:pt x="123" y="48"/>
                  <a:pt x="123" y="48"/>
                  <a:pt x="123" y="48"/>
                </a:cubicBezTo>
                <a:cubicBezTo>
                  <a:pt x="119" y="47"/>
                  <a:pt x="119" y="47"/>
                  <a:pt x="119" y="47"/>
                </a:cubicBezTo>
                <a:cubicBezTo>
                  <a:pt x="112" y="65"/>
                  <a:pt x="112" y="65"/>
                  <a:pt x="112" y="65"/>
                </a:cubicBezTo>
                <a:cubicBezTo>
                  <a:pt x="116" y="66"/>
                  <a:pt x="116" y="66"/>
                  <a:pt x="116" y="66"/>
                </a:cubicBezTo>
                <a:cubicBezTo>
                  <a:pt x="116" y="64"/>
                  <a:pt x="116" y="64"/>
                  <a:pt x="116" y="64"/>
                </a:cubicBezTo>
                <a:cubicBezTo>
                  <a:pt x="150" y="78"/>
                  <a:pt x="150" y="78"/>
                  <a:pt x="150" y="78"/>
                </a:cubicBezTo>
                <a:cubicBezTo>
                  <a:pt x="150" y="79"/>
                  <a:pt x="149" y="81"/>
                  <a:pt x="149" y="82"/>
                </a:cubicBezTo>
                <a:cubicBezTo>
                  <a:pt x="110" y="82"/>
                  <a:pt x="110" y="82"/>
                  <a:pt x="110" y="82"/>
                </a:cubicBezTo>
                <a:cubicBezTo>
                  <a:pt x="110" y="80"/>
                  <a:pt x="110" y="80"/>
                  <a:pt x="110" y="80"/>
                </a:cubicBezTo>
                <a:cubicBezTo>
                  <a:pt x="68" y="80"/>
                  <a:pt x="68" y="80"/>
                  <a:pt x="68" y="80"/>
                </a:cubicBezTo>
                <a:cubicBezTo>
                  <a:pt x="68" y="80"/>
                  <a:pt x="68" y="80"/>
                  <a:pt x="67" y="80"/>
                </a:cubicBezTo>
                <a:cubicBezTo>
                  <a:pt x="63" y="80"/>
                  <a:pt x="59" y="84"/>
                  <a:pt x="59" y="89"/>
                </a:cubicBezTo>
                <a:cubicBezTo>
                  <a:pt x="59" y="89"/>
                  <a:pt x="59" y="89"/>
                  <a:pt x="59" y="89"/>
                </a:cubicBezTo>
                <a:cubicBezTo>
                  <a:pt x="59" y="98"/>
                  <a:pt x="59" y="98"/>
                  <a:pt x="59" y="98"/>
                </a:cubicBezTo>
                <a:cubicBezTo>
                  <a:pt x="59" y="98"/>
                  <a:pt x="59" y="98"/>
                  <a:pt x="59" y="98"/>
                </a:cubicBezTo>
                <a:cubicBezTo>
                  <a:pt x="59" y="266"/>
                  <a:pt x="59" y="266"/>
                  <a:pt x="59" y="266"/>
                </a:cubicBezTo>
                <a:cubicBezTo>
                  <a:pt x="59" y="266"/>
                  <a:pt x="59" y="266"/>
                  <a:pt x="59" y="266"/>
                </a:cubicBezTo>
                <a:cubicBezTo>
                  <a:pt x="59" y="277"/>
                  <a:pt x="59" y="277"/>
                  <a:pt x="59" y="277"/>
                </a:cubicBezTo>
                <a:cubicBezTo>
                  <a:pt x="59" y="277"/>
                  <a:pt x="59" y="277"/>
                  <a:pt x="59" y="277"/>
                </a:cubicBezTo>
                <a:cubicBezTo>
                  <a:pt x="59" y="282"/>
                  <a:pt x="63" y="286"/>
                  <a:pt x="67" y="286"/>
                </a:cubicBezTo>
                <a:cubicBezTo>
                  <a:pt x="68" y="286"/>
                  <a:pt x="68" y="286"/>
                  <a:pt x="68" y="286"/>
                </a:cubicBezTo>
                <a:cubicBezTo>
                  <a:pt x="108" y="286"/>
                  <a:pt x="108" y="286"/>
                  <a:pt x="108" y="286"/>
                </a:cubicBezTo>
                <a:cubicBezTo>
                  <a:pt x="108" y="286"/>
                  <a:pt x="108" y="286"/>
                  <a:pt x="108" y="286"/>
                </a:cubicBezTo>
                <a:cubicBezTo>
                  <a:pt x="185" y="286"/>
                  <a:pt x="185" y="286"/>
                  <a:pt x="185" y="286"/>
                </a:cubicBezTo>
                <a:cubicBezTo>
                  <a:pt x="185" y="286"/>
                  <a:pt x="185" y="286"/>
                  <a:pt x="185" y="286"/>
                </a:cubicBezTo>
                <a:cubicBezTo>
                  <a:pt x="187" y="286"/>
                  <a:pt x="187" y="286"/>
                  <a:pt x="187" y="286"/>
                </a:cubicBezTo>
                <a:cubicBezTo>
                  <a:pt x="187" y="307"/>
                  <a:pt x="187" y="307"/>
                  <a:pt x="187" y="307"/>
                </a:cubicBezTo>
                <a:cubicBezTo>
                  <a:pt x="185" y="307"/>
                  <a:pt x="185" y="307"/>
                  <a:pt x="185" y="307"/>
                </a:cubicBezTo>
                <a:cubicBezTo>
                  <a:pt x="185" y="307"/>
                  <a:pt x="185" y="307"/>
                  <a:pt x="185" y="307"/>
                </a:cubicBezTo>
                <a:cubicBezTo>
                  <a:pt x="153" y="307"/>
                  <a:pt x="153" y="307"/>
                  <a:pt x="153" y="307"/>
                </a:cubicBezTo>
                <a:cubicBezTo>
                  <a:pt x="153" y="307"/>
                  <a:pt x="153" y="307"/>
                  <a:pt x="153" y="307"/>
                </a:cubicBezTo>
                <a:cubicBezTo>
                  <a:pt x="148" y="307"/>
                  <a:pt x="145" y="310"/>
                  <a:pt x="145" y="315"/>
                </a:cubicBezTo>
                <a:cubicBezTo>
                  <a:pt x="145" y="315"/>
                  <a:pt x="145" y="315"/>
                  <a:pt x="145" y="315"/>
                </a:cubicBezTo>
                <a:cubicBezTo>
                  <a:pt x="145" y="326"/>
                  <a:pt x="145" y="326"/>
                  <a:pt x="145" y="326"/>
                </a:cubicBezTo>
                <a:cubicBezTo>
                  <a:pt x="145" y="326"/>
                  <a:pt x="145" y="326"/>
                  <a:pt x="145" y="326"/>
                </a:cubicBezTo>
                <a:cubicBezTo>
                  <a:pt x="145" y="351"/>
                  <a:pt x="145" y="351"/>
                  <a:pt x="145" y="351"/>
                </a:cubicBezTo>
                <a:cubicBezTo>
                  <a:pt x="86" y="351"/>
                  <a:pt x="86" y="351"/>
                  <a:pt x="86" y="351"/>
                </a:cubicBezTo>
                <a:cubicBezTo>
                  <a:pt x="87" y="400"/>
                  <a:pt x="87" y="400"/>
                  <a:pt x="87" y="400"/>
                </a:cubicBezTo>
                <a:cubicBezTo>
                  <a:pt x="103" y="418"/>
                  <a:pt x="103" y="418"/>
                  <a:pt x="103" y="418"/>
                </a:cubicBezTo>
                <a:cubicBezTo>
                  <a:pt x="103" y="451"/>
                  <a:pt x="103" y="451"/>
                  <a:pt x="103" y="451"/>
                </a:cubicBezTo>
                <a:cubicBezTo>
                  <a:pt x="122" y="459"/>
                  <a:pt x="122" y="459"/>
                  <a:pt x="122" y="459"/>
                </a:cubicBezTo>
                <a:cubicBezTo>
                  <a:pt x="122" y="505"/>
                  <a:pt x="122" y="505"/>
                  <a:pt x="122" y="505"/>
                </a:cubicBezTo>
                <a:cubicBezTo>
                  <a:pt x="38" y="520"/>
                  <a:pt x="7" y="539"/>
                  <a:pt x="4" y="540"/>
                </a:cubicBezTo>
                <a:cubicBezTo>
                  <a:pt x="0" y="540"/>
                  <a:pt x="19" y="543"/>
                  <a:pt x="46" y="556"/>
                </a:cubicBezTo>
                <a:cubicBezTo>
                  <a:pt x="80" y="572"/>
                  <a:pt x="76" y="581"/>
                  <a:pt x="76" y="581"/>
                </a:cubicBezTo>
                <a:cubicBezTo>
                  <a:pt x="76" y="581"/>
                  <a:pt x="135" y="543"/>
                  <a:pt x="263" y="520"/>
                </a:cubicBezTo>
                <a:cubicBezTo>
                  <a:pt x="330" y="508"/>
                  <a:pt x="451" y="503"/>
                  <a:pt x="495" y="512"/>
                </a:cubicBezTo>
                <a:cubicBezTo>
                  <a:pt x="495" y="512"/>
                  <a:pt x="461" y="504"/>
                  <a:pt x="413" y="497"/>
                </a:cubicBezTo>
                <a:close/>
              </a:path>
            </a:pathLst>
          </a:custGeom>
          <a:solidFill>
            <a:srgbClr val="003778"/>
          </a:solidFill>
          <a:ln>
            <a:noFill/>
          </a:ln>
        </p:spPr>
        <p:txBody>
          <a:bodyPr vert="horz" wrap="square" lIns="91440" tIns="45720" rIns="91440" bIns="45720" numCol="1" anchor="t" anchorCtr="0" compatLnSpc="1">
            <a:prstTxWarp prst="textNoShape">
              <a:avLst/>
            </a:prstTxWarp>
          </a:bodyPr>
          <a:lstStyle/>
          <a:p>
            <a:endParaRPr lang="zh-CN" altLang="en-US" dirty="0"/>
          </a:p>
        </p:txBody>
      </p:sp>
      <p:cxnSp>
        <p:nvCxnSpPr>
          <p:cNvPr id="16" name="直接连接符 15">
            <a:extLst>
              <a:ext uri="{FF2B5EF4-FFF2-40B4-BE49-F238E27FC236}">
                <a16:creationId xmlns:a16="http://schemas.microsoft.com/office/drawing/2014/main" id="{37B9A614-BC4E-4B23-B9D1-2B209AB0743B}"/>
              </a:ext>
            </a:extLst>
          </p:cNvPr>
          <p:cNvCxnSpPr>
            <a:cxnSpLocks/>
          </p:cNvCxnSpPr>
          <p:nvPr userDrawn="1"/>
        </p:nvCxnSpPr>
        <p:spPr>
          <a:xfrm>
            <a:off x="659130" y="1027048"/>
            <a:ext cx="10864850" cy="0"/>
          </a:xfrm>
          <a:prstGeom prst="line">
            <a:avLst/>
          </a:prstGeom>
          <a:ln cap="rnd">
            <a:solidFill>
              <a:schemeClr val="accent1"/>
            </a:solidFill>
          </a:ln>
        </p:spPr>
        <p:style>
          <a:lnRef idx="1">
            <a:schemeClr val="accent1"/>
          </a:lnRef>
          <a:fillRef idx="0">
            <a:schemeClr val="accent1"/>
          </a:fillRef>
          <a:effectRef idx="0">
            <a:schemeClr val="accent1"/>
          </a:effectRef>
          <a:fontRef idx="minor">
            <a:schemeClr val="tx1"/>
          </a:fontRef>
        </p:style>
      </p:cxnSp>
      <p:sp>
        <p:nvSpPr>
          <p:cNvPr id="6" name="图片占位符 5">
            <a:extLst>
              <a:ext uri="{FF2B5EF4-FFF2-40B4-BE49-F238E27FC236}">
                <a16:creationId xmlns:a16="http://schemas.microsoft.com/office/drawing/2014/main" id="{5C2011D7-5DAD-4F7F-AE97-88B1AF02C3C5}"/>
              </a:ext>
            </a:extLst>
          </p:cNvPr>
          <p:cNvSpPr>
            <a:spLocks noGrp="1" noChangeAspect="1"/>
          </p:cNvSpPr>
          <p:nvPr>
            <p:ph type="pic" sz="quarter" idx="10"/>
          </p:nvPr>
        </p:nvSpPr>
        <p:spPr>
          <a:xfrm>
            <a:off x="5104910" y="1755639"/>
            <a:ext cx="1978618" cy="2798331"/>
          </a:xfrm>
          <a:ln w="19050">
            <a:solidFill>
              <a:schemeClr val="accent1"/>
            </a:solidFill>
          </a:ln>
          <a:effectLst>
            <a:reflection blurRad="6350" stA="30000" endPos="34000" dist="50800" dir="5400000" sy="-100000" algn="bl" rotWithShape="0"/>
          </a:effectLst>
        </p:spPr>
        <p:txBody>
          <a:bodyPr/>
          <a:lstStyle/>
          <a:p>
            <a:endParaRPr lang="zh-CN" altLang="en-US" dirty="0"/>
          </a:p>
        </p:txBody>
      </p:sp>
      <p:sp>
        <p:nvSpPr>
          <p:cNvPr id="20" name="图片占位符 5">
            <a:extLst>
              <a:ext uri="{FF2B5EF4-FFF2-40B4-BE49-F238E27FC236}">
                <a16:creationId xmlns:a16="http://schemas.microsoft.com/office/drawing/2014/main" id="{A3A5E883-88C8-4752-A03D-6340D9D0CBBB}"/>
              </a:ext>
            </a:extLst>
          </p:cNvPr>
          <p:cNvSpPr>
            <a:spLocks noGrp="1" noChangeAspect="1"/>
          </p:cNvSpPr>
          <p:nvPr>
            <p:ph type="pic" sz="quarter" idx="12"/>
          </p:nvPr>
        </p:nvSpPr>
        <p:spPr>
          <a:xfrm>
            <a:off x="7259504" y="1733532"/>
            <a:ext cx="1978618" cy="2798331"/>
          </a:xfrm>
          <a:ln w="19050">
            <a:solidFill>
              <a:schemeClr val="accent1"/>
            </a:solidFill>
          </a:ln>
          <a:effectLst>
            <a:reflection blurRad="6350" stA="30000" endPos="34000" dist="50800" dir="5400000" sy="-100000" algn="bl" rotWithShape="0"/>
          </a:effectLst>
          <a:scene3d>
            <a:camera prst="perspectiveLeft"/>
            <a:lightRig rig="threePt" dir="t"/>
          </a:scene3d>
        </p:spPr>
        <p:txBody>
          <a:bodyPr/>
          <a:lstStyle/>
          <a:p>
            <a:endParaRPr lang="zh-CN" altLang="en-US" dirty="0"/>
          </a:p>
        </p:txBody>
      </p:sp>
      <p:sp>
        <p:nvSpPr>
          <p:cNvPr id="21" name="图片占位符 5">
            <a:extLst>
              <a:ext uri="{FF2B5EF4-FFF2-40B4-BE49-F238E27FC236}">
                <a16:creationId xmlns:a16="http://schemas.microsoft.com/office/drawing/2014/main" id="{2E95BD9A-E246-40D1-9E0D-612E969586FA}"/>
              </a:ext>
            </a:extLst>
          </p:cNvPr>
          <p:cNvSpPr>
            <a:spLocks noGrp="1" noChangeAspect="1"/>
          </p:cNvSpPr>
          <p:nvPr>
            <p:ph type="pic" sz="quarter" idx="13"/>
          </p:nvPr>
        </p:nvSpPr>
        <p:spPr>
          <a:xfrm>
            <a:off x="669539" y="1555073"/>
            <a:ext cx="2104801" cy="2976790"/>
          </a:xfrm>
          <a:ln w="19050">
            <a:solidFill>
              <a:schemeClr val="accent1"/>
            </a:solidFill>
          </a:ln>
          <a:effectLst>
            <a:reflection blurRad="6350" stA="30000" endPos="34000" dist="50800" dir="5400000" sy="-100000" algn="bl" rotWithShape="0"/>
          </a:effectLst>
          <a:scene3d>
            <a:camera prst="perspectiveRight" fov="3300000"/>
            <a:lightRig rig="threePt" dir="t"/>
          </a:scene3d>
        </p:spPr>
        <p:txBody>
          <a:bodyPr/>
          <a:lstStyle/>
          <a:p>
            <a:endParaRPr lang="zh-CN" altLang="en-US" dirty="0"/>
          </a:p>
        </p:txBody>
      </p:sp>
      <p:sp>
        <p:nvSpPr>
          <p:cNvPr id="22" name="图片占位符 5">
            <a:extLst>
              <a:ext uri="{FF2B5EF4-FFF2-40B4-BE49-F238E27FC236}">
                <a16:creationId xmlns:a16="http://schemas.microsoft.com/office/drawing/2014/main" id="{BEBBAA86-0599-4A73-99CC-1E710BA97CE1}"/>
              </a:ext>
            </a:extLst>
          </p:cNvPr>
          <p:cNvSpPr>
            <a:spLocks noGrp="1" noChangeAspect="1"/>
          </p:cNvSpPr>
          <p:nvPr>
            <p:ph type="pic" sz="quarter" idx="14"/>
          </p:nvPr>
        </p:nvSpPr>
        <p:spPr>
          <a:xfrm>
            <a:off x="9414099" y="1555073"/>
            <a:ext cx="2104801" cy="2976790"/>
          </a:xfrm>
          <a:ln w="19050">
            <a:solidFill>
              <a:schemeClr val="accent1"/>
            </a:solidFill>
          </a:ln>
          <a:effectLst>
            <a:reflection blurRad="6350" stA="30000" endPos="34000" dist="50800" dir="5400000" sy="-100000" algn="bl" rotWithShape="0"/>
          </a:effectLst>
          <a:scene3d>
            <a:camera prst="perspectiveRight" fov="3300000">
              <a:rot lat="0" lon="1200000" rev="0"/>
            </a:camera>
            <a:lightRig rig="threePt" dir="t"/>
          </a:scene3d>
        </p:spPr>
        <p:txBody>
          <a:bodyPr/>
          <a:lstStyle/>
          <a:p>
            <a:endParaRPr lang="zh-CN" altLang="en-US" dirty="0"/>
          </a:p>
        </p:txBody>
      </p:sp>
    </p:spTree>
    <p:extLst>
      <p:ext uri="{BB962C8B-B14F-4D97-AF65-F5344CB8AC3E}">
        <p14:creationId xmlns:p14="http://schemas.microsoft.com/office/powerpoint/2010/main" val="382580918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引言母版">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40550F8C-09E3-4442-8DC6-E0C639E8B1D8}"/>
              </a:ext>
            </a:extLst>
          </p:cNvPr>
          <p:cNvSpPr/>
          <p:nvPr userDrawn="1"/>
        </p:nvSpPr>
        <p:spPr>
          <a:xfrm>
            <a:off x="0" y="0"/>
            <a:ext cx="12192000" cy="6492875"/>
          </a:xfrm>
          <a:prstGeom prst="rect">
            <a:avLst/>
          </a:prstGeom>
          <a:solidFill>
            <a:schemeClr val="bg1">
              <a:alpha val="93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latin typeface="Microsoft YaHei UI" panose="020B0503020204020204" pitchFamily="34" charset="-122"/>
              <a:ea typeface="Microsoft YaHei UI" panose="020B0503020204020204" pitchFamily="34" charset="-122"/>
            </a:endParaRPr>
          </a:p>
        </p:txBody>
      </p:sp>
      <p:sp>
        <p:nvSpPr>
          <p:cNvPr id="2" name="标题 1">
            <a:extLst>
              <a:ext uri="{FF2B5EF4-FFF2-40B4-BE49-F238E27FC236}">
                <a16:creationId xmlns:a16="http://schemas.microsoft.com/office/drawing/2014/main" id="{F3F78BD0-F462-4621-8C34-D1893B6B97AE}"/>
              </a:ext>
            </a:extLst>
          </p:cNvPr>
          <p:cNvSpPr>
            <a:spLocks noGrp="1"/>
          </p:cNvSpPr>
          <p:nvPr>
            <p:ph type="title"/>
          </p:nvPr>
        </p:nvSpPr>
        <p:spPr>
          <a:xfrm>
            <a:off x="792481" y="574395"/>
            <a:ext cx="7315200" cy="341874"/>
          </a:xfrm>
        </p:spPr>
        <p:txBody>
          <a:bodyPr lIns="0" tIns="0" rIns="0" bIns="0">
            <a:noAutofit/>
          </a:bodyPr>
          <a:lstStyle>
            <a:lvl1pPr>
              <a:defRPr sz="2600" b="1">
                <a:solidFill>
                  <a:schemeClr val="accent1"/>
                </a:solidFill>
              </a:defRPr>
            </a:lvl1pPr>
          </a:lstStyle>
          <a:p>
            <a:r>
              <a:rPr lang="zh-CN" altLang="en-US" dirty="0"/>
              <a:t>单击此处编辑母版标题样式</a:t>
            </a:r>
          </a:p>
        </p:txBody>
      </p:sp>
      <p:sp>
        <p:nvSpPr>
          <p:cNvPr id="7" name="矩形 6">
            <a:extLst>
              <a:ext uri="{FF2B5EF4-FFF2-40B4-BE49-F238E27FC236}">
                <a16:creationId xmlns:a16="http://schemas.microsoft.com/office/drawing/2014/main" id="{273664E7-E6D5-4929-9178-9AD3110374FA}"/>
              </a:ext>
            </a:extLst>
          </p:cNvPr>
          <p:cNvSpPr/>
          <p:nvPr userDrawn="1"/>
        </p:nvSpPr>
        <p:spPr>
          <a:xfrm>
            <a:off x="0" y="6492875"/>
            <a:ext cx="12192000" cy="365125"/>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a:extLst>
              <a:ext uri="{FF2B5EF4-FFF2-40B4-BE49-F238E27FC236}">
                <a16:creationId xmlns:a16="http://schemas.microsoft.com/office/drawing/2014/main" id="{CC1AFDE3-17F7-4C68-81A1-E196F75F6412}"/>
              </a:ext>
            </a:extLst>
          </p:cNvPr>
          <p:cNvPicPr>
            <a:picLocks noChangeAspect="1"/>
          </p:cNvPicPr>
          <p:nvPr userDrawn="1"/>
        </p:nvPicPr>
        <p:blipFill>
          <a:blip r:embed="rId2"/>
          <a:stretch>
            <a:fillRect/>
          </a:stretch>
        </p:blipFill>
        <p:spPr>
          <a:xfrm>
            <a:off x="673100" y="6580054"/>
            <a:ext cx="1330959" cy="203465"/>
          </a:xfrm>
          <a:prstGeom prst="rect">
            <a:avLst/>
          </a:prstGeom>
        </p:spPr>
      </p:pic>
      <p:pic>
        <p:nvPicPr>
          <p:cNvPr id="9" name="图片 8">
            <a:extLst>
              <a:ext uri="{FF2B5EF4-FFF2-40B4-BE49-F238E27FC236}">
                <a16:creationId xmlns:a16="http://schemas.microsoft.com/office/drawing/2014/main" id="{F17405B7-37A0-4A9E-87D3-E7F07F5B2459}"/>
              </a:ext>
            </a:extLst>
          </p:cNvPr>
          <p:cNvPicPr>
            <a:picLocks noChangeAspect="1"/>
          </p:cNvPicPr>
          <p:nvPr userDrawn="1"/>
        </p:nvPicPr>
        <p:blipFill>
          <a:blip r:embed="rId3"/>
          <a:stretch>
            <a:fillRect/>
          </a:stretch>
        </p:blipFill>
        <p:spPr>
          <a:xfrm>
            <a:off x="9997440" y="530517"/>
            <a:ext cx="1521460" cy="380209"/>
          </a:xfrm>
          <a:prstGeom prst="rect">
            <a:avLst/>
          </a:prstGeom>
        </p:spPr>
      </p:pic>
      <p:pic>
        <p:nvPicPr>
          <p:cNvPr id="12" name="图片 11">
            <a:extLst>
              <a:ext uri="{FF2B5EF4-FFF2-40B4-BE49-F238E27FC236}">
                <a16:creationId xmlns:a16="http://schemas.microsoft.com/office/drawing/2014/main" id="{A4F36DF7-8FB7-494A-AB7D-676726F71429}"/>
              </a:ext>
            </a:extLst>
          </p:cNvPr>
          <p:cNvPicPr>
            <a:picLocks noChangeAspect="1"/>
          </p:cNvPicPr>
          <p:nvPr userDrawn="1"/>
        </p:nvPicPr>
        <p:blipFill>
          <a:blip r:embed="rId4"/>
          <a:stretch>
            <a:fillRect/>
          </a:stretch>
        </p:blipFill>
        <p:spPr>
          <a:xfrm>
            <a:off x="8610600" y="6626002"/>
            <a:ext cx="2908300" cy="111568"/>
          </a:xfrm>
          <a:prstGeom prst="rect">
            <a:avLst/>
          </a:prstGeom>
        </p:spPr>
      </p:pic>
      <p:sp>
        <p:nvSpPr>
          <p:cNvPr id="13" name="Freeform 52">
            <a:extLst>
              <a:ext uri="{FF2B5EF4-FFF2-40B4-BE49-F238E27FC236}">
                <a16:creationId xmlns:a16="http://schemas.microsoft.com/office/drawing/2014/main" id="{8C821F99-9CAC-4AF4-A510-C489D83FB6B7}"/>
              </a:ext>
            </a:extLst>
          </p:cNvPr>
          <p:cNvSpPr>
            <a:spLocks noEditPoints="1"/>
          </p:cNvSpPr>
          <p:nvPr userDrawn="1"/>
        </p:nvSpPr>
        <p:spPr bwMode="auto">
          <a:xfrm>
            <a:off x="114520" y="450603"/>
            <a:ext cx="563441" cy="659948"/>
          </a:xfrm>
          <a:custGeom>
            <a:avLst/>
            <a:gdLst>
              <a:gd name="T0" fmla="*/ 342 w 495"/>
              <a:gd name="T1" fmla="*/ 490 h 581"/>
              <a:gd name="T2" fmla="*/ 267 w 495"/>
              <a:gd name="T3" fmla="*/ 393 h 581"/>
              <a:gd name="T4" fmla="*/ 155 w 495"/>
              <a:gd name="T5" fmla="*/ 426 h 581"/>
              <a:gd name="T6" fmla="*/ 159 w 495"/>
              <a:gd name="T7" fmla="*/ 351 h 581"/>
              <a:gd name="T8" fmla="*/ 108 w 495"/>
              <a:gd name="T9" fmla="*/ 266 h 581"/>
              <a:gd name="T10" fmla="*/ 118 w 495"/>
              <a:gd name="T11" fmla="*/ 114 h 581"/>
              <a:gd name="T12" fmla="*/ 157 w 495"/>
              <a:gd name="T13" fmla="*/ 118 h 581"/>
              <a:gd name="T14" fmla="*/ 168 w 495"/>
              <a:gd name="T15" fmla="*/ 129 h 581"/>
              <a:gd name="T16" fmla="*/ 173 w 495"/>
              <a:gd name="T17" fmla="*/ 168 h 581"/>
              <a:gd name="T18" fmla="*/ 68 w 495"/>
              <a:gd name="T19" fmla="*/ 266 h 581"/>
              <a:gd name="T20" fmla="*/ 153 w 495"/>
              <a:gd name="T21" fmla="*/ 111 h 581"/>
              <a:gd name="T22" fmla="*/ 142 w 495"/>
              <a:gd name="T23" fmla="*/ 149 h 581"/>
              <a:gd name="T24" fmla="*/ 181 w 495"/>
              <a:gd name="T25" fmla="*/ 133 h 581"/>
              <a:gd name="T26" fmla="*/ 182 w 495"/>
              <a:gd name="T27" fmla="*/ 47 h 581"/>
              <a:gd name="T28" fmla="*/ 197 w 495"/>
              <a:gd name="T29" fmla="*/ 282 h 581"/>
              <a:gd name="T30" fmla="*/ 199 w 495"/>
              <a:gd name="T31" fmla="*/ 136 h 581"/>
              <a:gd name="T32" fmla="*/ 201 w 495"/>
              <a:gd name="T33" fmla="*/ 5 h 581"/>
              <a:gd name="T34" fmla="*/ 212 w 495"/>
              <a:gd name="T35" fmla="*/ 61 h 581"/>
              <a:gd name="T36" fmla="*/ 256 w 495"/>
              <a:gd name="T37" fmla="*/ 145 h 581"/>
              <a:gd name="T38" fmla="*/ 279 w 495"/>
              <a:gd name="T39" fmla="*/ 84 h 581"/>
              <a:gd name="T40" fmla="*/ 358 w 495"/>
              <a:gd name="T41" fmla="*/ 54 h 581"/>
              <a:gd name="T42" fmla="*/ 412 w 495"/>
              <a:gd name="T43" fmla="*/ 93 h 581"/>
              <a:gd name="T44" fmla="*/ 431 w 495"/>
              <a:gd name="T45" fmla="*/ 95 h 581"/>
              <a:gd name="T46" fmla="*/ 463 w 495"/>
              <a:gd name="T47" fmla="*/ 155 h 581"/>
              <a:gd name="T48" fmla="*/ 222 w 495"/>
              <a:gd name="T49" fmla="*/ 279 h 581"/>
              <a:gd name="T50" fmla="*/ 350 w 495"/>
              <a:gd name="T51" fmla="*/ 257 h 581"/>
              <a:gd name="T52" fmla="*/ 398 w 495"/>
              <a:gd name="T53" fmla="*/ 210 h 581"/>
              <a:gd name="T54" fmla="*/ 407 w 495"/>
              <a:gd name="T55" fmla="*/ 219 h 581"/>
              <a:gd name="T56" fmla="*/ 412 w 495"/>
              <a:gd name="T57" fmla="*/ 451 h 581"/>
              <a:gd name="T58" fmla="*/ 406 w 495"/>
              <a:gd name="T59" fmla="*/ 320 h 581"/>
              <a:gd name="T60" fmla="*/ 469 w 495"/>
              <a:gd name="T61" fmla="*/ 184 h 581"/>
              <a:gd name="T62" fmla="*/ 460 w 495"/>
              <a:gd name="T63" fmla="*/ 233 h 581"/>
              <a:gd name="T64" fmla="*/ 384 w 495"/>
              <a:gd name="T65" fmla="*/ 222 h 581"/>
              <a:gd name="T66" fmla="*/ 421 w 495"/>
              <a:gd name="T67" fmla="*/ 188 h 581"/>
              <a:gd name="T68" fmla="*/ 364 w 495"/>
              <a:gd name="T69" fmla="*/ 225 h 581"/>
              <a:gd name="T70" fmla="*/ 361 w 495"/>
              <a:gd name="T71" fmla="*/ 188 h 581"/>
              <a:gd name="T72" fmla="*/ 387 w 495"/>
              <a:gd name="T73" fmla="*/ 356 h 581"/>
              <a:gd name="T74" fmla="*/ 220 w 495"/>
              <a:gd name="T75" fmla="*/ 351 h 581"/>
              <a:gd name="T76" fmla="*/ 236 w 495"/>
              <a:gd name="T77" fmla="*/ 315 h 581"/>
              <a:gd name="T78" fmla="*/ 207 w 495"/>
              <a:gd name="T79" fmla="*/ 171 h 581"/>
              <a:gd name="T80" fmla="*/ 239 w 495"/>
              <a:gd name="T81" fmla="*/ 166 h 581"/>
              <a:gd name="T82" fmla="*/ 252 w 495"/>
              <a:gd name="T83" fmla="*/ 158 h 581"/>
              <a:gd name="T84" fmla="*/ 270 w 495"/>
              <a:gd name="T85" fmla="*/ 130 h 581"/>
              <a:gd name="T86" fmla="*/ 279 w 495"/>
              <a:gd name="T87" fmla="*/ 100 h 581"/>
              <a:gd name="T88" fmla="*/ 394 w 495"/>
              <a:gd name="T89" fmla="*/ 130 h 581"/>
              <a:gd name="T90" fmla="*/ 438 w 495"/>
              <a:gd name="T91" fmla="*/ 100 h 581"/>
              <a:gd name="T92" fmla="*/ 439 w 495"/>
              <a:gd name="T93" fmla="*/ 153 h 581"/>
              <a:gd name="T94" fmla="*/ 457 w 495"/>
              <a:gd name="T95" fmla="*/ 159 h 581"/>
              <a:gd name="T96" fmla="*/ 475 w 495"/>
              <a:gd name="T97" fmla="*/ 100 h 581"/>
              <a:gd name="T98" fmla="*/ 456 w 495"/>
              <a:gd name="T99" fmla="*/ 80 h 581"/>
              <a:gd name="T100" fmla="*/ 344 w 495"/>
              <a:gd name="T101" fmla="*/ 34 h 581"/>
              <a:gd name="T102" fmla="*/ 207 w 495"/>
              <a:gd name="T103" fmla="*/ 0 h 581"/>
              <a:gd name="T104" fmla="*/ 173 w 495"/>
              <a:gd name="T105" fmla="*/ 7 h 581"/>
              <a:gd name="T106" fmla="*/ 144 w 495"/>
              <a:gd name="T107" fmla="*/ 23 h 581"/>
              <a:gd name="T108" fmla="*/ 122 w 495"/>
              <a:gd name="T109" fmla="*/ 51 h 581"/>
              <a:gd name="T110" fmla="*/ 149 w 495"/>
              <a:gd name="T111" fmla="*/ 82 h 581"/>
              <a:gd name="T112" fmla="*/ 59 w 495"/>
              <a:gd name="T113" fmla="*/ 98 h 581"/>
              <a:gd name="T114" fmla="*/ 108 w 495"/>
              <a:gd name="T115" fmla="*/ 286 h 581"/>
              <a:gd name="T116" fmla="*/ 153 w 495"/>
              <a:gd name="T117" fmla="*/ 307 h 581"/>
              <a:gd name="T118" fmla="*/ 103 w 495"/>
              <a:gd name="T119" fmla="*/ 418 h 581"/>
              <a:gd name="T120" fmla="*/ 495 w 495"/>
              <a:gd name="T121" fmla="*/ 512 h 5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95" h="581">
                <a:moveTo>
                  <a:pt x="370" y="368"/>
                </a:moveTo>
                <a:cubicBezTo>
                  <a:pt x="334" y="361"/>
                  <a:pt x="334" y="361"/>
                  <a:pt x="334" y="361"/>
                </a:cubicBezTo>
                <a:cubicBezTo>
                  <a:pt x="290" y="370"/>
                  <a:pt x="290" y="370"/>
                  <a:pt x="290" y="370"/>
                </a:cubicBezTo>
                <a:cubicBezTo>
                  <a:pt x="299" y="361"/>
                  <a:pt x="299" y="361"/>
                  <a:pt x="299" y="361"/>
                </a:cubicBezTo>
                <a:cubicBezTo>
                  <a:pt x="338" y="349"/>
                  <a:pt x="338" y="349"/>
                  <a:pt x="338" y="349"/>
                </a:cubicBezTo>
                <a:cubicBezTo>
                  <a:pt x="377" y="362"/>
                  <a:pt x="377" y="362"/>
                  <a:pt x="377" y="362"/>
                </a:cubicBezTo>
                <a:lnTo>
                  <a:pt x="370" y="368"/>
                </a:lnTo>
                <a:close/>
                <a:moveTo>
                  <a:pt x="342" y="490"/>
                </a:moveTo>
                <a:cubicBezTo>
                  <a:pt x="338" y="469"/>
                  <a:pt x="338" y="469"/>
                  <a:pt x="338" y="469"/>
                </a:cubicBezTo>
                <a:cubicBezTo>
                  <a:pt x="350" y="422"/>
                  <a:pt x="350" y="422"/>
                  <a:pt x="350" y="422"/>
                </a:cubicBezTo>
                <a:cubicBezTo>
                  <a:pt x="350" y="422"/>
                  <a:pt x="350" y="422"/>
                  <a:pt x="350" y="422"/>
                </a:cubicBezTo>
                <a:cubicBezTo>
                  <a:pt x="350" y="422"/>
                  <a:pt x="350" y="422"/>
                  <a:pt x="350" y="422"/>
                </a:cubicBezTo>
                <a:cubicBezTo>
                  <a:pt x="365" y="420"/>
                  <a:pt x="365" y="420"/>
                  <a:pt x="365" y="420"/>
                </a:cubicBezTo>
                <a:cubicBezTo>
                  <a:pt x="376" y="493"/>
                  <a:pt x="376" y="493"/>
                  <a:pt x="376" y="493"/>
                </a:cubicBezTo>
                <a:cubicBezTo>
                  <a:pt x="365" y="492"/>
                  <a:pt x="354" y="491"/>
                  <a:pt x="342" y="490"/>
                </a:cubicBezTo>
                <a:close/>
                <a:moveTo>
                  <a:pt x="267" y="393"/>
                </a:moveTo>
                <a:cubicBezTo>
                  <a:pt x="300" y="401"/>
                  <a:pt x="300" y="401"/>
                  <a:pt x="300" y="401"/>
                </a:cubicBezTo>
                <a:cubicBezTo>
                  <a:pt x="345" y="384"/>
                  <a:pt x="345" y="384"/>
                  <a:pt x="345" y="384"/>
                </a:cubicBezTo>
                <a:cubicBezTo>
                  <a:pt x="370" y="396"/>
                  <a:pt x="370" y="396"/>
                  <a:pt x="370" y="396"/>
                </a:cubicBezTo>
                <a:cubicBezTo>
                  <a:pt x="345" y="392"/>
                  <a:pt x="345" y="392"/>
                  <a:pt x="345" y="392"/>
                </a:cubicBezTo>
                <a:cubicBezTo>
                  <a:pt x="299" y="409"/>
                  <a:pt x="299" y="409"/>
                  <a:pt x="299" y="409"/>
                </a:cubicBezTo>
                <a:lnTo>
                  <a:pt x="267" y="393"/>
                </a:lnTo>
                <a:close/>
                <a:moveTo>
                  <a:pt x="172" y="472"/>
                </a:moveTo>
                <a:cubicBezTo>
                  <a:pt x="155" y="426"/>
                  <a:pt x="155" y="426"/>
                  <a:pt x="155" y="426"/>
                </a:cubicBezTo>
                <a:cubicBezTo>
                  <a:pt x="132" y="419"/>
                  <a:pt x="132" y="419"/>
                  <a:pt x="132" y="419"/>
                </a:cubicBezTo>
                <a:cubicBezTo>
                  <a:pt x="171" y="407"/>
                  <a:pt x="171" y="407"/>
                  <a:pt x="171" y="407"/>
                </a:cubicBezTo>
                <a:cubicBezTo>
                  <a:pt x="186" y="457"/>
                  <a:pt x="186" y="457"/>
                  <a:pt x="186" y="457"/>
                </a:cubicBezTo>
                <a:cubicBezTo>
                  <a:pt x="278" y="443"/>
                  <a:pt x="278" y="443"/>
                  <a:pt x="278" y="443"/>
                </a:cubicBezTo>
                <a:lnTo>
                  <a:pt x="172" y="472"/>
                </a:lnTo>
                <a:close/>
                <a:moveTo>
                  <a:pt x="155" y="326"/>
                </a:moveTo>
                <a:cubicBezTo>
                  <a:pt x="159" y="326"/>
                  <a:pt x="159" y="326"/>
                  <a:pt x="159" y="326"/>
                </a:cubicBezTo>
                <a:cubicBezTo>
                  <a:pt x="159" y="351"/>
                  <a:pt x="159" y="351"/>
                  <a:pt x="159" y="351"/>
                </a:cubicBezTo>
                <a:cubicBezTo>
                  <a:pt x="155" y="351"/>
                  <a:pt x="155" y="351"/>
                  <a:pt x="155" y="351"/>
                </a:cubicBezTo>
                <a:lnTo>
                  <a:pt x="155" y="326"/>
                </a:lnTo>
                <a:close/>
                <a:moveTo>
                  <a:pt x="164" y="326"/>
                </a:moveTo>
                <a:cubicBezTo>
                  <a:pt x="187" y="326"/>
                  <a:pt x="187" y="326"/>
                  <a:pt x="187" y="326"/>
                </a:cubicBezTo>
                <a:cubicBezTo>
                  <a:pt x="187" y="351"/>
                  <a:pt x="187" y="351"/>
                  <a:pt x="187" y="351"/>
                </a:cubicBezTo>
                <a:cubicBezTo>
                  <a:pt x="164" y="351"/>
                  <a:pt x="164" y="351"/>
                  <a:pt x="164" y="351"/>
                </a:cubicBezTo>
                <a:lnTo>
                  <a:pt x="164" y="326"/>
                </a:lnTo>
                <a:close/>
                <a:moveTo>
                  <a:pt x="108" y="266"/>
                </a:moveTo>
                <a:cubicBezTo>
                  <a:pt x="108" y="266"/>
                  <a:pt x="108" y="266"/>
                  <a:pt x="108" y="266"/>
                </a:cubicBezTo>
                <a:cubicBezTo>
                  <a:pt x="79" y="266"/>
                  <a:pt x="79" y="266"/>
                  <a:pt x="79" y="266"/>
                </a:cubicBezTo>
                <a:cubicBezTo>
                  <a:pt x="79" y="100"/>
                  <a:pt x="79" y="100"/>
                  <a:pt x="79" y="100"/>
                </a:cubicBezTo>
                <a:cubicBezTo>
                  <a:pt x="110" y="100"/>
                  <a:pt x="110" y="100"/>
                  <a:pt x="110" y="100"/>
                </a:cubicBezTo>
                <a:cubicBezTo>
                  <a:pt x="110" y="98"/>
                  <a:pt x="110" y="98"/>
                  <a:pt x="110" y="98"/>
                </a:cubicBezTo>
                <a:cubicBezTo>
                  <a:pt x="149" y="98"/>
                  <a:pt x="149" y="98"/>
                  <a:pt x="149" y="98"/>
                </a:cubicBezTo>
                <a:cubicBezTo>
                  <a:pt x="149" y="99"/>
                  <a:pt x="149" y="100"/>
                  <a:pt x="150" y="101"/>
                </a:cubicBezTo>
                <a:cubicBezTo>
                  <a:pt x="118" y="114"/>
                  <a:pt x="118" y="114"/>
                  <a:pt x="118" y="114"/>
                </a:cubicBezTo>
                <a:cubicBezTo>
                  <a:pt x="117" y="112"/>
                  <a:pt x="117" y="112"/>
                  <a:pt x="117" y="112"/>
                </a:cubicBezTo>
                <a:cubicBezTo>
                  <a:pt x="117" y="112"/>
                  <a:pt x="117" y="112"/>
                  <a:pt x="117" y="112"/>
                </a:cubicBezTo>
                <a:cubicBezTo>
                  <a:pt x="113" y="114"/>
                  <a:pt x="113" y="114"/>
                  <a:pt x="113" y="114"/>
                </a:cubicBezTo>
                <a:cubicBezTo>
                  <a:pt x="120" y="132"/>
                  <a:pt x="120" y="132"/>
                  <a:pt x="120" y="132"/>
                </a:cubicBezTo>
                <a:cubicBezTo>
                  <a:pt x="124" y="130"/>
                  <a:pt x="124" y="130"/>
                  <a:pt x="124" y="130"/>
                </a:cubicBezTo>
                <a:cubicBezTo>
                  <a:pt x="123" y="128"/>
                  <a:pt x="123" y="128"/>
                  <a:pt x="123" y="128"/>
                </a:cubicBezTo>
                <a:cubicBezTo>
                  <a:pt x="155" y="115"/>
                  <a:pt x="155" y="115"/>
                  <a:pt x="155" y="115"/>
                </a:cubicBezTo>
                <a:cubicBezTo>
                  <a:pt x="156" y="116"/>
                  <a:pt x="157" y="117"/>
                  <a:pt x="157" y="118"/>
                </a:cubicBezTo>
                <a:cubicBezTo>
                  <a:pt x="134" y="142"/>
                  <a:pt x="134" y="142"/>
                  <a:pt x="134" y="142"/>
                </a:cubicBezTo>
                <a:cubicBezTo>
                  <a:pt x="132" y="141"/>
                  <a:pt x="132" y="141"/>
                  <a:pt x="132" y="141"/>
                </a:cubicBezTo>
                <a:cubicBezTo>
                  <a:pt x="132" y="141"/>
                  <a:pt x="132" y="141"/>
                  <a:pt x="132" y="141"/>
                </a:cubicBezTo>
                <a:cubicBezTo>
                  <a:pt x="129" y="144"/>
                  <a:pt x="129" y="144"/>
                  <a:pt x="129" y="144"/>
                </a:cubicBezTo>
                <a:cubicBezTo>
                  <a:pt x="143" y="158"/>
                  <a:pt x="143" y="158"/>
                  <a:pt x="143" y="158"/>
                </a:cubicBezTo>
                <a:cubicBezTo>
                  <a:pt x="146" y="155"/>
                  <a:pt x="146" y="155"/>
                  <a:pt x="146" y="155"/>
                </a:cubicBezTo>
                <a:cubicBezTo>
                  <a:pt x="144" y="153"/>
                  <a:pt x="144" y="153"/>
                  <a:pt x="144" y="153"/>
                </a:cubicBezTo>
                <a:cubicBezTo>
                  <a:pt x="168" y="129"/>
                  <a:pt x="168" y="129"/>
                  <a:pt x="168" y="129"/>
                </a:cubicBezTo>
                <a:cubicBezTo>
                  <a:pt x="169" y="130"/>
                  <a:pt x="170" y="131"/>
                  <a:pt x="171" y="131"/>
                </a:cubicBezTo>
                <a:cubicBezTo>
                  <a:pt x="159" y="163"/>
                  <a:pt x="159" y="163"/>
                  <a:pt x="159" y="163"/>
                </a:cubicBezTo>
                <a:cubicBezTo>
                  <a:pt x="157" y="162"/>
                  <a:pt x="157" y="162"/>
                  <a:pt x="157" y="162"/>
                </a:cubicBezTo>
                <a:cubicBezTo>
                  <a:pt x="157" y="162"/>
                  <a:pt x="157" y="162"/>
                  <a:pt x="157" y="162"/>
                </a:cubicBezTo>
                <a:cubicBezTo>
                  <a:pt x="155" y="166"/>
                  <a:pt x="155" y="166"/>
                  <a:pt x="155" y="166"/>
                </a:cubicBezTo>
                <a:cubicBezTo>
                  <a:pt x="173" y="173"/>
                  <a:pt x="173" y="173"/>
                  <a:pt x="173" y="173"/>
                </a:cubicBezTo>
                <a:cubicBezTo>
                  <a:pt x="175" y="169"/>
                  <a:pt x="175" y="169"/>
                  <a:pt x="175" y="169"/>
                </a:cubicBezTo>
                <a:cubicBezTo>
                  <a:pt x="173" y="168"/>
                  <a:pt x="173" y="168"/>
                  <a:pt x="173" y="168"/>
                </a:cubicBezTo>
                <a:cubicBezTo>
                  <a:pt x="185" y="137"/>
                  <a:pt x="185" y="137"/>
                  <a:pt x="185" y="137"/>
                </a:cubicBezTo>
                <a:cubicBezTo>
                  <a:pt x="187" y="137"/>
                  <a:pt x="188" y="138"/>
                  <a:pt x="190" y="138"/>
                </a:cubicBezTo>
                <a:cubicBezTo>
                  <a:pt x="190" y="171"/>
                  <a:pt x="190" y="171"/>
                  <a:pt x="190" y="171"/>
                </a:cubicBezTo>
                <a:cubicBezTo>
                  <a:pt x="187" y="171"/>
                  <a:pt x="187" y="171"/>
                  <a:pt x="187" y="171"/>
                </a:cubicBezTo>
                <a:cubicBezTo>
                  <a:pt x="187" y="266"/>
                  <a:pt x="187" y="266"/>
                  <a:pt x="187" y="266"/>
                </a:cubicBezTo>
                <a:lnTo>
                  <a:pt x="108" y="266"/>
                </a:lnTo>
                <a:close/>
                <a:moveTo>
                  <a:pt x="74" y="266"/>
                </a:moveTo>
                <a:cubicBezTo>
                  <a:pt x="68" y="266"/>
                  <a:pt x="68" y="266"/>
                  <a:pt x="68" y="266"/>
                </a:cubicBezTo>
                <a:cubicBezTo>
                  <a:pt x="68" y="100"/>
                  <a:pt x="68" y="100"/>
                  <a:pt x="68" y="100"/>
                </a:cubicBezTo>
                <a:cubicBezTo>
                  <a:pt x="74" y="100"/>
                  <a:pt x="74" y="100"/>
                  <a:pt x="74" y="100"/>
                </a:cubicBezTo>
                <a:lnTo>
                  <a:pt x="74" y="266"/>
                </a:lnTo>
                <a:close/>
                <a:moveTo>
                  <a:pt x="153" y="111"/>
                </a:moveTo>
                <a:cubicBezTo>
                  <a:pt x="153" y="112"/>
                  <a:pt x="154" y="112"/>
                  <a:pt x="154" y="113"/>
                </a:cubicBezTo>
                <a:cubicBezTo>
                  <a:pt x="125" y="125"/>
                  <a:pt x="125" y="125"/>
                  <a:pt x="125" y="125"/>
                </a:cubicBezTo>
                <a:cubicBezTo>
                  <a:pt x="124" y="123"/>
                  <a:pt x="124" y="123"/>
                  <a:pt x="124" y="123"/>
                </a:cubicBezTo>
                <a:lnTo>
                  <a:pt x="153" y="111"/>
                </a:lnTo>
                <a:close/>
                <a:moveTo>
                  <a:pt x="122" y="57"/>
                </a:moveTo>
                <a:cubicBezTo>
                  <a:pt x="123" y="55"/>
                  <a:pt x="123" y="55"/>
                  <a:pt x="123" y="55"/>
                </a:cubicBezTo>
                <a:cubicBezTo>
                  <a:pt x="156" y="69"/>
                  <a:pt x="156" y="69"/>
                  <a:pt x="156" y="69"/>
                </a:cubicBezTo>
                <a:cubicBezTo>
                  <a:pt x="155" y="70"/>
                  <a:pt x="155" y="70"/>
                  <a:pt x="155" y="70"/>
                </a:cubicBezTo>
                <a:lnTo>
                  <a:pt x="122" y="57"/>
                </a:lnTo>
                <a:close/>
                <a:moveTo>
                  <a:pt x="166" y="124"/>
                </a:moveTo>
                <a:cubicBezTo>
                  <a:pt x="166" y="125"/>
                  <a:pt x="167" y="125"/>
                  <a:pt x="168" y="126"/>
                </a:cubicBezTo>
                <a:cubicBezTo>
                  <a:pt x="142" y="149"/>
                  <a:pt x="142" y="149"/>
                  <a:pt x="142" y="149"/>
                </a:cubicBezTo>
                <a:cubicBezTo>
                  <a:pt x="141" y="148"/>
                  <a:pt x="141" y="148"/>
                  <a:pt x="141" y="148"/>
                </a:cubicBezTo>
                <a:lnTo>
                  <a:pt x="166" y="124"/>
                </a:lnTo>
                <a:close/>
                <a:moveTo>
                  <a:pt x="140" y="29"/>
                </a:moveTo>
                <a:cubicBezTo>
                  <a:pt x="144" y="30"/>
                  <a:pt x="144" y="30"/>
                  <a:pt x="144" y="30"/>
                </a:cubicBezTo>
                <a:cubicBezTo>
                  <a:pt x="168" y="54"/>
                  <a:pt x="168" y="54"/>
                  <a:pt x="168" y="54"/>
                </a:cubicBezTo>
                <a:cubicBezTo>
                  <a:pt x="166" y="56"/>
                  <a:pt x="166" y="56"/>
                  <a:pt x="166" y="56"/>
                </a:cubicBezTo>
                <a:lnTo>
                  <a:pt x="140" y="29"/>
                </a:lnTo>
                <a:close/>
                <a:moveTo>
                  <a:pt x="181" y="133"/>
                </a:moveTo>
                <a:cubicBezTo>
                  <a:pt x="182" y="133"/>
                  <a:pt x="182" y="134"/>
                  <a:pt x="183" y="134"/>
                </a:cubicBezTo>
                <a:cubicBezTo>
                  <a:pt x="170" y="166"/>
                  <a:pt x="170" y="166"/>
                  <a:pt x="170" y="166"/>
                </a:cubicBezTo>
                <a:cubicBezTo>
                  <a:pt x="168" y="165"/>
                  <a:pt x="168" y="165"/>
                  <a:pt x="168" y="165"/>
                </a:cubicBezTo>
                <a:lnTo>
                  <a:pt x="181" y="133"/>
                </a:lnTo>
                <a:close/>
                <a:moveTo>
                  <a:pt x="167" y="10"/>
                </a:moveTo>
                <a:cubicBezTo>
                  <a:pt x="171" y="17"/>
                  <a:pt x="171" y="17"/>
                  <a:pt x="171" y="17"/>
                </a:cubicBezTo>
                <a:cubicBezTo>
                  <a:pt x="185" y="46"/>
                  <a:pt x="185" y="46"/>
                  <a:pt x="185" y="46"/>
                </a:cubicBezTo>
                <a:cubicBezTo>
                  <a:pt x="184" y="46"/>
                  <a:pt x="183" y="47"/>
                  <a:pt x="182" y="47"/>
                </a:cubicBezTo>
                <a:lnTo>
                  <a:pt x="167" y="10"/>
                </a:lnTo>
                <a:close/>
                <a:moveTo>
                  <a:pt x="197" y="323"/>
                </a:moveTo>
                <a:cubicBezTo>
                  <a:pt x="197" y="323"/>
                  <a:pt x="197" y="323"/>
                  <a:pt x="197" y="323"/>
                </a:cubicBezTo>
                <a:cubicBezTo>
                  <a:pt x="201" y="328"/>
                  <a:pt x="201" y="328"/>
                  <a:pt x="201" y="328"/>
                </a:cubicBezTo>
                <a:cubicBezTo>
                  <a:pt x="201" y="351"/>
                  <a:pt x="201" y="351"/>
                  <a:pt x="201" y="351"/>
                </a:cubicBezTo>
                <a:cubicBezTo>
                  <a:pt x="197" y="351"/>
                  <a:pt x="197" y="351"/>
                  <a:pt x="197" y="351"/>
                </a:cubicBezTo>
                <a:lnTo>
                  <a:pt x="197" y="323"/>
                </a:lnTo>
                <a:close/>
                <a:moveTo>
                  <a:pt x="197" y="282"/>
                </a:moveTo>
                <a:cubicBezTo>
                  <a:pt x="197" y="282"/>
                  <a:pt x="197" y="282"/>
                  <a:pt x="197" y="282"/>
                </a:cubicBezTo>
                <a:cubicBezTo>
                  <a:pt x="201" y="287"/>
                  <a:pt x="201" y="287"/>
                  <a:pt x="201" y="287"/>
                </a:cubicBezTo>
                <a:cubicBezTo>
                  <a:pt x="201" y="307"/>
                  <a:pt x="201" y="307"/>
                  <a:pt x="201" y="307"/>
                </a:cubicBezTo>
                <a:cubicBezTo>
                  <a:pt x="197" y="307"/>
                  <a:pt x="197" y="307"/>
                  <a:pt x="197" y="307"/>
                </a:cubicBezTo>
                <a:lnTo>
                  <a:pt x="197" y="282"/>
                </a:lnTo>
                <a:close/>
                <a:moveTo>
                  <a:pt x="197" y="171"/>
                </a:moveTo>
                <a:cubicBezTo>
                  <a:pt x="199" y="171"/>
                  <a:pt x="199" y="171"/>
                  <a:pt x="199" y="171"/>
                </a:cubicBezTo>
                <a:cubicBezTo>
                  <a:pt x="199" y="136"/>
                  <a:pt x="199" y="136"/>
                  <a:pt x="199" y="136"/>
                </a:cubicBezTo>
                <a:cubicBezTo>
                  <a:pt x="200" y="136"/>
                  <a:pt x="201" y="136"/>
                  <a:pt x="201" y="136"/>
                </a:cubicBezTo>
                <a:cubicBezTo>
                  <a:pt x="201" y="171"/>
                  <a:pt x="201" y="171"/>
                  <a:pt x="201" y="171"/>
                </a:cubicBezTo>
                <a:cubicBezTo>
                  <a:pt x="201" y="171"/>
                  <a:pt x="201" y="171"/>
                  <a:pt x="201" y="171"/>
                </a:cubicBezTo>
                <a:cubicBezTo>
                  <a:pt x="201" y="267"/>
                  <a:pt x="201" y="267"/>
                  <a:pt x="201" y="267"/>
                </a:cubicBezTo>
                <a:cubicBezTo>
                  <a:pt x="197" y="267"/>
                  <a:pt x="197" y="267"/>
                  <a:pt x="197" y="267"/>
                </a:cubicBezTo>
                <a:lnTo>
                  <a:pt x="197" y="171"/>
                </a:lnTo>
                <a:close/>
                <a:moveTo>
                  <a:pt x="199" y="5"/>
                </a:moveTo>
                <a:cubicBezTo>
                  <a:pt x="201" y="5"/>
                  <a:pt x="201" y="5"/>
                  <a:pt x="201" y="5"/>
                </a:cubicBezTo>
                <a:cubicBezTo>
                  <a:pt x="201" y="45"/>
                  <a:pt x="201" y="45"/>
                  <a:pt x="201" y="45"/>
                </a:cubicBezTo>
                <a:cubicBezTo>
                  <a:pt x="201" y="45"/>
                  <a:pt x="200" y="45"/>
                  <a:pt x="199" y="44"/>
                </a:cubicBezTo>
                <a:lnTo>
                  <a:pt x="199" y="5"/>
                </a:lnTo>
                <a:close/>
                <a:moveTo>
                  <a:pt x="212" y="61"/>
                </a:moveTo>
                <a:cubicBezTo>
                  <a:pt x="217" y="61"/>
                  <a:pt x="222" y="66"/>
                  <a:pt x="222" y="71"/>
                </a:cubicBezTo>
                <a:cubicBezTo>
                  <a:pt x="222" y="77"/>
                  <a:pt x="217" y="81"/>
                  <a:pt x="212" y="81"/>
                </a:cubicBezTo>
                <a:cubicBezTo>
                  <a:pt x="206" y="81"/>
                  <a:pt x="202" y="77"/>
                  <a:pt x="202" y="71"/>
                </a:cubicBezTo>
                <a:cubicBezTo>
                  <a:pt x="202" y="66"/>
                  <a:pt x="206" y="61"/>
                  <a:pt x="212" y="61"/>
                </a:cubicBezTo>
                <a:close/>
                <a:moveTo>
                  <a:pt x="231" y="164"/>
                </a:moveTo>
                <a:cubicBezTo>
                  <a:pt x="230" y="164"/>
                  <a:pt x="230" y="164"/>
                  <a:pt x="230" y="164"/>
                </a:cubicBezTo>
                <a:cubicBezTo>
                  <a:pt x="217" y="131"/>
                  <a:pt x="217" y="131"/>
                  <a:pt x="217" y="131"/>
                </a:cubicBezTo>
                <a:cubicBezTo>
                  <a:pt x="220" y="130"/>
                  <a:pt x="220" y="130"/>
                  <a:pt x="220" y="130"/>
                </a:cubicBezTo>
                <a:lnTo>
                  <a:pt x="231" y="164"/>
                </a:lnTo>
                <a:close/>
                <a:moveTo>
                  <a:pt x="233" y="119"/>
                </a:moveTo>
                <a:cubicBezTo>
                  <a:pt x="258" y="143"/>
                  <a:pt x="258" y="143"/>
                  <a:pt x="258" y="143"/>
                </a:cubicBezTo>
                <a:cubicBezTo>
                  <a:pt x="256" y="145"/>
                  <a:pt x="256" y="145"/>
                  <a:pt x="256" y="145"/>
                </a:cubicBezTo>
                <a:cubicBezTo>
                  <a:pt x="231" y="120"/>
                  <a:pt x="231" y="120"/>
                  <a:pt x="231" y="120"/>
                </a:cubicBezTo>
                <a:cubicBezTo>
                  <a:pt x="232" y="120"/>
                  <a:pt x="232" y="119"/>
                  <a:pt x="233" y="119"/>
                </a:cubicBezTo>
                <a:close/>
                <a:moveTo>
                  <a:pt x="241" y="103"/>
                </a:moveTo>
                <a:cubicBezTo>
                  <a:pt x="273" y="116"/>
                  <a:pt x="273" y="116"/>
                  <a:pt x="273" y="116"/>
                </a:cubicBezTo>
                <a:cubicBezTo>
                  <a:pt x="272" y="118"/>
                  <a:pt x="272" y="118"/>
                  <a:pt x="272" y="118"/>
                </a:cubicBezTo>
                <a:cubicBezTo>
                  <a:pt x="240" y="104"/>
                  <a:pt x="240" y="104"/>
                  <a:pt x="240" y="104"/>
                </a:cubicBezTo>
                <a:cubicBezTo>
                  <a:pt x="240" y="104"/>
                  <a:pt x="241" y="103"/>
                  <a:pt x="241" y="103"/>
                </a:cubicBezTo>
                <a:close/>
                <a:moveTo>
                  <a:pt x="279" y="84"/>
                </a:moveTo>
                <a:cubicBezTo>
                  <a:pt x="375" y="84"/>
                  <a:pt x="375" y="84"/>
                  <a:pt x="375" y="84"/>
                </a:cubicBezTo>
                <a:cubicBezTo>
                  <a:pt x="375" y="88"/>
                  <a:pt x="375" y="88"/>
                  <a:pt x="375" y="88"/>
                </a:cubicBezTo>
                <a:cubicBezTo>
                  <a:pt x="279" y="88"/>
                  <a:pt x="279" y="88"/>
                  <a:pt x="279" y="88"/>
                </a:cubicBezTo>
                <a:lnTo>
                  <a:pt x="279" y="84"/>
                </a:lnTo>
                <a:close/>
                <a:moveTo>
                  <a:pt x="359" y="55"/>
                </a:moveTo>
                <a:cubicBezTo>
                  <a:pt x="362" y="80"/>
                  <a:pt x="362" y="80"/>
                  <a:pt x="362" y="80"/>
                </a:cubicBezTo>
                <a:cubicBezTo>
                  <a:pt x="360" y="80"/>
                  <a:pt x="360" y="80"/>
                  <a:pt x="360" y="80"/>
                </a:cubicBezTo>
                <a:cubicBezTo>
                  <a:pt x="358" y="54"/>
                  <a:pt x="358" y="54"/>
                  <a:pt x="358" y="54"/>
                </a:cubicBezTo>
                <a:lnTo>
                  <a:pt x="359" y="55"/>
                </a:lnTo>
                <a:close/>
                <a:moveTo>
                  <a:pt x="370" y="67"/>
                </a:moveTo>
                <a:cubicBezTo>
                  <a:pt x="397" y="83"/>
                  <a:pt x="397" y="83"/>
                  <a:pt x="397" y="83"/>
                </a:cubicBezTo>
                <a:cubicBezTo>
                  <a:pt x="397" y="85"/>
                  <a:pt x="397" y="85"/>
                  <a:pt x="397" y="85"/>
                </a:cubicBezTo>
                <a:cubicBezTo>
                  <a:pt x="370" y="72"/>
                  <a:pt x="370" y="72"/>
                  <a:pt x="370" y="72"/>
                </a:cubicBezTo>
                <a:lnTo>
                  <a:pt x="370" y="67"/>
                </a:lnTo>
                <a:close/>
                <a:moveTo>
                  <a:pt x="411" y="89"/>
                </a:moveTo>
                <a:cubicBezTo>
                  <a:pt x="412" y="93"/>
                  <a:pt x="412" y="93"/>
                  <a:pt x="412" y="93"/>
                </a:cubicBezTo>
                <a:cubicBezTo>
                  <a:pt x="382" y="99"/>
                  <a:pt x="382" y="99"/>
                  <a:pt x="382" y="99"/>
                </a:cubicBezTo>
                <a:cubicBezTo>
                  <a:pt x="378" y="97"/>
                  <a:pt x="378" y="97"/>
                  <a:pt x="378" y="97"/>
                </a:cubicBezTo>
                <a:lnTo>
                  <a:pt x="411" y="89"/>
                </a:lnTo>
                <a:close/>
                <a:moveTo>
                  <a:pt x="431" y="95"/>
                </a:moveTo>
                <a:cubicBezTo>
                  <a:pt x="403" y="130"/>
                  <a:pt x="403" y="130"/>
                  <a:pt x="403" y="130"/>
                </a:cubicBezTo>
                <a:cubicBezTo>
                  <a:pt x="400" y="127"/>
                  <a:pt x="400" y="127"/>
                  <a:pt x="400" y="127"/>
                </a:cubicBezTo>
                <a:cubicBezTo>
                  <a:pt x="428" y="91"/>
                  <a:pt x="428" y="91"/>
                  <a:pt x="428" y="91"/>
                </a:cubicBezTo>
                <a:lnTo>
                  <a:pt x="431" y="95"/>
                </a:lnTo>
                <a:close/>
                <a:moveTo>
                  <a:pt x="447" y="98"/>
                </a:moveTo>
                <a:cubicBezTo>
                  <a:pt x="432" y="144"/>
                  <a:pt x="432" y="144"/>
                  <a:pt x="432" y="144"/>
                </a:cubicBezTo>
                <a:cubicBezTo>
                  <a:pt x="430" y="143"/>
                  <a:pt x="430" y="143"/>
                  <a:pt x="430" y="143"/>
                </a:cubicBezTo>
                <a:cubicBezTo>
                  <a:pt x="445" y="96"/>
                  <a:pt x="445" y="96"/>
                  <a:pt x="445" y="96"/>
                </a:cubicBezTo>
                <a:lnTo>
                  <a:pt x="447" y="98"/>
                </a:lnTo>
                <a:close/>
                <a:moveTo>
                  <a:pt x="461" y="95"/>
                </a:moveTo>
                <a:cubicBezTo>
                  <a:pt x="463" y="95"/>
                  <a:pt x="463" y="95"/>
                  <a:pt x="463" y="95"/>
                </a:cubicBezTo>
                <a:cubicBezTo>
                  <a:pt x="463" y="155"/>
                  <a:pt x="463" y="155"/>
                  <a:pt x="463" y="155"/>
                </a:cubicBezTo>
                <a:cubicBezTo>
                  <a:pt x="461" y="155"/>
                  <a:pt x="461" y="155"/>
                  <a:pt x="461" y="155"/>
                </a:cubicBezTo>
                <a:lnTo>
                  <a:pt x="461" y="95"/>
                </a:lnTo>
                <a:close/>
                <a:moveTo>
                  <a:pt x="207" y="286"/>
                </a:moveTo>
                <a:cubicBezTo>
                  <a:pt x="217" y="286"/>
                  <a:pt x="217" y="286"/>
                  <a:pt x="217" y="286"/>
                </a:cubicBezTo>
                <a:cubicBezTo>
                  <a:pt x="217" y="307"/>
                  <a:pt x="217" y="307"/>
                  <a:pt x="217" y="307"/>
                </a:cubicBezTo>
                <a:cubicBezTo>
                  <a:pt x="207" y="307"/>
                  <a:pt x="207" y="307"/>
                  <a:pt x="207" y="307"/>
                </a:cubicBezTo>
                <a:lnTo>
                  <a:pt x="207" y="286"/>
                </a:lnTo>
                <a:close/>
                <a:moveTo>
                  <a:pt x="222" y="279"/>
                </a:moveTo>
                <a:cubicBezTo>
                  <a:pt x="226" y="276"/>
                  <a:pt x="226" y="276"/>
                  <a:pt x="226" y="276"/>
                </a:cubicBezTo>
                <a:cubicBezTo>
                  <a:pt x="226" y="311"/>
                  <a:pt x="226" y="311"/>
                  <a:pt x="226" y="311"/>
                </a:cubicBezTo>
                <a:cubicBezTo>
                  <a:pt x="222" y="309"/>
                  <a:pt x="222" y="309"/>
                  <a:pt x="222" y="309"/>
                </a:cubicBezTo>
                <a:lnTo>
                  <a:pt x="222" y="279"/>
                </a:lnTo>
                <a:close/>
                <a:moveTo>
                  <a:pt x="345" y="260"/>
                </a:moveTo>
                <a:cubicBezTo>
                  <a:pt x="345" y="236"/>
                  <a:pt x="345" y="236"/>
                  <a:pt x="345" y="236"/>
                </a:cubicBezTo>
                <a:cubicBezTo>
                  <a:pt x="348" y="236"/>
                  <a:pt x="348" y="236"/>
                  <a:pt x="348" y="236"/>
                </a:cubicBezTo>
                <a:cubicBezTo>
                  <a:pt x="350" y="257"/>
                  <a:pt x="350" y="257"/>
                  <a:pt x="350" y="257"/>
                </a:cubicBezTo>
                <a:cubicBezTo>
                  <a:pt x="365" y="285"/>
                  <a:pt x="365" y="285"/>
                  <a:pt x="365" y="285"/>
                </a:cubicBezTo>
                <a:lnTo>
                  <a:pt x="345" y="260"/>
                </a:lnTo>
                <a:close/>
                <a:moveTo>
                  <a:pt x="397" y="192"/>
                </a:moveTo>
                <a:cubicBezTo>
                  <a:pt x="397" y="182"/>
                  <a:pt x="397" y="182"/>
                  <a:pt x="397" y="182"/>
                </a:cubicBezTo>
                <a:cubicBezTo>
                  <a:pt x="401" y="182"/>
                  <a:pt x="401" y="182"/>
                  <a:pt x="401" y="182"/>
                </a:cubicBezTo>
                <a:cubicBezTo>
                  <a:pt x="409" y="190"/>
                  <a:pt x="409" y="190"/>
                  <a:pt x="409" y="190"/>
                </a:cubicBezTo>
                <a:cubicBezTo>
                  <a:pt x="407" y="204"/>
                  <a:pt x="407" y="204"/>
                  <a:pt x="407" y="204"/>
                </a:cubicBezTo>
                <a:cubicBezTo>
                  <a:pt x="398" y="210"/>
                  <a:pt x="398" y="210"/>
                  <a:pt x="398" y="210"/>
                </a:cubicBezTo>
                <a:cubicBezTo>
                  <a:pt x="395" y="210"/>
                  <a:pt x="395" y="210"/>
                  <a:pt x="395" y="210"/>
                </a:cubicBezTo>
                <a:cubicBezTo>
                  <a:pt x="395" y="203"/>
                  <a:pt x="395" y="203"/>
                  <a:pt x="395" y="203"/>
                </a:cubicBezTo>
                <a:cubicBezTo>
                  <a:pt x="400" y="203"/>
                  <a:pt x="400" y="203"/>
                  <a:pt x="400" y="203"/>
                </a:cubicBezTo>
                <a:cubicBezTo>
                  <a:pt x="400" y="201"/>
                  <a:pt x="400" y="201"/>
                  <a:pt x="400" y="201"/>
                </a:cubicBezTo>
                <a:cubicBezTo>
                  <a:pt x="395" y="201"/>
                  <a:pt x="395" y="201"/>
                  <a:pt x="395" y="201"/>
                </a:cubicBezTo>
                <a:cubicBezTo>
                  <a:pt x="395" y="192"/>
                  <a:pt x="395" y="192"/>
                  <a:pt x="395" y="192"/>
                </a:cubicBezTo>
                <a:lnTo>
                  <a:pt x="397" y="192"/>
                </a:lnTo>
                <a:close/>
                <a:moveTo>
                  <a:pt x="407" y="219"/>
                </a:moveTo>
                <a:cubicBezTo>
                  <a:pt x="401" y="219"/>
                  <a:pt x="401" y="219"/>
                  <a:pt x="401" y="219"/>
                </a:cubicBezTo>
                <a:cubicBezTo>
                  <a:pt x="401" y="212"/>
                  <a:pt x="401" y="212"/>
                  <a:pt x="401" y="212"/>
                </a:cubicBezTo>
                <a:cubicBezTo>
                  <a:pt x="412" y="206"/>
                  <a:pt x="412" y="206"/>
                  <a:pt x="412" y="206"/>
                </a:cubicBezTo>
                <a:lnTo>
                  <a:pt x="407" y="219"/>
                </a:lnTo>
                <a:close/>
                <a:moveTo>
                  <a:pt x="413" y="497"/>
                </a:moveTo>
                <a:cubicBezTo>
                  <a:pt x="426" y="428"/>
                  <a:pt x="426" y="428"/>
                  <a:pt x="426" y="428"/>
                </a:cubicBezTo>
                <a:cubicBezTo>
                  <a:pt x="423" y="403"/>
                  <a:pt x="423" y="403"/>
                  <a:pt x="423" y="403"/>
                </a:cubicBezTo>
                <a:cubicBezTo>
                  <a:pt x="412" y="451"/>
                  <a:pt x="412" y="451"/>
                  <a:pt x="412" y="451"/>
                </a:cubicBezTo>
                <a:cubicBezTo>
                  <a:pt x="406" y="451"/>
                  <a:pt x="406" y="451"/>
                  <a:pt x="406" y="451"/>
                </a:cubicBezTo>
                <a:cubicBezTo>
                  <a:pt x="406" y="408"/>
                  <a:pt x="406" y="408"/>
                  <a:pt x="406" y="408"/>
                </a:cubicBezTo>
                <a:cubicBezTo>
                  <a:pt x="424" y="395"/>
                  <a:pt x="424" y="395"/>
                  <a:pt x="424" y="395"/>
                </a:cubicBezTo>
                <a:cubicBezTo>
                  <a:pt x="433" y="320"/>
                  <a:pt x="433" y="320"/>
                  <a:pt x="433" y="320"/>
                </a:cubicBezTo>
                <a:cubicBezTo>
                  <a:pt x="398" y="400"/>
                  <a:pt x="398" y="400"/>
                  <a:pt x="398" y="400"/>
                </a:cubicBezTo>
                <a:cubicBezTo>
                  <a:pt x="395" y="400"/>
                  <a:pt x="395" y="400"/>
                  <a:pt x="395" y="400"/>
                </a:cubicBezTo>
                <a:cubicBezTo>
                  <a:pt x="395" y="351"/>
                  <a:pt x="395" y="351"/>
                  <a:pt x="395" y="351"/>
                </a:cubicBezTo>
                <a:cubicBezTo>
                  <a:pt x="406" y="320"/>
                  <a:pt x="406" y="320"/>
                  <a:pt x="406" y="320"/>
                </a:cubicBezTo>
                <a:cubicBezTo>
                  <a:pt x="385" y="302"/>
                  <a:pt x="385" y="302"/>
                  <a:pt x="385" y="302"/>
                </a:cubicBezTo>
                <a:cubicBezTo>
                  <a:pt x="406" y="280"/>
                  <a:pt x="406" y="280"/>
                  <a:pt x="406" y="280"/>
                </a:cubicBezTo>
                <a:cubicBezTo>
                  <a:pt x="413" y="284"/>
                  <a:pt x="413" y="284"/>
                  <a:pt x="413" y="284"/>
                </a:cubicBezTo>
                <a:cubicBezTo>
                  <a:pt x="404" y="301"/>
                  <a:pt x="404" y="301"/>
                  <a:pt x="404" y="301"/>
                </a:cubicBezTo>
                <a:cubicBezTo>
                  <a:pt x="425" y="319"/>
                  <a:pt x="425" y="319"/>
                  <a:pt x="425" y="319"/>
                </a:cubicBezTo>
                <a:cubicBezTo>
                  <a:pt x="456" y="296"/>
                  <a:pt x="456" y="296"/>
                  <a:pt x="456" y="296"/>
                </a:cubicBezTo>
                <a:cubicBezTo>
                  <a:pt x="478" y="218"/>
                  <a:pt x="478" y="218"/>
                  <a:pt x="478" y="218"/>
                </a:cubicBezTo>
                <a:cubicBezTo>
                  <a:pt x="469" y="184"/>
                  <a:pt x="469" y="184"/>
                  <a:pt x="469" y="184"/>
                </a:cubicBezTo>
                <a:cubicBezTo>
                  <a:pt x="482" y="173"/>
                  <a:pt x="482" y="173"/>
                  <a:pt x="482" y="173"/>
                </a:cubicBezTo>
                <a:cubicBezTo>
                  <a:pt x="486" y="167"/>
                  <a:pt x="486" y="167"/>
                  <a:pt x="486" y="167"/>
                </a:cubicBezTo>
                <a:cubicBezTo>
                  <a:pt x="485" y="167"/>
                  <a:pt x="485" y="167"/>
                  <a:pt x="485" y="167"/>
                </a:cubicBezTo>
                <a:cubicBezTo>
                  <a:pt x="485" y="167"/>
                  <a:pt x="485" y="167"/>
                  <a:pt x="485" y="167"/>
                </a:cubicBezTo>
                <a:cubicBezTo>
                  <a:pt x="462" y="176"/>
                  <a:pt x="462" y="176"/>
                  <a:pt x="462" y="176"/>
                </a:cubicBezTo>
                <a:cubicBezTo>
                  <a:pt x="457" y="226"/>
                  <a:pt x="457" y="226"/>
                  <a:pt x="457" y="226"/>
                </a:cubicBezTo>
                <a:cubicBezTo>
                  <a:pt x="417" y="228"/>
                  <a:pt x="417" y="228"/>
                  <a:pt x="417" y="228"/>
                </a:cubicBezTo>
                <a:cubicBezTo>
                  <a:pt x="460" y="233"/>
                  <a:pt x="460" y="233"/>
                  <a:pt x="460" y="233"/>
                </a:cubicBezTo>
                <a:cubicBezTo>
                  <a:pt x="416" y="240"/>
                  <a:pt x="416" y="240"/>
                  <a:pt x="416" y="240"/>
                </a:cubicBezTo>
                <a:cubicBezTo>
                  <a:pt x="421" y="255"/>
                  <a:pt x="421" y="255"/>
                  <a:pt x="421" y="255"/>
                </a:cubicBezTo>
                <a:cubicBezTo>
                  <a:pt x="413" y="265"/>
                  <a:pt x="413" y="265"/>
                  <a:pt x="413" y="265"/>
                </a:cubicBezTo>
                <a:cubicBezTo>
                  <a:pt x="394" y="257"/>
                  <a:pt x="394" y="257"/>
                  <a:pt x="394" y="257"/>
                </a:cubicBezTo>
                <a:cubicBezTo>
                  <a:pt x="377" y="266"/>
                  <a:pt x="377" y="266"/>
                  <a:pt x="377" y="266"/>
                </a:cubicBezTo>
                <a:cubicBezTo>
                  <a:pt x="368" y="256"/>
                  <a:pt x="368" y="256"/>
                  <a:pt x="368" y="256"/>
                </a:cubicBezTo>
                <a:cubicBezTo>
                  <a:pt x="379" y="222"/>
                  <a:pt x="379" y="222"/>
                  <a:pt x="379" y="222"/>
                </a:cubicBezTo>
                <a:cubicBezTo>
                  <a:pt x="384" y="222"/>
                  <a:pt x="384" y="222"/>
                  <a:pt x="384" y="222"/>
                </a:cubicBezTo>
                <a:cubicBezTo>
                  <a:pt x="387" y="251"/>
                  <a:pt x="387" y="251"/>
                  <a:pt x="387" y="251"/>
                </a:cubicBezTo>
                <a:cubicBezTo>
                  <a:pt x="394" y="230"/>
                  <a:pt x="394" y="230"/>
                  <a:pt x="394" y="230"/>
                </a:cubicBezTo>
                <a:cubicBezTo>
                  <a:pt x="411" y="231"/>
                  <a:pt x="411" y="231"/>
                  <a:pt x="411" y="231"/>
                </a:cubicBezTo>
                <a:cubicBezTo>
                  <a:pt x="404" y="228"/>
                  <a:pt x="404" y="228"/>
                  <a:pt x="404" y="228"/>
                </a:cubicBezTo>
                <a:cubicBezTo>
                  <a:pt x="415" y="227"/>
                  <a:pt x="415" y="227"/>
                  <a:pt x="415" y="227"/>
                </a:cubicBezTo>
                <a:cubicBezTo>
                  <a:pt x="412" y="220"/>
                  <a:pt x="412" y="220"/>
                  <a:pt x="412" y="220"/>
                </a:cubicBezTo>
                <a:cubicBezTo>
                  <a:pt x="418" y="210"/>
                  <a:pt x="418" y="210"/>
                  <a:pt x="418" y="210"/>
                </a:cubicBezTo>
                <a:cubicBezTo>
                  <a:pt x="421" y="188"/>
                  <a:pt x="421" y="188"/>
                  <a:pt x="421" y="188"/>
                </a:cubicBezTo>
                <a:cubicBezTo>
                  <a:pt x="406" y="175"/>
                  <a:pt x="406" y="175"/>
                  <a:pt x="406" y="175"/>
                </a:cubicBezTo>
                <a:cubicBezTo>
                  <a:pt x="394" y="176"/>
                  <a:pt x="394" y="176"/>
                  <a:pt x="394" y="176"/>
                </a:cubicBezTo>
                <a:cubicBezTo>
                  <a:pt x="384" y="184"/>
                  <a:pt x="384" y="184"/>
                  <a:pt x="384" y="184"/>
                </a:cubicBezTo>
                <a:cubicBezTo>
                  <a:pt x="381" y="122"/>
                  <a:pt x="381" y="122"/>
                  <a:pt x="381" y="122"/>
                </a:cubicBezTo>
                <a:cubicBezTo>
                  <a:pt x="378" y="118"/>
                  <a:pt x="378" y="118"/>
                  <a:pt x="378" y="118"/>
                </a:cubicBezTo>
                <a:cubicBezTo>
                  <a:pt x="375" y="221"/>
                  <a:pt x="375" y="221"/>
                  <a:pt x="375" y="221"/>
                </a:cubicBezTo>
                <a:cubicBezTo>
                  <a:pt x="367" y="233"/>
                  <a:pt x="367" y="233"/>
                  <a:pt x="367" y="233"/>
                </a:cubicBezTo>
                <a:cubicBezTo>
                  <a:pt x="367" y="233"/>
                  <a:pt x="366" y="232"/>
                  <a:pt x="364" y="225"/>
                </a:cubicBezTo>
                <a:cubicBezTo>
                  <a:pt x="362" y="218"/>
                  <a:pt x="365" y="200"/>
                  <a:pt x="365" y="200"/>
                </a:cubicBezTo>
                <a:cubicBezTo>
                  <a:pt x="373" y="120"/>
                  <a:pt x="373" y="120"/>
                  <a:pt x="373" y="120"/>
                </a:cubicBezTo>
                <a:cubicBezTo>
                  <a:pt x="367" y="127"/>
                  <a:pt x="367" y="127"/>
                  <a:pt x="367" y="127"/>
                </a:cubicBezTo>
                <a:cubicBezTo>
                  <a:pt x="363" y="176"/>
                  <a:pt x="363" y="176"/>
                  <a:pt x="363" y="176"/>
                </a:cubicBezTo>
                <a:cubicBezTo>
                  <a:pt x="345" y="189"/>
                  <a:pt x="345" y="189"/>
                  <a:pt x="345" y="189"/>
                </a:cubicBezTo>
                <a:cubicBezTo>
                  <a:pt x="340" y="215"/>
                  <a:pt x="340" y="215"/>
                  <a:pt x="340" y="215"/>
                </a:cubicBezTo>
                <a:cubicBezTo>
                  <a:pt x="347" y="195"/>
                  <a:pt x="347" y="195"/>
                  <a:pt x="347" y="195"/>
                </a:cubicBezTo>
                <a:cubicBezTo>
                  <a:pt x="361" y="188"/>
                  <a:pt x="361" y="188"/>
                  <a:pt x="361" y="188"/>
                </a:cubicBezTo>
                <a:cubicBezTo>
                  <a:pt x="359" y="201"/>
                  <a:pt x="359" y="201"/>
                  <a:pt x="359" y="201"/>
                </a:cubicBezTo>
                <a:cubicBezTo>
                  <a:pt x="350" y="207"/>
                  <a:pt x="350" y="207"/>
                  <a:pt x="350" y="207"/>
                </a:cubicBezTo>
                <a:cubicBezTo>
                  <a:pt x="332" y="230"/>
                  <a:pt x="332" y="230"/>
                  <a:pt x="332" y="230"/>
                </a:cubicBezTo>
                <a:cubicBezTo>
                  <a:pt x="330" y="270"/>
                  <a:pt x="330" y="270"/>
                  <a:pt x="330" y="270"/>
                </a:cubicBezTo>
                <a:cubicBezTo>
                  <a:pt x="370" y="304"/>
                  <a:pt x="370" y="304"/>
                  <a:pt x="370" y="304"/>
                </a:cubicBezTo>
                <a:cubicBezTo>
                  <a:pt x="361" y="327"/>
                  <a:pt x="361" y="327"/>
                  <a:pt x="361" y="327"/>
                </a:cubicBezTo>
                <a:cubicBezTo>
                  <a:pt x="394" y="351"/>
                  <a:pt x="394" y="351"/>
                  <a:pt x="394" y="351"/>
                </a:cubicBezTo>
                <a:cubicBezTo>
                  <a:pt x="387" y="356"/>
                  <a:pt x="387" y="356"/>
                  <a:pt x="387" y="356"/>
                </a:cubicBezTo>
                <a:cubicBezTo>
                  <a:pt x="350" y="337"/>
                  <a:pt x="350" y="337"/>
                  <a:pt x="350" y="337"/>
                </a:cubicBezTo>
                <a:cubicBezTo>
                  <a:pt x="361" y="327"/>
                  <a:pt x="361" y="327"/>
                  <a:pt x="361" y="327"/>
                </a:cubicBezTo>
                <a:cubicBezTo>
                  <a:pt x="290" y="318"/>
                  <a:pt x="290" y="318"/>
                  <a:pt x="290" y="318"/>
                </a:cubicBezTo>
                <a:cubicBezTo>
                  <a:pt x="253" y="336"/>
                  <a:pt x="253" y="336"/>
                  <a:pt x="253" y="336"/>
                </a:cubicBezTo>
                <a:cubicBezTo>
                  <a:pt x="253" y="350"/>
                  <a:pt x="253" y="350"/>
                  <a:pt x="253" y="350"/>
                </a:cubicBezTo>
                <a:cubicBezTo>
                  <a:pt x="253" y="367"/>
                  <a:pt x="253" y="367"/>
                  <a:pt x="253" y="367"/>
                </a:cubicBezTo>
                <a:cubicBezTo>
                  <a:pt x="229" y="367"/>
                  <a:pt x="229" y="367"/>
                  <a:pt x="229" y="367"/>
                </a:cubicBezTo>
                <a:cubicBezTo>
                  <a:pt x="220" y="351"/>
                  <a:pt x="220" y="351"/>
                  <a:pt x="220" y="351"/>
                </a:cubicBezTo>
                <a:cubicBezTo>
                  <a:pt x="207" y="351"/>
                  <a:pt x="207" y="351"/>
                  <a:pt x="207" y="351"/>
                </a:cubicBezTo>
                <a:cubicBezTo>
                  <a:pt x="207" y="326"/>
                  <a:pt x="207" y="326"/>
                  <a:pt x="207" y="326"/>
                </a:cubicBezTo>
                <a:cubicBezTo>
                  <a:pt x="227" y="326"/>
                  <a:pt x="227" y="326"/>
                  <a:pt x="227" y="326"/>
                </a:cubicBezTo>
                <a:cubicBezTo>
                  <a:pt x="227" y="326"/>
                  <a:pt x="227" y="326"/>
                  <a:pt x="227" y="326"/>
                </a:cubicBezTo>
                <a:cubicBezTo>
                  <a:pt x="232" y="326"/>
                  <a:pt x="235" y="323"/>
                  <a:pt x="235" y="318"/>
                </a:cubicBezTo>
                <a:cubicBezTo>
                  <a:pt x="235" y="318"/>
                  <a:pt x="235" y="318"/>
                  <a:pt x="235" y="318"/>
                </a:cubicBezTo>
                <a:cubicBezTo>
                  <a:pt x="235" y="315"/>
                  <a:pt x="235" y="315"/>
                  <a:pt x="235" y="315"/>
                </a:cubicBezTo>
                <a:cubicBezTo>
                  <a:pt x="236" y="315"/>
                  <a:pt x="236" y="315"/>
                  <a:pt x="236" y="315"/>
                </a:cubicBezTo>
                <a:cubicBezTo>
                  <a:pt x="236" y="286"/>
                  <a:pt x="236" y="286"/>
                  <a:pt x="236" y="286"/>
                </a:cubicBezTo>
                <a:cubicBezTo>
                  <a:pt x="236" y="286"/>
                  <a:pt x="236" y="286"/>
                  <a:pt x="236" y="286"/>
                </a:cubicBezTo>
                <a:cubicBezTo>
                  <a:pt x="236" y="275"/>
                  <a:pt x="236" y="275"/>
                  <a:pt x="236" y="275"/>
                </a:cubicBezTo>
                <a:cubicBezTo>
                  <a:pt x="236" y="275"/>
                  <a:pt x="236" y="275"/>
                  <a:pt x="236" y="274"/>
                </a:cubicBezTo>
                <a:cubicBezTo>
                  <a:pt x="236" y="270"/>
                  <a:pt x="232" y="266"/>
                  <a:pt x="228" y="266"/>
                </a:cubicBezTo>
                <a:cubicBezTo>
                  <a:pt x="227" y="266"/>
                  <a:pt x="227" y="266"/>
                  <a:pt x="227" y="266"/>
                </a:cubicBezTo>
                <a:cubicBezTo>
                  <a:pt x="207" y="266"/>
                  <a:pt x="207" y="266"/>
                  <a:pt x="207" y="266"/>
                </a:cubicBezTo>
                <a:cubicBezTo>
                  <a:pt x="207" y="171"/>
                  <a:pt x="207" y="171"/>
                  <a:pt x="207" y="171"/>
                </a:cubicBezTo>
                <a:cubicBezTo>
                  <a:pt x="205" y="171"/>
                  <a:pt x="205" y="171"/>
                  <a:pt x="205" y="171"/>
                </a:cubicBezTo>
                <a:cubicBezTo>
                  <a:pt x="205" y="138"/>
                  <a:pt x="205" y="138"/>
                  <a:pt x="205" y="138"/>
                </a:cubicBezTo>
                <a:cubicBezTo>
                  <a:pt x="206" y="137"/>
                  <a:pt x="208" y="137"/>
                  <a:pt x="209" y="137"/>
                </a:cubicBezTo>
                <a:cubicBezTo>
                  <a:pt x="221" y="168"/>
                  <a:pt x="221" y="168"/>
                  <a:pt x="221" y="168"/>
                </a:cubicBezTo>
                <a:cubicBezTo>
                  <a:pt x="219" y="169"/>
                  <a:pt x="219" y="169"/>
                  <a:pt x="219" y="169"/>
                </a:cubicBezTo>
                <a:cubicBezTo>
                  <a:pt x="219" y="169"/>
                  <a:pt x="219" y="169"/>
                  <a:pt x="219" y="169"/>
                </a:cubicBezTo>
                <a:cubicBezTo>
                  <a:pt x="220" y="173"/>
                  <a:pt x="220" y="173"/>
                  <a:pt x="220" y="173"/>
                </a:cubicBezTo>
                <a:cubicBezTo>
                  <a:pt x="239" y="166"/>
                  <a:pt x="239" y="166"/>
                  <a:pt x="239" y="166"/>
                </a:cubicBezTo>
                <a:cubicBezTo>
                  <a:pt x="237" y="162"/>
                  <a:pt x="237" y="162"/>
                  <a:pt x="237" y="162"/>
                </a:cubicBezTo>
                <a:cubicBezTo>
                  <a:pt x="235" y="163"/>
                  <a:pt x="235" y="163"/>
                  <a:pt x="235" y="163"/>
                </a:cubicBezTo>
                <a:cubicBezTo>
                  <a:pt x="223" y="131"/>
                  <a:pt x="223" y="131"/>
                  <a:pt x="223" y="131"/>
                </a:cubicBezTo>
                <a:cubicBezTo>
                  <a:pt x="224" y="130"/>
                  <a:pt x="225" y="129"/>
                  <a:pt x="226" y="129"/>
                </a:cubicBezTo>
                <a:cubicBezTo>
                  <a:pt x="250" y="153"/>
                  <a:pt x="250" y="153"/>
                  <a:pt x="250" y="153"/>
                </a:cubicBezTo>
                <a:cubicBezTo>
                  <a:pt x="249" y="155"/>
                  <a:pt x="249" y="155"/>
                  <a:pt x="249" y="155"/>
                </a:cubicBezTo>
                <a:cubicBezTo>
                  <a:pt x="249" y="155"/>
                  <a:pt x="249" y="155"/>
                  <a:pt x="249" y="155"/>
                </a:cubicBezTo>
                <a:cubicBezTo>
                  <a:pt x="252" y="158"/>
                  <a:pt x="252" y="158"/>
                  <a:pt x="252" y="158"/>
                </a:cubicBezTo>
                <a:cubicBezTo>
                  <a:pt x="265" y="144"/>
                  <a:pt x="265" y="144"/>
                  <a:pt x="265" y="144"/>
                </a:cubicBezTo>
                <a:cubicBezTo>
                  <a:pt x="262" y="141"/>
                  <a:pt x="262" y="141"/>
                  <a:pt x="262" y="141"/>
                </a:cubicBezTo>
                <a:cubicBezTo>
                  <a:pt x="261" y="142"/>
                  <a:pt x="261" y="142"/>
                  <a:pt x="261" y="142"/>
                </a:cubicBezTo>
                <a:cubicBezTo>
                  <a:pt x="236" y="118"/>
                  <a:pt x="236" y="118"/>
                  <a:pt x="236" y="118"/>
                </a:cubicBezTo>
                <a:cubicBezTo>
                  <a:pt x="237" y="117"/>
                  <a:pt x="237" y="116"/>
                  <a:pt x="238" y="115"/>
                </a:cubicBezTo>
                <a:cubicBezTo>
                  <a:pt x="271" y="128"/>
                  <a:pt x="271" y="128"/>
                  <a:pt x="271" y="128"/>
                </a:cubicBezTo>
                <a:cubicBezTo>
                  <a:pt x="270" y="130"/>
                  <a:pt x="270" y="130"/>
                  <a:pt x="270" y="130"/>
                </a:cubicBezTo>
                <a:cubicBezTo>
                  <a:pt x="270" y="130"/>
                  <a:pt x="270" y="130"/>
                  <a:pt x="270" y="130"/>
                </a:cubicBezTo>
                <a:cubicBezTo>
                  <a:pt x="274" y="132"/>
                  <a:pt x="274" y="132"/>
                  <a:pt x="274" y="132"/>
                </a:cubicBezTo>
                <a:cubicBezTo>
                  <a:pt x="281" y="114"/>
                  <a:pt x="281" y="114"/>
                  <a:pt x="281" y="114"/>
                </a:cubicBezTo>
                <a:cubicBezTo>
                  <a:pt x="277" y="112"/>
                  <a:pt x="277" y="112"/>
                  <a:pt x="277" y="112"/>
                </a:cubicBezTo>
                <a:cubicBezTo>
                  <a:pt x="277" y="114"/>
                  <a:pt x="277" y="114"/>
                  <a:pt x="277" y="114"/>
                </a:cubicBezTo>
                <a:cubicBezTo>
                  <a:pt x="244" y="101"/>
                  <a:pt x="244" y="101"/>
                  <a:pt x="244" y="101"/>
                </a:cubicBezTo>
                <a:cubicBezTo>
                  <a:pt x="244" y="100"/>
                  <a:pt x="244" y="99"/>
                  <a:pt x="244" y="98"/>
                </a:cubicBezTo>
                <a:cubicBezTo>
                  <a:pt x="279" y="98"/>
                  <a:pt x="279" y="98"/>
                  <a:pt x="279" y="98"/>
                </a:cubicBezTo>
                <a:cubicBezTo>
                  <a:pt x="279" y="100"/>
                  <a:pt x="279" y="100"/>
                  <a:pt x="279" y="100"/>
                </a:cubicBezTo>
                <a:cubicBezTo>
                  <a:pt x="368" y="100"/>
                  <a:pt x="368" y="100"/>
                  <a:pt x="368" y="100"/>
                </a:cubicBezTo>
                <a:cubicBezTo>
                  <a:pt x="369" y="101"/>
                  <a:pt x="369" y="103"/>
                  <a:pt x="370" y="105"/>
                </a:cubicBezTo>
                <a:cubicBezTo>
                  <a:pt x="371" y="109"/>
                  <a:pt x="374" y="112"/>
                  <a:pt x="375" y="112"/>
                </a:cubicBezTo>
                <a:cubicBezTo>
                  <a:pt x="375" y="112"/>
                  <a:pt x="375" y="112"/>
                  <a:pt x="375" y="112"/>
                </a:cubicBezTo>
                <a:cubicBezTo>
                  <a:pt x="375" y="112"/>
                  <a:pt x="375" y="112"/>
                  <a:pt x="375" y="112"/>
                </a:cubicBezTo>
                <a:cubicBezTo>
                  <a:pt x="406" y="100"/>
                  <a:pt x="406" y="100"/>
                  <a:pt x="406" y="100"/>
                </a:cubicBezTo>
                <a:cubicBezTo>
                  <a:pt x="416" y="100"/>
                  <a:pt x="416" y="100"/>
                  <a:pt x="416" y="100"/>
                </a:cubicBezTo>
                <a:cubicBezTo>
                  <a:pt x="394" y="130"/>
                  <a:pt x="394" y="130"/>
                  <a:pt x="394" y="130"/>
                </a:cubicBezTo>
                <a:cubicBezTo>
                  <a:pt x="394" y="130"/>
                  <a:pt x="394" y="130"/>
                  <a:pt x="394" y="130"/>
                </a:cubicBezTo>
                <a:cubicBezTo>
                  <a:pt x="394" y="130"/>
                  <a:pt x="394" y="130"/>
                  <a:pt x="394" y="130"/>
                </a:cubicBezTo>
                <a:cubicBezTo>
                  <a:pt x="394" y="130"/>
                  <a:pt x="394" y="130"/>
                  <a:pt x="394" y="130"/>
                </a:cubicBezTo>
                <a:cubicBezTo>
                  <a:pt x="394" y="130"/>
                  <a:pt x="394" y="130"/>
                  <a:pt x="394" y="130"/>
                </a:cubicBezTo>
                <a:cubicBezTo>
                  <a:pt x="393" y="131"/>
                  <a:pt x="395" y="134"/>
                  <a:pt x="399" y="136"/>
                </a:cubicBezTo>
                <a:cubicBezTo>
                  <a:pt x="403" y="139"/>
                  <a:pt x="406" y="140"/>
                  <a:pt x="407" y="139"/>
                </a:cubicBezTo>
                <a:cubicBezTo>
                  <a:pt x="407" y="139"/>
                  <a:pt x="407" y="139"/>
                  <a:pt x="407" y="139"/>
                </a:cubicBezTo>
                <a:cubicBezTo>
                  <a:pt x="438" y="100"/>
                  <a:pt x="438" y="100"/>
                  <a:pt x="438" y="100"/>
                </a:cubicBezTo>
                <a:cubicBezTo>
                  <a:pt x="439" y="100"/>
                  <a:pt x="439" y="100"/>
                  <a:pt x="439" y="100"/>
                </a:cubicBezTo>
                <a:cubicBezTo>
                  <a:pt x="423" y="147"/>
                  <a:pt x="423" y="147"/>
                  <a:pt x="423" y="147"/>
                </a:cubicBezTo>
                <a:cubicBezTo>
                  <a:pt x="423" y="147"/>
                  <a:pt x="423" y="147"/>
                  <a:pt x="423" y="147"/>
                </a:cubicBezTo>
                <a:cubicBezTo>
                  <a:pt x="423" y="147"/>
                  <a:pt x="423" y="147"/>
                  <a:pt x="423" y="147"/>
                </a:cubicBezTo>
                <a:cubicBezTo>
                  <a:pt x="422" y="149"/>
                  <a:pt x="426" y="151"/>
                  <a:pt x="430" y="153"/>
                </a:cubicBezTo>
                <a:cubicBezTo>
                  <a:pt x="434" y="154"/>
                  <a:pt x="438" y="155"/>
                  <a:pt x="439" y="153"/>
                </a:cubicBezTo>
                <a:cubicBezTo>
                  <a:pt x="439" y="153"/>
                  <a:pt x="439" y="153"/>
                  <a:pt x="439" y="153"/>
                </a:cubicBezTo>
                <a:cubicBezTo>
                  <a:pt x="439" y="153"/>
                  <a:pt x="439" y="153"/>
                  <a:pt x="439" y="153"/>
                </a:cubicBezTo>
                <a:cubicBezTo>
                  <a:pt x="439" y="153"/>
                  <a:pt x="439" y="153"/>
                  <a:pt x="439" y="153"/>
                </a:cubicBezTo>
                <a:cubicBezTo>
                  <a:pt x="439" y="153"/>
                  <a:pt x="439" y="153"/>
                  <a:pt x="439" y="153"/>
                </a:cubicBezTo>
                <a:cubicBezTo>
                  <a:pt x="457" y="100"/>
                  <a:pt x="457" y="100"/>
                  <a:pt x="457" y="100"/>
                </a:cubicBezTo>
                <a:cubicBezTo>
                  <a:pt x="457" y="100"/>
                  <a:pt x="457" y="100"/>
                  <a:pt x="457" y="100"/>
                </a:cubicBezTo>
                <a:cubicBezTo>
                  <a:pt x="457" y="159"/>
                  <a:pt x="457" y="159"/>
                  <a:pt x="457" y="159"/>
                </a:cubicBezTo>
                <a:cubicBezTo>
                  <a:pt x="457" y="159"/>
                  <a:pt x="457" y="159"/>
                  <a:pt x="457" y="159"/>
                </a:cubicBezTo>
                <a:cubicBezTo>
                  <a:pt x="457" y="159"/>
                  <a:pt x="457" y="159"/>
                  <a:pt x="457" y="159"/>
                </a:cubicBezTo>
                <a:cubicBezTo>
                  <a:pt x="457" y="159"/>
                  <a:pt x="457" y="159"/>
                  <a:pt x="457" y="159"/>
                </a:cubicBezTo>
                <a:cubicBezTo>
                  <a:pt x="457" y="159"/>
                  <a:pt x="457" y="159"/>
                  <a:pt x="457" y="159"/>
                </a:cubicBezTo>
                <a:cubicBezTo>
                  <a:pt x="457" y="160"/>
                  <a:pt x="461" y="161"/>
                  <a:pt x="466" y="161"/>
                </a:cubicBezTo>
                <a:cubicBezTo>
                  <a:pt x="471" y="161"/>
                  <a:pt x="474" y="160"/>
                  <a:pt x="475" y="159"/>
                </a:cubicBezTo>
                <a:cubicBezTo>
                  <a:pt x="475" y="159"/>
                  <a:pt x="475" y="159"/>
                  <a:pt x="475" y="159"/>
                </a:cubicBezTo>
                <a:cubicBezTo>
                  <a:pt x="475" y="159"/>
                  <a:pt x="475" y="159"/>
                  <a:pt x="475" y="159"/>
                </a:cubicBezTo>
                <a:cubicBezTo>
                  <a:pt x="475" y="159"/>
                  <a:pt x="475" y="159"/>
                  <a:pt x="475" y="159"/>
                </a:cubicBezTo>
                <a:cubicBezTo>
                  <a:pt x="475" y="159"/>
                  <a:pt x="475" y="159"/>
                  <a:pt x="475" y="159"/>
                </a:cubicBezTo>
                <a:cubicBezTo>
                  <a:pt x="475" y="100"/>
                  <a:pt x="475" y="100"/>
                  <a:pt x="475" y="100"/>
                </a:cubicBezTo>
                <a:cubicBezTo>
                  <a:pt x="481" y="100"/>
                  <a:pt x="481" y="100"/>
                  <a:pt x="481" y="100"/>
                </a:cubicBezTo>
                <a:cubicBezTo>
                  <a:pt x="481" y="88"/>
                  <a:pt x="481" y="88"/>
                  <a:pt x="481" y="88"/>
                </a:cubicBezTo>
                <a:cubicBezTo>
                  <a:pt x="412" y="88"/>
                  <a:pt x="412" y="88"/>
                  <a:pt x="412" y="88"/>
                </a:cubicBezTo>
                <a:cubicBezTo>
                  <a:pt x="412" y="84"/>
                  <a:pt x="412" y="84"/>
                  <a:pt x="412" y="84"/>
                </a:cubicBezTo>
                <a:cubicBezTo>
                  <a:pt x="481" y="84"/>
                  <a:pt x="481" y="84"/>
                  <a:pt x="481" y="84"/>
                </a:cubicBezTo>
                <a:cubicBezTo>
                  <a:pt x="481" y="80"/>
                  <a:pt x="481" y="80"/>
                  <a:pt x="481" y="80"/>
                </a:cubicBezTo>
                <a:cubicBezTo>
                  <a:pt x="456" y="80"/>
                  <a:pt x="456" y="80"/>
                  <a:pt x="456" y="80"/>
                </a:cubicBezTo>
                <a:cubicBezTo>
                  <a:pt x="456" y="80"/>
                  <a:pt x="456" y="80"/>
                  <a:pt x="456" y="80"/>
                </a:cubicBezTo>
                <a:cubicBezTo>
                  <a:pt x="411" y="80"/>
                  <a:pt x="411" y="80"/>
                  <a:pt x="411" y="80"/>
                </a:cubicBezTo>
                <a:cubicBezTo>
                  <a:pt x="404" y="79"/>
                  <a:pt x="386" y="75"/>
                  <a:pt x="374" y="63"/>
                </a:cubicBezTo>
                <a:cubicBezTo>
                  <a:pt x="357" y="46"/>
                  <a:pt x="357" y="34"/>
                  <a:pt x="357" y="34"/>
                </a:cubicBezTo>
                <a:cubicBezTo>
                  <a:pt x="354" y="34"/>
                  <a:pt x="354" y="34"/>
                  <a:pt x="354" y="34"/>
                </a:cubicBezTo>
                <a:cubicBezTo>
                  <a:pt x="354" y="80"/>
                  <a:pt x="354" y="80"/>
                  <a:pt x="354" y="80"/>
                </a:cubicBezTo>
                <a:cubicBezTo>
                  <a:pt x="350" y="80"/>
                  <a:pt x="350" y="80"/>
                  <a:pt x="350" y="80"/>
                </a:cubicBezTo>
                <a:cubicBezTo>
                  <a:pt x="350" y="34"/>
                  <a:pt x="350" y="34"/>
                  <a:pt x="350" y="34"/>
                </a:cubicBezTo>
                <a:cubicBezTo>
                  <a:pt x="344" y="34"/>
                  <a:pt x="344" y="34"/>
                  <a:pt x="344" y="34"/>
                </a:cubicBezTo>
                <a:cubicBezTo>
                  <a:pt x="344" y="80"/>
                  <a:pt x="344" y="80"/>
                  <a:pt x="344" y="80"/>
                </a:cubicBezTo>
                <a:cubicBezTo>
                  <a:pt x="279" y="80"/>
                  <a:pt x="279" y="80"/>
                  <a:pt x="279" y="80"/>
                </a:cubicBezTo>
                <a:cubicBezTo>
                  <a:pt x="279" y="82"/>
                  <a:pt x="279" y="82"/>
                  <a:pt x="279" y="82"/>
                </a:cubicBezTo>
                <a:cubicBezTo>
                  <a:pt x="244" y="82"/>
                  <a:pt x="244" y="82"/>
                  <a:pt x="244" y="82"/>
                </a:cubicBezTo>
                <a:cubicBezTo>
                  <a:pt x="241" y="62"/>
                  <a:pt x="225" y="46"/>
                  <a:pt x="205" y="43"/>
                </a:cubicBezTo>
                <a:cubicBezTo>
                  <a:pt x="205" y="4"/>
                  <a:pt x="205" y="4"/>
                  <a:pt x="205" y="4"/>
                </a:cubicBezTo>
                <a:cubicBezTo>
                  <a:pt x="207" y="4"/>
                  <a:pt x="207" y="4"/>
                  <a:pt x="207" y="4"/>
                </a:cubicBezTo>
                <a:cubicBezTo>
                  <a:pt x="207" y="0"/>
                  <a:pt x="207" y="0"/>
                  <a:pt x="207" y="0"/>
                </a:cubicBezTo>
                <a:cubicBezTo>
                  <a:pt x="187" y="0"/>
                  <a:pt x="187" y="0"/>
                  <a:pt x="187" y="0"/>
                </a:cubicBezTo>
                <a:cubicBezTo>
                  <a:pt x="187" y="4"/>
                  <a:pt x="187" y="4"/>
                  <a:pt x="187" y="4"/>
                </a:cubicBezTo>
                <a:cubicBezTo>
                  <a:pt x="190" y="4"/>
                  <a:pt x="190" y="4"/>
                  <a:pt x="190" y="4"/>
                </a:cubicBezTo>
                <a:cubicBezTo>
                  <a:pt x="190" y="43"/>
                  <a:pt x="190" y="43"/>
                  <a:pt x="190" y="43"/>
                </a:cubicBezTo>
                <a:cubicBezTo>
                  <a:pt x="188" y="43"/>
                  <a:pt x="187" y="43"/>
                  <a:pt x="186" y="43"/>
                </a:cubicBezTo>
                <a:cubicBezTo>
                  <a:pt x="171" y="8"/>
                  <a:pt x="171" y="8"/>
                  <a:pt x="171" y="8"/>
                </a:cubicBezTo>
                <a:cubicBezTo>
                  <a:pt x="173" y="7"/>
                  <a:pt x="173" y="7"/>
                  <a:pt x="173" y="7"/>
                </a:cubicBezTo>
                <a:cubicBezTo>
                  <a:pt x="173" y="7"/>
                  <a:pt x="173" y="7"/>
                  <a:pt x="173" y="7"/>
                </a:cubicBezTo>
                <a:cubicBezTo>
                  <a:pt x="172" y="3"/>
                  <a:pt x="172" y="3"/>
                  <a:pt x="172" y="3"/>
                </a:cubicBezTo>
                <a:cubicBezTo>
                  <a:pt x="154" y="11"/>
                  <a:pt x="154" y="11"/>
                  <a:pt x="154" y="11"/>
                </a:cubicBezTo>
                <a:cubicBezTo>
                  <a:pt x="155" y="15"/>
                  <a:pt x="155" y="15"/>
                  <a:pt x="155" y="15"/>
                </a:cubicBezTo>
                <a:cubicBezTo>
                  <a:pt x="157" y="14"/>
                  <a:pt x="157" y="14"/>
                  <a:pt x="157" y="14"/>
                </a:cubicBezTo>
                <a:cubicBezTo>
                  <a:pt x="172" y="49"/>
                  <a:pt x="172" y="49"/>
                  <a:pt x="172" y="49"/>
                </a:cubicBezTo>
                <a:cubicBezTo>
                  <a:pt x="171" y="49"/>
                  <a:pt x="170" y="50"/>
                  <a:pt x="169" y="51"/>
                </a:cubicBezTo>
                <a:cubicBezTo>
                  <a:pt x="142" y="24"/>
                  <a:pt x="142" y="24"/>
                  <a:pt x="142" y="24"/>
                </a:cubicBezTo>
                <a:cubicBezTo>
                  <a:pt x="144" y="23"/>
                  <a:pt x="144" y="23"/>
                  <a:pt x="144" y="23"/>
                </a:cubicBezTo>
                <a:cubicBezTo>
                  <a:pt x="144" y="23"/>
                  <a:pt x="144" y="23"/>
                  <a:pt x="144" y="23"/>
                </a:cubicBezTo>
                <a:cubicBezTo>
                  <a:pt x="141" y="20"/>
                  <a:pt x="141" y="20"/>
                  <a:pt x="141" y="20"/>
                </a:cubicBezTo>
                <a:cubicBezTo>
                  <a:pt x="127" y="34"/>
                  <a:pt x="127" y="34"/>
                  <a:pt x="127" y="34"/>
                </a:cubicBezTo>
                <a:cubicBezTo>
                  <a:pt x="130" y="37"/>
                  <a:pt x="130" y="37"/>
                  <a:pt x="130" y="37"/>
                </a:cubicBezTo>
                <a:cubicBezTo>
                  <a:pt x="132" y="35"/>
                  <a:pt x="132" y="35"/>
                  <a:pt x="132" y="35"/>
                </a:cubicBezTo>
                <a:cubicBezTo>
                  <a:pt x="158" y="61"/>
                  <a:pt x="158" y="61"/>
                  <a:pt x="158" y="61"/>
                </a:cubicBezTo>
                <a:cubicBezTo>
                  <a:pt x="157" y="62"/>
                  <a:pt x="157" y="63"/>
                  <a:pt x="156" y="64"/>
                </a:cubicBezTo>
                <a:cubicBezTo>
                  <a:pt x="122" y="51"/>
                  <a:pt x="122" y="51"/>
                  <a:pt x="122" y="51"/>
                </a:cubicBezTo>
                <a:cubicBezTo>
                  <a:pt x="123" y="48"/>
                  <a:pt x="123" y="48"/>
                  <a:pt x="123" y="48"/>
                </a:cubicBezTo>
                <a:cubicBezTo>
                  <a:pt x="123" y="48"/>
                  <a:pt x="123" y="48"/>
                  <a:pt x="123" y="48"/>
                </a:cubicBezTo>
                <a:cubicBezTo>
                  <a:pt x="119" y="47"/>
                  <a:pt x="119" y="47"/>
                  <a:pt x="119" y="47"/>
                </a:cubicBezTo>
                <a:cubicBezTo>
                  <a:pt x="112" y="65"/>
                  <a:pt x="112" y="65"/>
                  <a:pt x="112" y="65"/>
                </a:cubicBezTo>
                <a:cubicBezTo>
                  <a:pt x="116" y="66"/>
                  <a:pt x="116" y="66"/>
                  <a:pt x="116" y="66"/>
                </a:cubicBezTo>
                <a:cubicBezTo>
                  <a:pt x="116" y="64"/>
                  <a:pt x="116" y="64"/>
                  <a:pt x="116" y="64"/>
                </a:cubicBezTo>
                <a:cubicBezTo>
                  <a:pt x="150" y="78"/>
                  <a:pt x="150" y="78"/>
                  <a:pt x="150" y="78"/>
                </a:cubicBezTo>
                <a:cubicBezTo>
                  <a:pt x="150" y="79"/>
                  <a:pt x="149" y="81"/>
                  <a:pt x="149" y="82"/>
                </a:cubicBezTo>
                <a:cubicBezTo>
                  <a:pt x="110" y="82"/>
                  <a:pt x="110" y="82"/>
                  <a:pt x="110" y="82"/>
                </a:cubicBezTo>
                <a:cubicBezTo>
                  <a:pt x="110" y="80"/>
                  <a:pt x="110" y="80"/>
                  <a:pt x="110" y="80"/>
                </a:cubicBezTo>
                <a:cubicBezTo>
                  <a:pt x="68" y="80"/>
                  <a:pt x="68" y="80"/>
                  <a:pt x="68" y="80"/>
                </a:cubicBezTo>
                <a:cubicBezTo>
                  <a:pt x="68" y="80"/>
                  <a:pt x="68" y="80"/>
                  <a:pt x="67" y="80"/>
                </a:cubicBezTo>
                <a:cubicBezTo>
                  <a:pt x="63" y="80"/>
                  <a:pt x="59" y="84"/>
                  <a:pt x="59" y="89"/>
                </a:cubicBezTo>
                <a:cubicBezTo>
                  <a:pt x="59" y="89"/>
                  <a:pt x="59" y="89"/>
                  <a:pt x="59" y="89"/>
                </a:cubicBezTo>
                <a:cubicBezTo>
                  <a:pt x="59" y="98"/>
                  <a:pt x="59" y="98"/>
                  <a:pt x="59" y="98"/>
                </a:cubicBezTo>
                <a:cubicBezTo>
                  <a:pt x="59" y="98"/>
                  <a:pt x="59" y="98"/>
                  <a:pt x="59" y="98"/>
                </a:cubicBezTo>
                <a:cubicBezTo>
                  <a:pt x="59" y="266"/>
                  <a:pt x="59" y="266"/>
                  <a:pt x="59" y="266"/>
                </a:cubicBezTo>
                <a:cubicBezTo>
                  <a:pt x="59" y="266"/>
                  <a:pt x="59" y="266"/>
                  <a:pt x="59" y="266"/>
                </a:cubicBezTo>
                <a:cubicBezTo>
                  <a:pt x="59" y="277"/>
                  <a:pt x="59" y="277"/>
                  <a:pt x="59" y="277"/>
                </a:cubicBezTo>
                <a:cubicBezTo>
                  <a:pt x="59" y="277"/>
                  <a:pt x="59" y="277"/>
                  <a:pt x="59" y="277"/>
                </a:cubicBezTo>
                <a:cubicBezTo>
                  <a:pt x="59" y="282"/>
                  <a:pt x="63" y="286"/>
                  <a:pt x="67" y="286"/>
                </a:cubicBezTo>
                <a:cubicBezTo>
                  <a:pt x="68" y="286"/>
                  <a:pt x="68" y="286"/>
                  <a:pt x="68" y="286"/>
                </a:cubicBezTo>
                <a:cubicBezTo>
                  <a:pt x="108" y="286"/>
                  <a:pt x="108" y="286"/>
                  <a:pt x="108" y="286"/>
                </a:cubicBezTo>
                <a:cubicBezTo>
                  <a:pt x="108" y="286"/>
                  <a:pt x="108" y="286"/>
                  <a:pt x="108" y="286"/>
                </a:cubicBezTo>
                <a:cubicBezTo>
                  <a:pt x="185" y="286"/>
                  <a:pt x="185" y="286"/>
                  <a:pt x="185" y="286"/>
                </a:cubicBezTo>
                <a:cubicBezTo>
                  <a:pt x="185" y="286"/>
                  <a:pt x="185" y="286"/>
                  <a:pt x="185" y="286"/>
                </a:cubicBezTo>
                <a:cubicBezTo>
                  <a:pt x="187" y="286"/>
                  <a:pt x="187" y="286"/>
                  <a:pt x="187" y="286"/>
                </a:cubicBezTo>
                <a:cubicBezTo>
                  <a:pt x="187" y="307"/>
                  <a:pt x="187" y="307"/>
                  <a:pt x="187" y="307"/>
                </a:cubicBezTo>
                <a:cubicBezTo>
                  <a:pt x="185" y="307"/>
                  <a:pt x="185" y="307"/>
                  <a:pt x="185" y="307"/>
                </a:cubicBezTo>
                <a:cubicBezTo>
                  <a:pt x="185" y="307"/>
                  <a:pt x="185" y="307"/>
                  <a:pt x="185" y="307"/>
                </a:cubicBezTo>
                <a:cubicBezTo>
                  <a:pt x="153" y="307"/>
                  <a:pt x="153" y="307"/>
                  <a:pt x="153" y="307"/>
                </a:cubicBezTo>
                <a:cubicBezTo>
                  <a:pt x="153" y="307"/>
                  <a:pt x="153" y="307"/>
                  <a:pt x="153" y="307"/>
                </a:cubicBezTo>
                <a:cubicBezTo>
                  <a:pt x="148" y="307"/>
                  <a:pt x="145" y="310"/>
                  <a:pt x="145" y="315"/>
                </a:cubicBezTo>
                <a:cubicBezTo>
                  <a:pt x="145" y="315"/>
                  <a:pt x="145" y="315"/>
                  <a:pt x="145" y="315"/>
                </a:cubicBezTo>
                <a:cubicBezTo>
                  <a:pt x="145" y="326"/>
                  <a:pt x="145" y="326"/>
                  <a:pt x="145" y="326"/>
                </a:cubicBezTo>
                <a:cubicBezTo>
                  <a:pt x="145" y="326"/>
                  <a:pt x="145" y="326"/>
                  <a:pt x="145" y="326"/>
                </a:cubicBezTo>
                <a:cubicBezTo>
                  <a:pt x="145" y="351"/>
                  <a:pt x="145" y="351"/>
                  <a:pt x="145" y="351"/>
                </a:cubicBezTo>
                <a:cubicBezTo>
                  <a:pt x="86" y="351"/>
                  <a:pt x="86" y="351"/>
                  <a:pt x="86" y="351"/>
                </a:cubicBezTo>
                <a:cubicBezTo>
                  <a:pt x="87" y="400"/>
                  <a:pt x="87" y="400"/>
                  <a:pt x="87" y="400"/>
                </a:cubicBezTo>
                <a:cubicBezTo>
                  <a:pt x="103" y="418"/>
                  <a:pt x="103" y="418"/>
                  <a:pt x="103" y="418"/>
                </a:cubicBezTo>
                <a:cubicBezTo>
                  <a:pt x="103" y="451"/>
                  <a:pt x="103" y="451"/>
                  <a:pt x="103" y="451"/>
                </a:cubicBezTo>
                <a:cubicBezTo>
                  <a:pt x="122" y="459"/>
                  <a:pt x="122" y="459"/>
                  <a:pt x="122" y="459"/>
                </a:cubicBezTo>
                <a:cubicBezTo>
                  <a:pt x="122" y="505"/>
                  <a:pt x="122" y="505"/>
                  <a:pt x="122" y="505"/>
                </a:cubicBezTo>
                <a:cubicBezTo>
                  <a:pt x="38" y="520"/>
                  <a:pt x="7" y="539"/>
                  <a:pt x="4" y="540"/>
                </a:cubicBezTo>
                <a:cubicBezTo>
                  <a:pt x="0" y="540"/>
                  <a:pt x="19" y="543"/>
                  <a:pt x="46" y="556"/>
                </a:cubicBezTo>
                <a:cubicBezTo>
                  <a:pt x="80" y="572"/>
                  <a:pt x="76" y="581"/>
                  <a:pt x="76" y="581"/>
                </a:cubicBezTo>
                <a:cubicBezTo>
                  <a:pt x="76" y="581"/>
                  <a:pt x="135" y="543"/>
                  <a:pt x="263" y="520"/>
                </a:cubicBezTo>
                <a:cubicBezTo>
                  <a:pt x="330" y="508"/>
                  <a:pt x="451" y="503"/>
                  <a:pt x="495" y="512"/>
                </a:cubicBezTo>
                <a:cubicBezTo>
                  <a:pt x="495" y="512"/>
                  <a:pt x="461" y="504"/>
                  <a:pt x="413" y="497"/>
                </a:cubicBezTo>
                <a:close/>
              </a:path>
            </a:pathLst>
          </a:custGeom>
          <a:solidFill>
            <a:srgbClr val="003778"/>
          </a:solidFill>
          <a:ln>
            <a:noFill/>
          </a:ln>
        </p:spPr>
        <p:txBody>
          <a:bodyPr vert="horz" wrap="square" lIns="91440" tIns="45720" rIns="91440" bIns="45720" numCol="1" anchor="t" anchorCtr="0" compatLnSpc="1">
            <a:prstTxWarp prst="textNoShape">
              <a:avLst/>
            </a:prstTxWarp>
          </a:bodyPr>
          <a:lstStyle/>
          <a:p>
            <a:endParaRPr lang="zh-CN" altLang="en-US" dirty="0"/>
          </a:p>
        </p:txBody>
      </p:sp>
      <p:cxnSp>
        <p:nvCxnSpPr>
          <p:cNvPr id="16" name="直接连接符 15">
            <a:extLst>
              <a:ext uri="{FF2B5EF4-FFF2-40B4-BE49-F238E27FC236}">
                <a16:creationId xmlns:a16="http://schemas.microsoft.com/office/drawing/2014/main" id="{37B9A614-BC4E-4B23-B9D1-2B209AB0743B}"/>
              </a:ext>
            </a:extLst>
          </p:cNvPr>
          <p:cNvCxnSpPr>
            <a:cxnSpLocks/>
          </p:cNvCxnSpPr>
          <p:nvPr userDrawn="1"/>
        </p:nvCxnSpPr>
        <p:spPr>
          <a:xfrm>
            <a:off x="659130" y="1027048"/>
            <a:ext cx="10864850" cy="0"/>
          </a:xfrm>
          <a:prstGeom prst="line">
            <a:avLst/>
          </a:prstGeom>
          <a:ln cap="rnd">
            <a:solidFill>
              <a:schemeClr val="accent1"/>
            </a:solidFill>
          </a:ln>
        </p:spPr>
        <p:style>
          <a:lnRef idx="1">
            <a:schemeClr val="accent1"/>
          </a:lnRef>
          <a:fillRef idx="0">
            <a:schemeClr val="accent1"/>
          </a:fillRef>
          <a:effectRef idx="0">
            <a:schemeClr val="accent1"/>
          </a:effectRef>
          <a:fontRef idx="minor">
            <a:schemeClr val="tx1"/>
          </a:fontRef>
        </p:style>
      </p:cxnSp>
      <p:sp>
        <p:nvSpPr>
          <p:cNvPr id="10" name="图片占位符 5">
            <a:extLst>
              <a:ext uri="{FF2B5EF4-FFF2-40B4-BE49-F238E27FC236}">
                <a16:creationId xmlns:a16="http://schemas.microsoft.com/office/drawing/2014/main" id="{85A5A06A-E5B4-47C4-A65B-E416659003A5}"/>
              </a:ext>
            </a:extLst>
          </p:cNvPr>
          <p:cNvSpPr>
            <a:spLocks noGrp="1" noChangeAspect="1"/>
          </p:cNvSpPr>
          <p:nvPr>
            <p:ph type="pic" sz="quarter" idx="10"/>
          </p:nvPr>
        </p:nvSpPr>
        <p:spPr>
          <a:xfrm>
            <a:off x="1499073" y="1825844"/>
            <a:ext cx="2751289" cy="3553289"/>
          </a:xfrm>
          <a:ln w="19050">
            <a:noFill/>
          </a:ln>
          <a:effectLst/>
        </p:spPr>
        <p:txBody>
          <a:bodyPr/>
          <a:lstStyle/>
          <a:p>
            <a:endParaRPr lang="zh-CN" altLang="en-US" dirty="0"/>
          </a:p>
        </p:txBody>
      </p:sp>
      <p:sp>
        <p:nvSpPr>
          <p:cNvPr id="3" name="椭圆 2">
            <a:extLst>
              <a:ext uri="{FF2B5EF4-FFF2-40B4-BE49-F238E27FC236}">
                <a16:creationId xmlns:a16="http://schemas.microsoft.com/office/drawing/2014/main" id="{F0A50C9A-40BD-43B3-AA6B-25B789C372AE}"/>
              </a:ext>
            </a:extLst>
          </p:cNvPr>
          <p:cNvSpPr/>
          <p:nvPr userDrawn="1"/>
        </p:nvSpPr>
        <p:spPr>
          <a:xfrm>
            <a:off x="1673503" y="5512260"/>
            <a:ext cx="2402429" cy="318692"/>
          </a:xfrm>
          <a:prstGeom prst="ellipse">
            <a:avLst/>
          </a:prstGeom>
          <a:gradFill flip="none" rotWithShape="1">
            <a:gsLst>
              <a:gs pos="100000">
                <a:schemeClr val="tx1">
                  <a:lumMod val="95000"/>
                  <a:lumOff val="5000"/>
                  <a:alpha val="0"/>
                </a:schemeClr>
              </a:gs>
              <a:gs pos="0">
                <a:schemeClr val="tx1">
                  <a:lumMod val="95000"/>
                  <a:lumOff val="5000"/>
                  <a:alpha val="50000"/>
                </a:scheme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46102181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单人介绍母版">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40550F8C-09E3-4442-8DC6-E0C639E8B1D8}"/>
              </a:ext>
            </a:extLst>
          </p:cNvPr>
          <p:cNvSpPr/>
          <p:nvPr userDrawn="1"/>
        </p:nvSpPr>
        <p:spPr>
          <a:xfrm>
            <a:off x="0" y="-317"/>
            <a:ext cx="12192000" cy="6492875"/>
          </a:xfrm>
          <a:prstGeom prst="rect">
            <a:avLst/>
          </a:prstGeom>
          <a:solidFill>
            <a:schemeClr val="bg1">
              <a:alpha val="93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latin typeface="Microsoft YaHei UI" panose="020B0503020204020204" pitchFamily="34" charset="-122"/>
              <a:ea typeface="Microsoft YaHei UI" panose="020B0503020204020204" pitchFamily="34" charset="-122"/>
            </a:endParaRPr>
          </a:p>
        </p:txBody>
      </p:sp>
      <p:sp>
        <p:nvSpPr>
          <p:cNvPr id="2" name="标题 1">
            <a:extLst>
              <a:ext uri="{FF2B5EF4-FFF2-40B4-BE49-F238E27FC236}">
                <a16:creationId xmlns:a16="http://schemas.microsoft.com/office/drawing/2014/main" id="{F3F78BD0-F462-4621-8C34-D1893B6B97AE}"/>
              </a:ext>
            </a:extLst>
          </p:cNvPr>
          <p:cNvSpPr>
            <a:spLocks noGrp="1"/>
          </p:cNvSpPr>
          <p:nvPr>
            <p:ph type="title"/>
          </p:nvPr>
        </p:nvSpPr>
        <p:spPr>
          <a:xfrm>
            <a:off x="792481" y="574395"/>
            <a:ext cx="7315200" cy="341874"/>
          </a:xfrm>
        </p:spPr>
        <p:txBody>
          <a:bodyPr lIns="0" tIns="0" rIns="0" bIns="0">
            <a:noAutofit/>
          </a:bodyPr>
          <a:lstStyle>
            <a:lvl1pPr>
              <a:defRPr sz="2600" b="1">
                <a:solidFill>
                  <a:schemeClr val="accent1"/>
                </a:solidFill>
              </a:defRPr>
            </a:lvl1pPr>
          </a:lstStyle>
          <a:p>
            <a:r>
              <a:rPr lang="zh-CN" altLang="en-US" dirty="0"/>
              <a:t>单击此处编辑母版标题样式</a:t>
            </a:r>
          </a:p>
        </p:txBody>
      </p:sp>
      <p:sp>
        <p:nvSpPr>
          <p:cNvPr id="7" name="矩形 6">
            <a:extLst>
              <a:ext uri="{FF2B5EF4-FFF2-40B4-BE49-F238E27FC236}">
                <a16:creationId xmlns:a16="http://schemas.microsoft.com/office/drawing/2014/main" id="{273664E7-E6D5-4929-9178-9AD3110374FA}"/>
              </a:ext>
            </a:extLst>
          </p:cNvPr>
          <p:cNvSpPr/>
          <p:nvPr userDrawn="1"/>
        </p:nvSpPr>
        <p:spPr>
          <a:xfrm>
            <a:off x="0" y="6492875"/>
            <a:ext cx="12192000" cy="365125"/>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a:extLst>
              <a:ext uri="{FF2B5EF4-FFF2-40B4-BE49-F238E27FC236}">
                <a16:creationId xmlns:a16="http://schemas.microsoft.com/office/drawing/2014/main" id="{CC1AFDE3-17F7-4C68-81A1-E196F75F6412}"/>
              </a:ext>
            </a:extLst>
          </p:cNvPr>
          <p:cNvPicPr>
            <a:picLocks noChangeAspect="1"/>
          </p:cNvPicPr>
          <p:nvPr userDrawn="1"/>
        </p:nvPicPr>
        <p:blipFill>
          <a:blip r:embed="rId2"/>
          <a:stretch>
            <a:fillRect/>
          </a:stretch>
        </p:blipFill>
        <p:spPr>
          <a:xfrm>
            <a:off x="673100" y="6580054"/>
            <a:ext cx="1330959" cy="203465"/>
          </a:xfrm>
          <a:prstGeom prst="rect">
            <a:avLst/>
          </a:prstGeom>
        </p:spPr>
      </p:pic>
      <p:pic>
        <p:nvPicPr>
          <p:cNvPr id="9" name="图片 8">
            <a:extLst>
              <a:ext uri="{FF2B5EF4-FFF2-40B4-BE49-F238E27FC236}">
                <a16:creationId xmlns:a16="http://schemas.microsoft.com/office/drawing/2014/main" id="{F17405B7-37A0-4A9E-87D3-E7F07F5B2459}"/>
              </a:ext>
            </a:extLst>
          </p:cNvPr>
          <p:cNvPicPr>
            <a:picLocks noChangeAspect="1"/>
          </p:cNvPicPr>
          <p:nvPr userDrawn="1"/>
        </p:nvPicPr>
        <p:blipFill>
          <a:blip r:embed="rId3"/>
          <a:stretch>
            <a:fillRect/>
          </a:stretch>
        </p:blipFill>
        <p:spPr>
          <a:xfrm>
            <a:off x="9997440" y="530517"/>
            <a:ext cx="1521460" cy="380209"/>
          </a:xfrm>
          <a:prstGeom prst="rect">
            <a:avLst/>
          </a:prstGeom>
        </p:spPr>
      </p:pic>
      <p:pic>
        <p:nvPicPr>
          <p:cNvPr id="12" name="图片 11">
            <a:extLst>
              <a:ext uri="{FF2B5EF4-FFF2-40B4-BE49-F238E27FC236}">
                <a16:creationId xmlns:a16="http://schemas.microsoft.com/office/drawing/2014/main" id="{A4F36DF7-8FB7-494A-AB7D-676726F71429}"/>
              </a:ext>
            </a:extLst>
          </p:cNvPr>
          <p:cNvPicPr>
            <a:picLocks noChangeAspect="1"/>
          </p:cNvPicPr>
          <p:nvPr userDrawn="1"/>
        </p:nvPicPr>
        <p:blipFill>
          <a:blip r:embed="rId4"/>
          <a:stretch>
            <a:fillRect/>
          </a:stretch>
        </p:blipFill>
        <p:spPr>
          <a:xfrm>
            <a:off x="8610600" y="6626002"/>
            <a:ext cx="2908300" cy="111568"/>
          </a:xfrm>
          <a:prstGeom prst="rect">
            <a:avLst/>
          </a:prstGeom>
        </p:spPr>
      </p:pic>
      <p:sp>
        <p:nvSpPr>
          <p:cNvPr id="13" name="Freeform 52">
            <a:extLst>
              <a:ext uri="{FF2B5EF4-FFF2-40B4-BE49-F238E27FC236}">
                <a16:creationId xmlns:a16="http://schemas.microsoft.com/office/drawing/2014/main" id="{8C821F99-9CAC-4AF4-A510-C489D83FB6B7}"/>
              </a:ext>
            </a:extLst>
          </p:cNvPr>
          <p:cNvSpPr>
            <a:spLocks noEditPoints="1"/>
          </p:cNvSpPr>
          <p:nvPr userDrawn="1"/>
        </p:nvSpPr>
        <p:spPr bwMode="auto">
          <a:xfrm>
            <a:off x="114520" y="450603"/>
            <a:ext cx="563441" cy="659948"/>
          </a:xfrm>
          <a:custGeom>
            <a:avLst/>
            <a:gdLst>
              <a:gd name="T0" fmla="*/ 342 w 495"/>
              <a:gd name="T1" fmla="*/ 490 h 581"/>
              <a:gd name="T2" fmla="*/ 267 w 495"/>
              <a:gd name="T3" fmla="*/ 393 h 581"/>
              <a:gd name="T4" fmla="*/ 155 w 495"/>
              <a:gd name="T5" fmla="*/ 426 h 581"/>
              <a:gd name="T6" fmla="*/ 159 w 495"/>
              <a:gd name="T7" fmla="*/ 351 h 581"/>
              <a:gd name="T8" fmla="*/ 108 w 495"/>
              <a:gd name="T9" fmla="*/ 266 h 581"/>
              <a:gd name="T10" fmla="*/ 118 w 495"/>
              <a:gd name="T11" fmla="*/ 114 h 581"/>
              <a:gd name="T12" fmla="*/ 157 w 495"/>
              <a:gd name="T13" fmla="*/ 118 h 581"/>
              <a:gd name="T14" fmla="*/ 168 w 495"/>
              <a:gd name="T15" fmla="*/ 129 h 581"/>
              <a:gd name="T16" fmla="*/ 173 w 495"/>
              <a:gd name="T17" fmla="*/ 168 h 581"/>
              <a:gd name="T18" fmla="*/ 68 w 495"/>
              <a:gd name="T19" fmla="*/ 266 h 581"/>
              <a:gd name="T20" fmla="*/ 153 w 495"/>
              <a:gd name="T21" fmla="*/ 111 h 581"/>
              <a:gd name="T22" fmla="*/ 142 w 495"/>
              <a:gd name="T23" fmla="*/ 149 h 581"/>
              <a:gd name="T24" fmla="*/ 181 w 495"/>
              <a:gd name="T25" fmla="*/ 133 h 581"/>
              <a:gd name="T26" fmla="*/ 182 w 495"/>
              <a:gd name="T27" fmla="*/ 47 h 581"/>
              <a:gd name="T28" fmla="*/ 197 w 495"/>
              <a:gd name="T29" fmla="*/ 282 h 581"/>
              <a:gd name="T30" fmla="*/ 199 w 495"/>
              <a:gd name="T31" fmla="*/ 136 h 581"/>
              <a:gd name="T32" fmla="*/ 201 w 495"/>
              <a:gd name="T33" fmla="*/ 5 h 581"/>
              <a:gd name="T34" fmla="*/ 212 w 495"/>
              <a:gd name="T35" fmla="*/ 61 h 581"/>
              <a:gd name="T36" fmla="*/ 256 w 495"/>
              <a:gd name="T37" fmla="*/ 145 h 581"/>
              <a:gd name="T38" fmla="*/ 279 w 495"/>
              <a:gd name="T39" fmla="*/ 84 h 581"/>
              <a:gd name="T40" fmla="*/ 358 w 495"/>
              <a:gd name="T41" fmla="*/ 54 h 581"/>
              <a:gd name="T42" fmla="*/ 412 w 495"/>
              <a:gd name="T43" fmla="*/ 93 h 581"/>
              <a:gd name="T44" fmla="*/ 431 w 495"/>
              <a:gd name="T45" fmla="*/ 95 h 581"/>
              <a:gd name="T46" fmla="*/ 463 w 495"/>
              <a:gd name="T47" fmla="*/ 155 h 581"/>
              <a:gd name="T48" fmla="*/ 222 w 495"/>
              <a:gd name="T49" fmla="*/ 279 h 581"/>
              <a:gd name="T50" fmla="*/ 350 w 495"/>
              <a:gd name="T51" fmla="*/ 257 h 581"/>
              <a:gd name="T52" fmla="*/ 398 w 495"/>
              <a:gd name="T53" fmla="*/ 210 h 581"/>
              <a:gd name="T54" fmla="*/ 407 w 495"/>
              <a:gd name="T55" fmla="*/ 219 h 581"/>
              <a:gd name="T56" fmla="*/ 412 w 495"/>
              <a:gd name="T57" fmla="*/ 451 h 581"/>
              <a:gd name="T58" fmla="*/ 406 w 495"/>
              <a:gd name="T59" fmla="*/ 320 h 581"/>
              <a:gd name="T60" fmla="*/ 469 w 495"/>
              <a:gd name="T61" fmla="*/ 184 h 581"/>
              <a:gd name="T62" fmla="*/ 460 w 495"/>
              <a:gd name="T63" fmla="*/ 233 h 581"/>
              <a:gd name="T64" fmla="*/ 384 w 495"/>
              <a:gd name="T65" fmla="*/ 222 h 581"/>
              <a:gd name="T66" fmla="*/ 421 w 495"/>
              <a:gd name="T67" fmla="*/ 188 h 581"/>
              <a:gd name="T68" fmla="*/ 364 w 495"/>
              <a:gd name="T69" fmla="*/ 225 h 581"/>
              <a:gd name="T70" fmla="*/ 361 w 495"/>
              <a:gd name="T71" fmla="*/ 188 h 581"/>
              <a:gd name="T72" fmla="*/ 387 w 495"/>
              <a:gd name="T73" fmla="*/ 356 h 581"/>
              <a:gd name="T74" fmla="*/ 220 w 495"/>
              <a:gd name="T75" fmla="*/ 351 h 581"/>
              <a:gd name="T76" fmla="*/ 236 w 495"/>
              <a:gd name="T77" fmla="*/ 315 h 581"/>
              <a:gd name="T78" fmla="*/ 207 w 495"/>
              <a:gd name="T79" fmla="*/ 171 h 581"/>
              <a:gd name="T80" fmla="*/ 239 w 495"/>
              <a:gd name="T81" fmla="*/ 166 h 581"/>
              <a:gd name="T82" fmla="*/ 252 w 495"/>
              <a:gd name="T83" fmla="*/ 158 h 581"/>
              <a:gd name="T84" fmla="*/ 270 w 495"/>
              <a:gd name="T85" fmla="*/ 130 h 581"/>
              <a:gd name="T86" fmla="*/ 279 w 495"/>
              <a:gd name="T87" fmla="*/ 100 h 581"/>
              <a:gd name="T88" fmla="*/ 394 w 495"/>
              <a:gd name="T89" fmla="*/ 130 h 581"/>
              <a:gd name="T90" fmla="*/ 438 w 495"/>
              <a:gd name="T91" fmla="*/ 100 h 581"/>
              <a:gd name="T92" fmla="*/ 439 w 495"/>
              <a:gd name="T93" fmla="*/ 153 h 581"/>
              <a:gd name="T94" fmla="*/ 457 w 495"/>
              <a:gd name="T95" fmla="*/ 159 h 581"/>
              <a:gd name="T96" fmla="*/ 475 w 495"/>
              <a:gd name="T97" fmla="*/ 100 h 581"/>
              <a:gd name="T98" fmla="*/ 456 w 495"/>
              <a:gd name="T99" fmla="*/ 80 h 581"/>
              <a:gd name="T100" fmla="*/ 344 w 495"/>
              <a:gd name="T101" fmla="*/ 34 h 581"/>
              <a:gd name="T102" fmla="*/ 207 w 495"/>
              <a:gd name="T103" fmla="*/ 0 h 581"/>
              <a:gd name="T104" fmla="*/ 173 w 495"/>
              <a:gd name="T105" fmla="*/ 7 h 581"/>
              <a:gd name="T106" fmla="*/ 144 w 495"/>
              <a:gd name="T107" fmla="*/ 23 h 581"/>
              <a:gd name="T108" fmla="*/ 122 w 495"/>
              <a:gd name="T109" fmla="*/ 51 h 581"/>
              <a:gd name="T110" fmla="*/ 149 w 495"/>
              <a:gd name="T111" fmla="*/ 82 h 581"/>
              <a:gd name="T112" fmla="*/ 59 w 495"/>
              <a:gd name="T113" fmla="*/ 98 h 581"/>
              <a:gd name="T114" fmla="*/ 108 w 495"/>
              <a:gd name="T115" fmla="*/ 286 h 581"/>
              <a:gd name="T116" fmla="*/ 153 w 495"/>
              <a:gd name="T117" fmla="*/ 307 h 581"/>
              <a:gd name="T118" fmla="*/ 103 w 495"/>
              <a:gd name="T119" fmla="*/ 418 h 581"/>
              <a:gd name="T120" fmla="*/ 495 w 495"/>
              <a:gd name="T121" fmla="*/ 512 h 5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95" h="581">
                <a:moveTo>
                  <a:pt x="370" y="368"/>
                </a:moveTo>
                <a:cubicBezTo>
                  <a:pt x="334" y="361"/>
                  <a:pt x="334" y="361"/>
                  <a:pt x="334" y="361"/>
                </a:cubicBezTo>
                <a:cubicBezTo>
                  <a:pt x="290" y="370"/>
                  <a:pt x="290" y="370"/>
                  <a:pt x="290" y="370"/>
                </a:cubicBezTo>
                <a:cubicBezTo>
                  <a:pt x="299" y="361"/>
                  <a:pt x="299" y="361"/>
                  <a:pt x="299" y="361"/>
                </a:cubicBezTo>
                <a:cubicBezTo>
                  <a:pt x="338" y="349"/>
                  <a:pt x="338" y="349"/>
                  <a:pt x="338" y="349"/>
                </a:cubicBezTo>
                <a:cubicBezTo>
                  <a:pt x="377" y="362"/>
                  <a:pt x="377" y="362"/>
                  <a:pt x="377" y="362"/>
                </a:cubicBezTo>
                <a:lnTo>
                  <a:pt x="370" y="368"/>
                </a:lnTo>
                <a:close/>
                <a:moveTo>
                  <a:pt x="342" y="490"/>
                </a:moveTo>
                <a:cubicBezTo>
                  <a:pt x="338" y="469"/>
                  <a:pt x="338" y="469"/>
                  <a:pt x="338" y="469"/>
                </a:cubicBezTo>
                <a:cubicBezTo>
                  <a:pt x="350" y="422"/>
                  <a:pt x="350" y="422"/>
                  <a:pt x="350" y="422"/>
                </a:cubicBezTo>
                <a:cubicBezTo>
                  <a:pt x="350" y="422"/>
                  <a:pt x="350" y="422"/>
                  <a:pt x="350" y="422"/>
                </a:cubicBezTo>
                <a:cubicBezTo>
                  <a:pt x="350" y="422"/>
                  <a:pt x="350" y="422"/>
                  <a:pt x="350" y="422"/>
                </a:cubicBezTo>
                <a:cubicBezTo>
                  <a:pt x="365" y="420"/>
                  <a:pt x="365" y="420"/>
                  <a:pt x="365" y="420"/>
                </a:cubicBezTo>
                <a:cubicBezTo>
                  <a:pt x="376" y="493"/>
                  <a:pt x="376" y="493"/>
                  <a:pt x="376" y="493"/>
                </a:cubicBezTo>
                <a:cubicBezTo>
                  <a:pt x="365" y="492"/>
                  <a:pt x="354" y="491"/>
                  <a:pt x="342" y="490"/>
                </a:cubicBezTo>
                <a:close/>
                <a:moveTo>
                  <a:pt x="267" y="393"/>
                </a:moveTo>
                <a:cubicBezTo>
                  <a:pt x="300" y="401"/>
                  <a:pt x="300" y="401"/>
                  <a:pt x="300" y="401"/>
                </a:cubicBezTo>
                <a:cubicBezTo>
                  <a:pt x="345" y="384"/>
                  <a:pt x="345" y="384"/>
                  <a:pt x="345" y="384"/>
                </a:cubicBezTo>
                <a:cubicBezTo>
                  <a:pt x="370" y="396"/>
                  <a:pt x="370" y="396"/>
                  <a:pt x="370" y="396"/>
                </a:cubicBezTo>
                <a:cubicBezTo>
                  <a:pt x="345" y="392"/>
                  <a:pt x="345" y="392"/>
                  <a:pt x="345" y="392"/>
                </a:cubicBezTo>
                <a:cubicBezTo>
                  <a:pt x="299" y="409"/>
                  <a:pt x="299" y="409"/>
                  <a:pt x="299" y="409"/>
                </a:cubicBezTo>
                <a:lnTo>
                  <a:pt x="267" y="393"/>
                </a:lnTo>
                <a:close/>
                <a:moveTo>
                  <a:pt x="172" y="472"/>
                </a:moveTo>
                <a:cubicBezTo>
                  <a:pt x="155" y="426"/>
                  <a:pt x="155" y="426"/>
                  <a:pt x="155" y="426"/>
                </a:cubicBezTo>
                <a:cubicBezTo>
                  <a:pt x="132" y="419"/>
                  <a:pt x="132" y="419"/>
                  <a:pt x="132" y="419"/>
                </a:cubicBezTo>
                <a:cubicBezTo>
                  <a:pt x="171" y="407"/>
                  <a:pt x="171" y="407"/>
                  <a:pt x="171" y="407"/>
                </a:cubicBezTo>
                <a:cubicBezTo>
                  <a:pt x="186" y="457"/>
                  <a:pt x="186" y="457"/>
                  <a:pt x="186" y="457"/>
                </a:cubicBezTo>
                <a:cubicBezTo>
                  <a:pt x="278" y="443"/>
                  <a:pt x="278" y="443"/>
                  <a:pt x="278" y="443"/>
                </a:cubicBezTo>
                <a:lnTo>
                  <a:pt x="172" y="472"/>
                </a:lnTo>
                <a:close/>
                <a:moveTo>
                  <a:pt x="155" y="326"/>
                </a:moveTo>
                <a:cubicBezTo>
                  <a:pt x="159" y="326"/>
                  <a:pt x="159" y="326"/>
                  <a:pt x="159" y="326"/>
                </a:cubicBezTo>
                <a:cubicBezTo>
                  <a:pt x="159" y="351"/>
                  <a:pt x="159" y="351"/>
                  <a:pt x="159" y="351"/>
                </a:cubicBezTo>
                <a:cubicBezTo>
                  <a:pt x="155" y="351"/>
                  <a:pt x="155" y="351"/>
                  <a:pt x="155" y="351"/>
                </a:cubicBezTo>
                <a:lnTo>
                  <a:pt x="155" y="326"/>
                </a:lnTo>
                <a:close/>
                <a:moveTo>
                  <a:pt x="164" y="326"/>
                </a:moveTo>
                <a:cubicBezTo>
                  <a:pt x="187" y="326"/>
                  <a:pt x="187" y="326"/>
                  <a:pt x="187" y="326"/>
                </a:cubicBezTo>
                <a:cubicBezTo>
                  <a:pt x="187" y="351"/>
                  <a:pt x="187" y="351"/>
                  <a:pt x="187" y="351"/>
                </a:cubicBezTo>
                <a:cubicBezTo>
                  <a:pt x="164" y="351"/>
                  <a:pt x="164" y="351"/>
                  <a:pt x="164" y="351"/>
                </a:cubicBezTo>
                <a:lnTo>
                  <a:pt x="164" y="326"/>
                </a:lnTo>
                <a:close/>
                <a:moveTo>
                  <a:pt x="108" y="266"/>
                </a:moveTo>
                <a:cubicBezTo>
                  <a:pt x="108" y="266"/>
                  <a:pt x="108" y="266"/>
                  <a:pt x="108" y="266"/>
                </a:cubicBezTo>
                <a:cubicBezTo>
                  <a:pt x="79" y="266"/>
                  <a:pt x="79" y="266"/>
                  <a:pt x="79" y="266"/>
                </a:cubicBezTo>
                <a:cubicBezTo>
                  <a:pt x="79" y="100"/>
                  <a:pt x="79" y="100"/>
                  <a:pt x="79" y="100"/>
                </a:cubicBezTo>
                <a:cubicBezTo>
                  <a:pt x="110" y="100"/>
                  <a:pt x="110" y="100"/>
                  <a:pt x="110" y="100"/>
                </a:cubicBezTo>
                <a:cubicBezTo>
                  <a:pt x="110" y="98"/>
                  <a:pt x="110" y="98"/>
                  <a:pt x="110" y="98"/>
                </a:cubicBezTo>
                <a:cubicBezTo>
                  <a:pt x="149" y="98"/>
                  <a:pt x="149" y="98"/>
                  <a:pt x="149" y="98"/>
                </a:cubicBezTo>
                <a:cubicBezTo>
                  <a:pt x="149" y="99"/>
                  <a:pt x="149" y="100"/>
                  <a:pt x="150" y="101"/>
                </a:cubicBezTo>
                <a:cubicBezTo>
                  <a:pt x="118" y="114"/>
                  <a:pt x="118" y="114"/>
                  <a:pt x="118" y="114"/>
                </a:cubicBezTo>
                <a:cubicBezTo>
                  <a:pt x="117" y="112"/>
                  <a:pt x="117" y="112"/>
                  <a:pt x="117" y="112"/>
                </a:cubicBezTo>
                <a:cubicBezTo>
                  <a:pt x="117" y="112"/>
                  <a:pt x="117" y="112"/>
                  <a:pt x="117" y="112"/>
                </a:cubicBezTo>
                <a:cubicBezTo>
                  <a:pt x="113" y="114"/>
                  <a:pt x="113" y="114"/>
                  <a:pt x="113" y="114"/>
                </a:cubicBezTo>
                <a:cubicBezTo>
                  <a:pt x="120" y="132"/>
                  <a:pt x="120" y="132"/>
                  <a:pt x="120" y="132"/>
                </a:cubicBezTo>
                <a:cubicBezTo>
                  <a:pt x="124" y="130"/>
                  <a:pt x="124" y="130"/>
                  <a:pt x="124" y="130"/>
                </a:cubicBezTo>
                <a:cubicBezTo>
                  <a:pt x="123" y="128"/>
                  <a:pt x="123" y="128"/>
                  <a:pt x="123" y="128"/>
                </a:cubicBezTo>
                <a:cubicBezTo>
                  <a:pt x="155" y="115"/>
                  <a:pt x="155" y="115"/>
                  <a:pt x="155" y="115"/>
                </a:cubicBezTo>
                <a:cubicBezTo>
                  <a:pt x="156" y="116"/>
                  <a:pt x="157" y="117"/>
                  <a:pt x="157" y="118"/>
                </a:cubicBezTo>
                <a:cubicBezTo>
                  <a:pt x="134" y="142"/>
                  <a:pt x="134" y="142"/>
                  <a:pt x="134" y="142"/>
                </a:cubicBezTo>
                <a:cubicBezTo>
                  <a:pt x="132" y="141"/>
                  <a:pt x="132" y="141"/>
                  <a:pt x="132" y="141"/>
                </a:cubicBezTo>
                <a:cubicBezTo>
                  <a:pt x="132" y="141"/>
                  <a:pt x="132" y="141"/>
                  <a:pt x="132" y="141"/>
                </a:cubicBezTo>
                <a:cubicBezTo>
                  <a:pt x="129" y="144"/>
                  <a:pt x="129" y="144"/>
                  <a:pt x="129" y="144"/>
                </a:cubicBezTo>
                <a:cubicBezTo>
                  <a:pt x="143" y="158"/>
                  <a:pt x="143" y="158"/>
                  <a:pt x="143" y="158"/>
                </a:cubicBezTo>
                <a:cubicBezTo>
                  <a:pt x="146" y="155"/>
                  <a:pt x="146" y="155"/>
                  <a:pt x="146" y="155"/>
                </a:cubicBezTo>
                <a:cubicBezTo>
                  <a:pt x="144" y="153"/>
                  <a:pt x="144" y="153"/>
                  <a:pt x="144" y="153"/>
                </a:cubicBezTo>
                <a:cubicBezTo>
                  <a:pt x="168" y="129"/>
                  <a:pt x="168" y="129"/>
                  <a:pt x="168" y="129"/>
                </a:cubicBezTo>
                <a:cubicBezTo>
                  <a:pt x="169" y="130"/>
                  <a:pt x="170" y="131"/>
                  <a:pt x="171" y="131"/>
                </a:cubicBezTo>
                <a:cubicBezTo>
                  <a:pt x="159" y="163"/>
                  <a:pt x="159" y="163"/>
                  <a:pt x="159" y="163"/>
                </a:cubicBezTo>
                <a:cubicBezTo>
                  <a:pt x="157" y="162"/>
                  <a:pt x="157" y="162"/>
                  <a:pt x="157" y="162"/>
                </a:cubicBezTo>
                <a:cubicBezTo>
                  <a:pt x="157" y="162"/>
                  <a:pt x="157" y="162"/>
                  <a:pt x="157" y="162"/>
                </a:cubicBezTo>
                <a:cubicBezTo>
                  <a:pt x="155" y="166"/>
                  <a:pt x="155" y="166"/>
                  <a:pt x="155" y="166"/>
                </a:cubicBezTo>
                <a:cubicBezTo>
                  <a:pt x="173" y="173"/>
                  <a:pt x="173" y="173"/>
                  <a:pt x="173" y="173"/>
                </a:cubicBezTo>
                <a:cubicBezTo>
                  <a:pt x="175" y="169"/>
                  <a:pt x="175" y="169"/>
                  <a:pt x="175" y="169"/>
                </a:cubicBezTo>
                <a:cubicBezTo>
                  <a:pt x="173" y="168"/>
                  <a:pt x="173" y="168"/>
                  <a:pt x="173" y="168"/>
                </a:cubicBezTo>
                <a:cubicBezTo>
                  <a:pt x="185" y="137"/>
                  <a:pt x="185" y="137"/>
                  <a:pt x="185" y="137"/>
                </a:cubicBezTo>
                <a:cubicBezTo>
                  <a:pt x="187" y="137"/>
                  <a:pt x="188" y="138"/>
                  <a:pt x="190" y="138"/>
                </a:cubicBezTo>
                <a:cubicBezTo>
                  <a:pt x="190" y="171"/>
                  <a:pt x="190" y="171"/>
                  <a:pt x="190" y="171"/>
                </a:cubicBezTo>
                <a:cubicBezTo>
                  <a:pt x="187" y="171"/>
                  <a:pt x="187" y="171"/>
                  <a:pt x="187" y="171"/>
                </a:cubicBezTo>
                <a:cubicBezTo>
                  <a:pt x="187" y="266"/>
                  <a:pt x="187" y="266"/>
                  <a:pt x="187" y="266"/>
                </a:cubicBezTo>
                <a:lnTo>
                  <a:pt x="108" y="266"/>
                </a:lnTo>
                <a:close/>
                <a:moveTo>
                  <a:pt x="74" y="266"/>
                </a:moveTo>
                <a:cubicBezTo>
                  <a:pt x="68" y="266"/>
                  <a:pt x="68" y="266"/>
                  <a:pt x="68" y="266"/>
                </a:cubicBezTo>
                <a:cubicBezTo>
                  <a:pt x="68" y="100"/>
                  <a:pt x="68" y="100"/>
                  <a:pt x="68" y="100"/>
                </a:cubicBezTo>
                <a:cubicBezTo>
                  <a:pt x="74" y="100"/>
                  <a:pt x="74" y="100"/>
                  <a:pt x="74" y="100"/>
                </a:cubicBezTo>
                <a:lnTo>
                  <a:pt x="74" y="266"/>
                </a:lnTo>
                <a:close/>
                <a:moveTo>
                  <a:pt x="153" y="111"/>
                </a:moveTo>
                <a:cubicBezTo>
                  <a:pt x="153" y="112"/>
                  <a:pt x="154" y="112"/>
                  <a:pt x="154" y="113"/>
                </a:cubicBezTo>
                <a:cubicBezTo>
                  <a:pt x="125" y="125"/>
                  <a:pt x="125" y="125"/>
                  <a:pt x="125" y="125"/>
                </a:cubicBezTo>
                <a:cubicBezTo>
                  <a:pt x="124" y="123"/>
                  <a:pt x="124" y="123"/>
                  <a:pt x="124" y="123"/>
                </a:cubicBezTo>
                <a:lnTo>
                  <a:pt x="153" y="111"/>
                </a:lnTo>
                <a:close/>
                <a:moveTo>
                  <a:pt x="122" y="57"/>
                </a:moveTo>
                <a:cubicBezTo>
                  <a:pt x="123" y="55"/>
                  <a:pt x="123" y="55"/>
                  <a:pt x="123" y="55"/>
                </a:cubicBezTo>
                <a:cubicBezTo>
                  <a:pt x="156" y="69"/>
                  <a:pt x="156" y="69"/>
                  <a:pt x="156" y="69"/>
                </a:cubicBezTo>
                <a:cubicBezTo>
                  <a:pt x="155" y="70"/>
                  <a:pt x="155" y="70"/>
                  <a:pt x="155" y="70"/>
                </a:cubicBezTo>
                <a:lnTo>
                  <a:pt x="122" y="57"/>
                </a:lnTo>
                <a:close/>
                <a:moveTo>
                  <a:pt x="166" y="124"/>
                </a:moveTo>
                <a:cubicBezTo>
                  <a:pt x="166" y="125"/>
                  <a:pt x="167" y="125"/>
                  <a:pt x="168" y="126"/>
                </a:cubicBezTo>
                <a:cubicBezTo>
                  <a:pt x="142" y="149"/>
                  <a:pt x="142" y="149"/>
                  <a:pt x="142" y="149"/>
                </a:cubicBezTo>
                <a:cubicBezTo>
                  <a:pt x="141" y="148"/>
                  <a:pt x="141" y="148"/>
                  <a:pt x="141" y="148"/>
                </a:cubicBezTo>
                <a:lnTo>
                  <a:pt x="166" y="124"/>
                </a:lnTo>
                <a:close/>
                <a:moveTo>
                  <a:pt x="140" y="29"/>
                </a:moveTo>
                <a:cubicBezTo>
                  <a:pt x="144" y="30"/>
                  <a:pt x="144" y="30"/>
                  <a:pt x="144" y="30"/>
                </a:cubicBezTo>
                <a:cubicBezTo>
                  <a:pt x="168" y="54"/>
                  <a:pt x="168" y="54"/>
                  <a:pt x="168" y="54"/>
                </a:cubicBezTo>
                <a:cubicBezTo>
                  <a:pt x="166" y="56"/>
                  <a:pt x="166" y="56"/>
                  <a:pt x="166" y="56"/>
                </a:cubicBezTo>
                <a:lnTo>
                  <a:pt x="140" y="29"/>
                </a:lnTo>
                <a:close/>
                <a:moveTo>
                  <a:pt x="181" y="133"/>
                </a:moveTo>
                <a:cubicBezTo>
                  <a:pt x="182" y="133"/>
                  <a:pt x="182" y="134"/>
                  <a:pt x="183" y="134"/>
                </a:cubicBezTo>
                <a:cubicBezTo>
                  <a:pt x="170" y="166"/>
                  <a:pt x="170" y="166"/>
                  <a:pt x="170" y="166"/>
                </a:cubicBezTo>
                <a:cubicBezTo>
                  <a:pt x="168" y="165"/>
                  <a:pt x="168" y="165"/>
                  <a:pt x="168" y="165"/>
                </a:cubicBezTo>
                <a:lnTo>
                  <a:pt x="181" y="133"/>
                </a:lnTo>
                <a:close/>
                <a:moveTo>
                  <a:pt x="167" y="10"/>
                </a:moveTo>
                <a:cubicBezTo>
                  <a:pt x="171" y="17"/>
                  <a:pt x="171" y="17"/>
                  <a:pt x="171" y="17"/>
                </a:cubicBezTo>
                <a:cubicBezTo>
                  <a:pt x="185" y="46"/>
                  <a:pt x="185" y="46"/>
                  <a:pt x="185" y="46"/>
                </a:cubicBezTo>
                <a:cubicBezTo>
                  <a:pt x="184" y="46"/>
                  <a:pt x="183" y="47"/>
                  <a:pt x="182" y="47"/>
                </a:cubicBezTo>
                <a:lnTo>
                  <a:pt x="167" y="10"/>
                </a:lnTo>
                <a:close/>
                <a:moveTo>
                  <a:pt x="197" y="323"/>
                </a:moveTo>
                <a:cubicBezTo>
                  <a:pt x="197" y="323"/>
                  <a:pt x="197" y="323"/>
                  <a:pt x="197" y="323"/>
                </a:cubicBezTo>
                <a:cubicBezTo>
                  <a:pt x="201" y="328"/>
                  <a:pt x="201" y="328"/>
                  <a:pt x="201" y="328"/>
                </a:cubicBezTo>
                <a:cubicBezTo>
                  <a:pt x="201" y="351"/>
                  <a:pt x="201" y="351"/>
                  <a:pt x="201" y="351"/>
                </a:cubicBezTo>
                <a:cubicBezTo>
                  <a:pt x="197" y="351"/>
                  <a:pt x="197" y="351"/>
                  <a:pt x="197" y="351"/>
                </a:cubicBezTo>
                <a:lnTo>
                  <a:pt x="197" y="323"/>
                </a:lnTo>
                <a:close/>
                <a:moveTo>
                  <a:pt x="197" y="282"/>
                </a:moveTo>
                <a:cubicBezTo>
                  <a:pt x="197" y="282"/>
                  <a:pt x="197" y="282"/>
                  <a:pt x="197" y="282"/>
                </a:cubicBezTo>
                <a:cubicBezTo>
                  <a:pt x="201" y="287"/>
                  <a:pt x="201" y="287"/>
                  <a:pt x="201" y="287"/>
                </a:cubicBezTo>
                <a:cubicBezTo>
                  <a:pt x="201" y="307"/>
                  <a:pt x="201" y="307"/>
                  <a:pt x="201" y="307"/>
                </a:cubicBezTo>
                <a:cubicBezTo>
                  <a:pt x="197" y="307"/>
                  <a:pt x="197" y="307"/>
                  <a:pt x="197" y="307"/>
                </a:cubicBezTo>
                <a:lnTo>
                  <a:pt x="197" y="282"/>
                </a:lnTo>
                <a:close/>
                <a:moveTo>
                  <a:pt x="197" y="171"/>
                </a:moveTo>
                <a:cubicBezTo>
                  <a:pt x="199" y="171"/>
                  <a:pt x="199" y="171"/>
                  <a:pt x="199" y="171"/>
                </a:cubicBezTo>
                <a:cubicBezTo>
                  <a:pt x="199" y="136"/>
                  <a:pt x="199" y="136"/>
                  <a:pt x="199" y="136"/>
                </a:cubicBezTo>
                <a:cubicBezTo>
                  <a:pt x="200" y="136"/>
                  <a:pt x="201" y="136"/>
                  <a:pt x="201" y="136"/>
                </a:cubicBezTo>
                <a:cubicBezTo>
                  <a:pt x="201" y="171"/>
                  <a:pt x="201" y="171"/>
                  <a:pt x="201" y="171"/>
                </a:cubicBezTo>
                <a:cubicBezTo>
                  <a:pt x="201" y="171"/>
                  <a:pt x="201" y="171"/>
                  <a:pt x="201" y="171"/>
                </a:cubicBezTo>
                <a:cubicBezTo>
                  <a:pt x="201" y="267"/>
                  <a:pt x="201" y="267"/>
                  <a:pt x="201" y="267"/>
                </a:cubicBezTo>
                <a:cubicBezTo>
                  <a:pt x="197" y="267"/>
                  <a:pt x="197" y="267"/>
                  <a:pt x="197" y="267"/>
                </a:cubicBezTo>
                <a:lnTo>
                  <a:pt x="197" y="171"/>
                </a:lnTo>
                <a:close/>
                <a:moveTo>
                  <a:pt x="199" y="5"/>
                </a:moveTo>
                <a:cubicBezTo>
                  <a:pt x="201" y="5"/>
                  <a:pt x="201" y="5"/>
                  <a:pt x="201" y="5"/>
                </a:cubicBezTo>
                <a:cubicBezTo>
                  <a:pt x="201" y="45"/>
                  <a:pt x="201" y="45"/>
                  <a:pt x="201" y="45"/>
                </a:cubicBezTo>
                <a:cubicBezTo>
                  <a:pt x="201" y="45"/>
                  <a:pt x="200" y="45"/>
                  <a:pt x="199" y="44"/>
                </a:cubicBezTo>
                <a:lnTo>
                  <a:pt x="199" y="5"/>
                </a:lnTo>
                <a:close/>
                <a:moveTo>
                  <a:pt x="212" y="61"/>
                </a:moveTo>
                <a:cubicBezTo>
                  <a:pt x="217" y="61"/>
                  <a:pt x="222" y="66"/>
                  <a:pt x="222" y="71"/>
                </a:cubicBezTo>
                <a:cubicBezTo>
                  <a:pt x="222" y="77"/>
                  <a:pt x="217" y="81"/>
                  <a:pt x="212" y="81"/>
                </a:cubicBezTo>
                <a:cubicBezTo>
                  <a:pt x="206" y="81"/>
                  <a:pt x="202" y="77"/>
                  <a:pt x="202" y="71"/>
                </a:cubicBezTo>
                <a:cubicBezTo>
                  <a:pt x="202" y="66"/>
                  <a:pt x="206" y="61"/>
                  <a:pt x="212" y="61"/>
                </a:cubicBezTo>
                <a:close/>
                <a:moveTo>
                  <a:pt x="231" y="164"/>
                </a:moveTo>
                <a:cubicBezTo>
                  <a:pt x="230" y="164"/>
                  <a:pt x="230" y="164"/>
                  <a:pt x="230" y="164"/>
                </a:cubicBezTo>
                <a:cubicBezTo>
                  <a:pt x="217" y="131"/>
                  <a:pt x="217" y="131"/>
                  <a:pt x="217" y="131"/>
                </a:cubicBezTo>
                <a:cubicBezTo>
                  <a:pt x="220" y="130"/>
                  <a:pt x="220" y="130"/>
                  <a:pt x="220" y="130"/>
                </a:cubicBezTo>
                <a:lnTo>
                  <a:pt x="231" y="164"/>
                </a:lnTo>
                <a:close/>
                <a:moveTo>
                  <a:pt x="233" y="119"/>
                </a:moveTo>
                <a:cubicBezTo>
                  <a:pt x="258" y="143"/>
                  <a:pt x="258" y="143"/>
                  <a:pt x="258" y="143"/>
                </a:cubicBezTo>
                <a:cubicBezTo>
                  <a:pt x="256" y="145"/>
                  <a:pt x="256" y="145"/>
                  <a:pt x="256" y="145"/>
                </a:cubicBezTo>
                <a:cubicBezTo>
                  <a:pt x="231" y="120"/>
                  <a:pt x="231" y="120"/>
                  <a:pt x="231" y="120"/>
                </a:cubicBezTo>
                <a:cubicBezTo>
                  <a:pt x="232" y="120"/>
                  <a:pt x="232" y="119"/>
                  <a:pt x="233" y="119"/>
                </a:cubicBezTo>
                <a:close/>
                <a:moveTo>
                  <a:pt x="241" y="103"/>
                </a:moveTo>
                <a:cubicBezTo>
                  <a:pt x="273" y="116"/>
                  <a:pt x="273" y="116"/>
                  <a:pt x="273" y="116"/>
                </a:cubicBezTo>
                <a:cubicBezTo>
                  <a:pt x="272" y="118"/>
                  <a:pt x="272" y="118"/>
                  <a:pt x="272" y="118"/>
                </a:cubicBezTo>
                <a:cubicBezTo>
                  <a:pt x="240" y="104"/>
                  <a:pt x="240" y="104"/>
                  <a:pt x="240" y="104"/>
                </a:cubicBezTo>
                <a:cubicBezTo>
                  <a:pt x="240" y="104"/>
                  <a:pt x="241" y="103"/>
                  <a:pt x="241" y="103"/>
                </a:cubicBezTo>
                <a:close/>
                <a:moveTo>
                  <a:pt x="279" y="84"/>
                </a:moveTo>
                <a:cubicBezTo>
                  <a:pt x="375" y="84"/>
                  <a:pt x="375" y="84"/>
                  <a:pt x="375" y="84"/>
                </a:cubicBezTo>
                <a:cubicBezTo>
                  <a:pt x="375" y="88"/>
                  <a:pt x="375" y="88"/>
                  <a:pt x="375" y="88"/>
                </a:cubicBezTo>
                <a:cubicBezTo>
                  <a:pt x="279" y="88"/>
                  <a:pt x="279" y="88"/>
                  <a:pt x="279" y="88"/>
                </a:cubicBezTo>
                <a:lnTo>
                  <a:pt x="279" y="84"/>
                </a:lnTo>
                <a:close/>
                <a:moveTo>
                  <a:pt x="359" y="55"/>
                </a:moveTo>
                <a:cubicBezTo>
                  <a:pt x="362" y="80"/>
                  <a:pt x="362" y="80"/>
                  <a:pt x="362" y="80"/>
                </a:cubicBezTo>
                <a:cubicBezTo>
                  <a:pt x="360" y="80"/>
                  <a:pt x="360" y="80"/>
                  <a:pt x="360" y="80"/>
                </a:cubicBezTo>
                <a:cubicBezTo>
                  <a:pt x="358" y="54"/>
                  <a:pt x="358" y="54"/>
                  <a:pt x="358" y="54"/>
                </a:cubicBezTo>
                <a:lnTo>
                  <a:pt x="359" y="55"/>
                </a:lnTo>
                <a:close/>
                <a:moveTo>
                  <a:pt x="370" y="67"/>
                </a:moveTo>
                <a:cubicBezTo>
                  <a:pt x="397" y="83"/>
                  <a:pt x="397" y="83"/>
                  <a:pt x="397" y="83"/>
                </a:cubicBezTo>
                <a:cubicBezTo>
                  <a:pt x="397" y="85"/>
                  <a:pt x="397" y="85"/>
                  <a:pt x="397" y="85"/>
                </a:cubicBezTo>
                <a:cubicBezTo>
                  <a:pt x="370" y="72"/>
                  <a:pt x="370" y="72"/>
                  <a:pt x="370" y="72"/>
                </a:cubicBezTo>
                <a:lnTo>
                  <a:pt x="370" y="67"/>
                </a:lnTo>
                <a:close/>
                <a:moveTo>
                  <a:pt x="411" y="89"/>
                </a:moveTo>
                <a:cubicBezTo>
                  <a:pt x="412" y="93"/>
                  <a:pt x="412" y="93"/>
                  <a:pt x="412" y="93"/>
                </a:cubicBezTo>
                <a:cubicBezTo>
                  <a:pt x="382" y="99"/>
                  <a:pt x="382" y="99"/>
                  <a:pt x="382" y="99"/>
                </a:cubicBezTo>
                <a:cubicBezTo>
                  <a:pt x="378" y="97"/>
                  <a:pt x="378" y="97"/>
                  <a:pt x="378" y="97"/>
                </a:cubicBezTo>
                <a:lnTo>
                  <a:pt x="411" y="89"/>
                </a:lnTo>
                <a:close/>
                <a:moveTo>
                  <a:pt x="431" y="95"/>
                </a:moveTo>
                <a:cubicBezTo>
                  <a:pt x="403" y="130"/>
                  <a:pt x="403" y="130"/>
                  <a:pt x="403" y="130"/>
                </a:cubicBezTo>
                <a:cubicBezTo>
                  <a:pt x="400" y="127"/>
                  <a:pt x="400" y="127"/>
                  <a:pt x="400" y="127"/>
                </a:cubicBezTo>
                <a:cubicBezTo>
                  <a:pt x="428" y="91"/>
                  <a:pt x="428" y="91"/>
                  <a:pt x="428" y="91"/>
                </a:cubicBezTo>
                <a:lnTo>
                  <a:pt x="431" y="95"/>
                </a:lnTo>
                <a:close/>
                <a:moveTo>
                  <a:pt x="447" y="98"/>
                </a:moveTo>
                <a:cubicBezTo>
                  <a:pt x="432" y="144"/>
                  <a:pt x="432" y="144"/>
                  <a:pt x="432" y="144"/>
                </a:cubicBezTo>
                <a:cubicBezTo>
                  <a:pt x="430" y="143"/>
                  <a:pt x="430" y="143"/>
                  <a:pt x="430" y="143"/>
                </a:cubicBezTo>
                <a:cubicBezTo>
                  <a:pt x="445" y="96"/>
                  <a:pt x="445" y="96"/>
                  <a:pt x="445" y="96"/>
                </a:cubicBezTo>
                <a:lnTo>
                  <a:pt x="447" y="98"/>
                </a:lnTo>
                <a:close/>
                <a:moveTo>
                  <a:pt x="461" y="95"/>
                </a:moveTo>
                <a:cubicBezTo>
                  <a:pt x="463" y="95"/>
                  <a:pt x="463" y="95"/>
                  <a:pt x="463" y="95"/>
                </a:cubicBezTo>
                <a:cubicBezTo>
                  <a:pt x="463" y="155"/>
                  <a:pt x="463" y="155"/>
                  <a:pt x="463" y="155"/>
                </a:cubicBezTo>
                <a:cubicBezTo>
                  <a:pt x="461" y="155"/>
                  <a:pt x="461" y="155"/>
                  <a:pt x="461" y="155"/>
                </a:cubicBezTo>
                <a:lnTo>
                  <a:pt x="461" y="95"/>
                </a:lnTo>
                <a:close/>
                <a:moveTo>
                  <a:pt x="207" y="286"/>
                </a:moveTo>
                <a:cubicBezTo>
                  <a:pt x="217" y="286"/>
                  <a:pt x="217" y="286"/>
                  <a:pt x="217" y="286"/>
                </a:cubicBezTo>
                <a:cubicBezTo>
                  <a:pt x="217" y="307"/>
                  <a:pt x="217" y="307"/>
                  <a:pt x="217" y="307"/>
                </a:cubicBezTo>
                <a:cubicBezTo>
                  <a:pt x="207" y="307"/>
                  <a:pt x="207" y="307"/>
                  <a:pt x="207" y="307"/>
                </a:cubicBezTo>
                <a:lnTo>
                  <a:pt x="207" y="286"/>
                </a:lnTo>
                <a:close/>
                <a:moveTo>
                  <a:pt x="222" y="279"/>
                </a:moveTo>
                <a:cubicBezTo>
                  <a:pt x="226" y="276"/>
                  <a:pt x="226" y="276"/>
                  <a:pt x="226" y="276"/>
                </a:cubicBezTo>
                <a:cubicBezTo>
                  <a:pt x="226" y="311"/>
                  <a:pt x="226" y="311"/>
                  <a:pt x="226" y="311"/>
                </a:cubicBezTo>
                <a:cubicBezTo>
                  <a:pt x="222" y="309"/>
                  <a:pt x="222" y="309"/>
                  <a:pt x="222" y="309"/>
                </a:cubicBezTo>
                <a:lnTo>
                  <a:pt x="222" y="279"/>
                </a:lnTo>
                <a:close/>
                <a:moveTo>
                  <a:pt x="345" y="260"/>
                </a:moveTo>
                <a:cubicBezTo>
                  <a:pt x="345" y="236"/>
                  <a:pt x="345" y="236"/>
                  <a:pt x="345" y="236"/>
                </a:cubicBezTo>
                <a:cubicBezTo>
                  <a:pt x="348" y="236"/>
                  <a:pt x="348" y="236"/>
                  <a:pt x="348" y="236"/>
                </a:cubicBezTo>
                <a:cubicBezTo>
                  <a:pt x="350" y="257"/>
                  <a:pt x="350" y="257"/>
                  <a:pt x="350" y="257"/>
                </a:cubicBezTo>
                <a:cubicBezTo>
                  <a:pt x="365" y="285"/>
                  <a:pt x="365" y="285"/>
                  <a:pt x="365" y="285"/>
                </a:cubicBezTo>
                <a:lnTo>
                  <a:pt x="345" y="260"/>
                </a:lnTo>
                <a:close/>
                <a:moveTo>
                  <a:pt x="397" y="192"/>
                </a:moveTo>
                <a:cubicBezTo>
                  <a:pt x="397" y="182"/>
                  <a:pt x="397" y="182"/>
                  <a:pt x="397" y="182"/>
                </a:cubicBezTo>
                <a:cubicBezTo>
                  <a:pt x="401" y="182"/>
                  <a:pt x="401" y="182"/>
                  <a:pt x="401" y="182"/>
                </a:cubicBezTo>
                <a:cubicBezTo>
                  <a:pt x="409" y="190"/>
                  <a:pt x="409" y="190"/>
                  <a:pt x="409" y="190"/>
                </a:cubicBezTo>
                <a:cubicBezTo>
                  <a:pt x="407" y="204"/>
                  <a:pt x="407" y="204"/>
                  <a:pt x="407" y="204"/>
                </a:cubicBezTo>
                <a:cubicBezTo>
                  <a:pt x="398" y="210"/>
                  <a:pt x="398" y="210"/>
                  <a:pt x="398" y="210"/>
                </a:cubicBezTo>
                <a:cubicBezTo>
                  <a:pt x="395" y="210"/>
                  <a:pt x="395" y="210"/>
                  <a:pt x="395" y="210"/>
                </a:cubicBezTo>
                <a:cubicBezTo>
                  <a:pt x="395" y="203"/>
                  <a:pt x="395" y="203"/>
                  <a:pt x="395" y="203"/>
                </a:cubicBezTo>
                <a:cubicBezTo>
                  <a:pt x="400" y="203"/>
                  <a:pt x="400" y="203"/>
                  <a:pt x="400" y="203"/>
                </a:cubicBezTo>
                <a:cubicBezTo>
                  <a:pt x="400" y="201"/>
                  <a:pt x="400" y="201"/>
                  <a:pt x="400" y="201"/>
                </a:cubicBezTo>
                <a:cubicBezTo>
                  <a:pt x="395" y="201"/>
                  <a:pt x="395" y="201"/>
                  <a:pt x="395" y="201"/>
                </a:cubicBezTo>
                <a:cubicBezTo>
                  <a:pt x="395" y="192"/>
                  <a:pt x="395" y="192"/>
                  <a:pt x="395" y="192"/>
                </a:cubicBezTo>
                <a:lnTo>
                  <a:pt x="397" y="192"/>
                </a:lnTo>
                <a:close/>
                <a:moveTo>
                  <a:pt x="407" y="219"/>
                </a:moveTo>
                <a:cubicBezTo>
                  <a:pt x="401" y="219"/>
                  <a:pt x="401" y="219"/>
                  <a:pt x="401" y="219"/>
                </a:cubicBezTo>
                <a:cubicBezTo>
                  <a:pt x="401" y="212"/>
                  <a:pt x="401" y="212"/>
                  <a:pt x="401" y="212"/>
                </a:cubicBezTo>
                <a:cubicBezTo>
                  <a:pt x="412" y="206"/>
                  <a:pt x="412" y="206"/>
                  <a:pt x="412" y="206"/>
                </a:cubicBezTo>
                <a:lnTo>
                  <a:pt x="407" y="219"/>
                </a:lnTo>
                <a:close/>
                <a:moveTo>
                  <a:pt x="413" y="497"/>
                </a:moveTo>
                <a:cubicBezTo>
                  <a:pt x="426" y="428"/>
                  <a:pt x="426" y="428"/>
                  <a:pt x="426" y="428"/>
                </a:cubicBezTo>
                <a:cubicBezTo>
                  <a:pt x="423" y="403"/>
                  <a:pt x="423" y="403"/>
                  <a:pt x="423" y="403"/>
                </a:cubicBezTo>
                <a:cubicBezTo>
                  <a:pt x="412" y="451"/>
                  <a:pt x="412" y="451"/>
                  <a:pt x="412" y="451"/>
                </a:cubicBezTo>
                <a:cubicBezTo>
                  <a:pt x="406" y="451"/>
                  <a:pt x="406" y="451"/>
                  <a:pt x="406" y="451"/>
                </a:cubicBezTo>
                <a:cubicBezTo>
                  <a:pt x="406" y="408"/>
                  <a:pt x="406" y="408"/>
                  <a:pt x="406" y="408"/>
                </a:cubicBezTo>
                <a:cubicBezTo>
                  <a:pt x="424" y="395"/>
                  <a:pt x="424" y="395"/>
                  <a:pt x="424" y="395"/>
                </a:cubicBezTo>
                <a:cubicBezTo>
                  <a:pt x="433" y="320"/>
                  <a:pt x="433" y="320"/>
                  <a:pt x="433" y="320"/>
                </a:cubicBezTo>
                <a:cubicBezTo>
                  <a:pt x="398" y="400"/>
                  <a:pt x="398" y="400"/>
                  <a:pt x="398" y="400"/>
                </a:cubicBezTo>
                <a:cubicBezTo>
                  <a:pt x="395" y="400"/>
                  <a:pt x="395" y="400"/>
                  <a:pt x="395" y="400"/>
                </a:cubicBezTo>
                <a:cubicBezTo>
                  <a:pt x="395" y="351"/>
                  <a:pt x="395" y="351"/>
                  <a:pt x="395" y="351"/>
                </a:cubicBezTo>
                <a:cubicBezTo>
                  <a:pt x="406" y="320"/>
                  <a:pt x="406" y="320"/>
                  <a:pt x="406" y="320"/>
                </a:cubicBezTo>
                <a:cubicBezTo>
                  <a:pt x="385" y="302"/>
                  <a:pt x="385" y="302"/>
                  <a:pt x="385" y="302"/>
                </a:cubicBezTo>
                <a:cubicBezTo>
                  <a:pt x="406" y="280"/>
                  <a:pt x="406" y="280"/>
                  <a:pt x="406" y="280"/>
                </a:cubicBezTo>
                <a:cubicBezTo>
                  <a:pt x="413" y="284"/>
                  <a:pt x="413" y="284"/>
                  <a:pt x="413" y="284"/>
                </a:cubicBezTo>
                <a:cubicBezTo>
                  <a:pt x="404" y="301"/>
                  <a:pt x="404" y="301"/>
                  <a:pt x="404" y="301"/>
                </a:cubicBezTo>
                <a:cubicBezTo>
                  <a:pt x="425" y="319"/>
                  <a:pt x="425" y="319"/>
                  <a:pt x="425" y="319"/>
                </a:cubicBezTo>
                <a:cubicBezTo>
                  <a:pt x="456" y="296"/>
                  <a:pt x="456" y="296"/>
                  <a:pt x="456" y="296"/>
                </a:cubicBezTo>
                <a:cubicBezTo>
                  <a:pt x="478" y="218"/>
                  <a:pt x="478" y="218"/>
                  <a:pt x="478" y="218"/>
                </a:cubicBezTo>
                <a:cubicBezTo>
                  <a:pt x="469" y="184"/>
                  <a:pt x="469" y="184"/>
                  <a:pt x="469" y="184"/>
                </a:cubicBezTo>
                <a:cubicBezTo>
                  <a:pt x="482" y="173"/>
                  <a:pt x="482" y="173"/>
                  <a:pt x="482" y="173"/>
                </a:cubicBezTo>
                <a:cubicBezTo>
                  <a:pt x="486" y="167"/>
                  <a:pt x="486" y="167"/>
                  <a:pt x="486" y="167"/>
                </a:cubicBezTo>
                <a:cubicBezTo>
                  <a:pt x="485" y="167"/>
                  <a:pt x="485" y="167"/>
                  <a:pt x="485" y="167"/>
                </a:cubicBezTo>
                <a:cubicBezTo>
                  <a:pt x="485" y="167"/>
                  <a:pt x="485" y="167"/>
                  <a:pt x="485" y="167"/>
                </a:cubicBezTo>
                <a:cubicBezTo>
                  <a:pt x="462" y="176"/>
                  <a:pt x="462" y="176"/>
                  <a:pt x="462" y="176"/>
                </a:cubicBezTo>
                <a:cubicBezTo>
                  <a:pt x="457" y="226"/>
                  <a:pt x="457" y="226"/>
                  <a:pt x="457" y="226"/>
                </a:cubicBezTo>
                <a:cubicBezTo>
                  <a:pt x="417" y="228"/>
                  <a:pt x="417" y="228"/>
                  <a:pt x="417" y="228"/>
                </a:cubicBezTo>
                <a:cubicBezTo>
                  <a:pt x="460" y="233"/>
                  <a:pt x="460" y="233"/>
                  <a:pt x="460" y="233"/>
                </a:cubicBezTo>
                <a:cubicBezTo>
                  <a:pt x="416" y="240"/>
                  <a:pt x="416" y="240"/>
                  <a:pt x="416" y="240"/>
                </a:cubicBezTo>
                <a:cubicBezTo>
                  <a:pt x="421" y="255"/>
                  <a:pt x="421" y="255"/>
                  <a:pt x="421" y="255"/>
                </a:cubicBezTo>
                <a:cubicBezTo>
                  <a:pt x="413" y="265"/>
                  <a:pt x="413" y="265"/>
                  <a:pt x="413" y="265"/>
                </a:cubicBezTo>
                <a:cubicBezTo>
                  <a:pt x="394" y="257"/>
                  <a:pt x="394" y="257"/>
                  <a:pt x="394" y="257"/>
                </a:cubicBezTo>
                <a:cubicBezTo>
                  <a:pt x="377" y="266"/>
                  <a:pt x="377" y="266"/>
                  <a:pt x="377" y="266"/>
                </a:cubicBezTo>
                <a:cubicBezTo>
                  <a:pt x="368" y="256"/>
                  <a:pt x="368" y="256"/>
                  <a:pt x="368" y="256"/>
                </a:cubicBezTo>
                <a:cubicBezTo>
                  <a:pt x="379" y="222"/>
                  <a:pt x="379" y="222"/>
                  <a:pt x="379" y="222"/>
                </a:cubicBezTo>
                <a:cubicBezTo>
                  <a:pt x="384" y="222"/>
                  <a:pt x="384" y="222"/>
                  <a:pt x="384" y="222"/>
                </a:cubicBezTo>
                <a:cubicBezTo>
                  <a:pt x="387" y="251"/>
                  <a:pt x="387" y="251"/>
                  <a:pt x="387" y="251"/>
                </a:cubicBezTo>
                <a:cubicBezTo>
                  <a:pt x="394" y="230"/>
                  <a:pt x="394" y="230"/>
                  <a:pt x="394" y="230"/>
                </a:cubicBezTo>
                <a:cubicBezTo>
                  <a:pt x="411" y="231"/>
                  <a:pt x="411" y="231"/>
                  <a:pt x="411" y="231"/>
                </a:cubicBezTo>
                <a:cubicBezTo>
                  <a:pt x="404" y="228"/>
                  <a:pt x="404" y="228"/>
                  <a:pt x="404" y="228"/>
                </a:cubicBezTo>
                <a:cubicBezTo>
                  <a:pt x="415" y="227"/>
                  <a:pt x="415" y="227"/>
                  <a:pt x="415" y="227"/>
                </a:cubicBezTo>
                <a:cubicBezTo>
                  <a:pt x="412" y="220"/>
                  <a:pt x="412" y="220"/>
                  <a:pt x="412" y="220"/>
                </a:cubicBezTo>
                <a:cubicBezTo>
                  <a:pt x="418" y="210"/>
                  <a:pt x="418" y="210"/>
                  <a:pt x="418" y="210"/>
                </a:cubicBezTo>
                <a:cubicBezTo>
                  <a:pt x="421" y="188"/>
                  <a:pt x="421" y="188"/>
                  <a:pt x="421" y="188"/>
                </a:cubicBezTo>
                <a:cubicBezTo>
                  <a:pt x="406" y="175"/>
                  <a:pt x="406" y="175"/>
                  <a:pt x="406" y="175"/>
                </a:cubicBezTo>
                <a:cubicBezTo>
                  <a:pt x="394" y="176"/>
                  <a:pt x="394" y="176"/>
                  <a:pt x="394" y="176"/>
                </a:cubicBezTo>
                <a:cubicBezTo>
                  <a:pt x="384" y="184"/>
                  <a:pt x="384" y="184"/>
                  <a:pt x="384" y="184"/>
                </a:cubicBezTo>
                <a:cubicBezTo>
                  <a:pt x="381" y="122"/>
                  <a:pt x="381" y="122"/>
                  <a:pt x="381" y="122"/>
                </a:cubicBezTo>
                <a:cubicBezTo>
                  <a:pt x="378" y="118"/>
                  <a:pt x="378" y="118"/>
                  <a:pt x="378" y="118"/>
                </a:cubicBezTo>
                <a:cubicBezTo>
                  <a:pt x="375" y="221"/>
                  <a:pt x="375" y="221"/>
                  <a:pt x="375" y="221"/>
                </a:cubicBezTo>
                <a:cubicBezTo>
                  <a:pt x="367" y="233"/>
                  <a:pt x="367" y="233"/>
                  <a:pt x="367" y="233"/>
                </a:cubicBezTo>
                <a:cubicBezTo>
                  <a:pt x="367" y="233"/>
                  <a:pt x="366" y="232"/>
                  <a:pt x="364" y="225"/>
                </a:cubicBezTo>
                <a:cubicBezTo>
                  <a:pt x="362" y="218"/>
                  <a:pt x="365" y="200"/>
                  <a:pt x="365" y="200"/>
                </a:cubicBezTo>
                <a:cubicBezTo>
                  <a:pt x="373" y="120"/>
                  <a:pt x="373" y="120"/>
                  <a:pt x="373" y="120"/>
                </a:cubicBezTo>
                <a:cubicBezTo>
                  <a:pt x="367" y="127"/>
                  <a:pt x="367" y="127"/>
                  <a:pt x="367" y="127"/>
                </a:cubicBezTo>
                <a:cubicBezTo>
                  <a:pt x="363" y="176"/>
                  <a:pt x="363" y="176"/>
                  <a:pt x="363" y="176"/>
                </a:cubicBezTo>
                <a:cubicBezTo>
                  <a:pt x="345" y="189"/>
                  <a:pt x="345" y="189"/>
                  <a:pt x="345" y="189"/>
                </a:cubicBezTo>
                <a:cubicBezTo>
                  <a:pt x="340" y="215"/>
                  <a:pt x="340" y="215"/>
                  <a:pt x="340" y="215"/>
                </a:cubicBezTo>
                <a:cubicBezTo>
                  <a:pt x="347" y="195"/>
                  <a:pt x="347" y="195"/>
                  <a:pt x="347" y="195"/>
                </a:cubicBezTo>
                <a:cubicBezTo>
                  <a:pt x="361" y="188"/>
                  <a:pt x="361" y="188"/>
                  <a:pt x="361" y="188"/>
                </a:cubicBezTo>
                <a:cubicBezTo>
                  <a:pt x="359" y="201"/>
                  <a:pt x="359" y="201"/>
                  <a:pt x="359" y="201"/>
                </a:cubicBezTo>
                <a:cubicBezTo>
                  <a:pt x="350" y="207"/>
                  <a:pt x="350" y="207"/>
                  <a:pt x="350" y="207"/>
                </a:cubicBezTo>
                <a:cubicBezTo>
                  <a:pt x="332" y="230"/>
                  <a:pt x="332" y="230"/>
                  <a:pt x="332" y="230"/>
                </a:cubicBezTo>
                <a:cubicBezTo>
                  <a:pt x="330" y="270"/>
                  <a:pt x="330" y="270"/>
                  <a:pt x="330" y="270"/>
                </a:cubicBezTo>
                <a:cubicBezTo>
                  <a:pt x="370" y="304"/>
                  <a:pt x="370" y="304"/>
                  <a:pt x="370" y="304"/>
                </a:cubicBezTo>
                <a:cubicBezTo>
                  <a:pt x="361" y="327"/>
                  <a:pt x="361" y="327"/>
                  <a:pt x="361" y="327"/>
                </a:cubicBezTo>
                <a:cubicBezTo>
                  <a:pt x="394" y="351"/>
                  <a:pt x="394" y="351"/>
                  <a:pt x="394" y="351"/>
                </a:cubicBezTo>
                <a:cubicBezTo>
                  <a:pt x="387" y="356"/>
                  <a:pt x="387" y="356"/>
                  <a:pt x="387" y="356"/>
                </a:cubicBezTo>
                <a:cubicBezTo>
                  <a:pt x="350" y="337"/>
                  <a:pt x="350" y="337"/>
                  <a:pt x="350" y="337"/>
                </a:cubicBezTo>
                <a:cubicBezTo>
                  <a:pt x="361" y="327"/>
                  <a:pt x="361" y="327"/>
                  <a:pt x="361" y="327"/>
                </a:cubicBezTo>
                <a:cubicBezTo>
                  <a:pt x="290" y="318"/>
                  <a:pt x="290" y="318"/>
                  <a:pt x="290" y="318"/>
                </a:cubicBezTo>
                <a:cubicBezTo>
                  <a:pt x="253" y="336"/>
                  <a:pt x="253" y="336"/>
                  <a:pt x="253" y="336"/>
                </a:cubicBezTo>
                <a:cubicBezTo>
                  <a:pt x="253" y="350"/>
                  <a:pt x="253" y="350"/>
                  <a:pt x="253" y="350"/>
                </a:cubicBezTo>
                <a:cubicBezTo>
                  <a:pt x="253" y="367"/>
                  <a:pt x="253" y="367"/>
                  <a:pt x="253" y="367"/>
                </a:cubicBezTo>
                <a:cubicBezTo>
                  <a:pt x="229" y="367"/>
                  <a:pt x="229" y="367"/>
                  <a:pt x="229" y="367"/>
                </a:cubicBezTo>
                <a:cubicBezTo>
                  <a:pt x="220" y="351"/>
                  <a:pt x="220" y="351"/>
                  <a:pt x="220" y="351"/>
                </a:cubicBezTo>
                <a:cubicBezTo>
                  <a:pt x="207" y="351"/>
                  <a:pt x="207" y="351"/>
                  <a:pt x="207" y="351"/>
                </a:cubicBezTo>
                <a:cubicBezTo>
                  <a:pt x="207" y="326"/>
                  <a:pt x="207" y="326"/>
                  <a:pt x="207" y="326"/>
                </a:cubicBezTo>
                <a:cubicBezTo>
                  <a:pt x="227" y="326"/>
                  <a:pt x="227" y="326"/>
                  <a:pt x="227" y="326"/>
                </a:cubicBezTo>
                <a:cubicBezTo>
                  <a:pt x="227" y="326"/>
                  <a:pt x="227" y="326"/>
                  <a:pt x="227" y="326"/>
                </a:cubicBezTo>
                <a:cubicBezTo>
                  <a:pt x="232" y="326"/>
                  <a:pt x="235" y="323"/>
                  <a:pt x="235" y="318"/>
                </a:cubicBezTo>
                <a:cubicBezTo>
                  <a:pt x="235" y="318"/>
                  <a:pt x="235" y="318"/>
                  <a:pt x="235" y="318"/>
                </a:cubicBezTo>
                <a:cubicBezTo>
                  <a:pt x="235" y="315"/>
                  <a:pt x="235" y="315"/>
                  <a:pt x="235" y="315"/>
                </a:cubicBezTo>
                <a:cubicBezTo>
                  <a:pt x="236" y="315"/>
                  <a:pt x="236" y="315"/>
                  <a:pt x="236" y="315"/>
                </a:cubicBezTo>
                <a:cubicBezTo>
                  <a:pt x="236" y="286"/>
                  <a:pt x="236" y="286"/>
                  <a:pt x="236" y="286"/>
                </a:cubicBezTo>
                <a:cubicBezTo>
                  <a:pt x="236" y="286"/>
                  <a:pt x="236" y="286"/>
                  <a:pt x="236" y="286"/>
                </a:cubicBezTo>
                <a:cubicBezTo>
                  <a:pt x="236" y="275"/>
                  <a:pt x="236" y="275"/>
                  <a:pt x="236" y="275"/>
                </a:cubicBezTo>
                <a:cubicBezTo>
                  <a:pt x="236" y="275"/>
                  <a:pt x="236" y="275"/>
                  <a:pt x="236" y="274"/>
                </a:cubicBezTo>
                <a:cubicBezTo>
                  <a:pt x="236" y="270"/>
                  <a:pt x="232" y="266"/>
                  <a:pt x="228" y="266"/>
                </a:cubicBezTo>
                <a:cubicBezTo>
                  <a:pt x="227" y="266"/>
                  <a:pt x="227" y="266"/>
                  <a:pt x="227" y="266"/>
                </a:cubicBezTo>
                <a:cubicBezTo>
                  <a:pt x="207" y="266"/>
                  <a:pt x="207" y="266"/>
                  <a:pt x="207" y="266"/>
                </a:cubicBezTo>
                <a:cubicBezTo>
                  <a:pt x="207" y="171"/>
                  <a:pt x="207" y="171"/>
                  <a:pt x="207" y="171"/>
                </a:cubicBezTo>
                <a:cubicBezTo>
                  <a:pt x="205" y="171"/>
                  <a:pt x="205" y="171"/>
                  <a:pt x="205" y="171"/>
                </a:cubicBezTo>
                <a:cubicBezTo>
                  <a:pt x="205" y="138"/>
                  <a:pt x="205" y="138"/>
                  <a:pt x="205" y="138"/>
                </a:cubicBezTo>
                <a:cubicBezTo>
                  <a:pt x="206" y="137"/>
                  <a:pt x="208" y="137"/>
                  <a:pt x="209" y="137"/>
                </a:cubicBezTo>
                <a:cubicBezTo>
                  <a:pt x="221" y="168"/>
                  <a:pt x="221" y="168"/>
                  <a:pt x="221" y="168"/>
                </a:cubicBezTo>
                <a:cubicBezTo>
                  <a:pt x="219" y="169"/>
                  <a:pt x="219" y="169"/>
                  <a:pt x="219" y="169"/>
                </a:cubicBezTo>
                <a:cubicBezTo>
                  <a:pt x="219" y="169"/>
                  <a:pt x="219" y="169"/>
                  <a:pt x="219" y="169"/>
                </a:cubicBezTo>
                <a:cubicBezTo>
                  <a:pt x="220" y="173"/>
                  <a:pt x="220" y="173"/>
                  <a:pt x="220" y="173"/>
                </a:cubicBezTo>
                <a:cubicBezTo>
                  <a:pt x="239" y="166"/>
                  <a:pt x="239" y="166"/>
                  <a:pt x="239" y="166"/>
                </a:cubicBezTo>
                <a:cubicBezTo>
                  <a:pt x="237" y="162"/>
                  <a:pt x="237" y="162"/>
                  <a:pt x="237" y="162"/>
                </a:cubicBezTo>
                <a:cubicBezTo>
                  <a:pt x="235" y="163"/>
                  <a:pt x="235" y="163"/>
                  <a:pt x="235" y="163"/>
                </a:cubicBezTo>
                <a:cubicBezTo>
                  <a:pt x="223" y="131"/>
                  <a:pt x="223" y="131"/>
                  <a:pt x="223" y="131"/>
                </a:cubicBezTo>
                <a:cubicBezTo>
                  <a:pt x="224" y="130"/>
                  <a:pt x="225" y="129"/>
                  <a:pt x="226" y="129"/>
                </a:cubicBezTo>
                <a:cubicBezTo>
                  <a:pt x="250" y="153"/>
                  <a:pt x="250" y="153"/>
                  <a:pt x="250" y="153"/>
                </a:cubicBezTo>
                <a:cubicBezTo>
                  <a:pt x="249" y="155"/>
                  <a:pt x="249" y="155"/>
                  <a:pt x="249" y="155"/>
                </a:cubicBezTo>
                <a:cubicBezTo>
                  <a:pt x="249" y="155"/>
                  <a:pt x="249" y="155"/>
                  <a:pt x="249" y="155"/>
                </a:cubicBezTo>
                <a:cubicBezTo>
                  <a:pt x="252" y="158"/>
                  <a:pt x="252" y="158"/>
                  <a:pt x="252" y="158"/>
                </a:cubicBezTo>
                <a:cubicBezTo>
                  <a:pt x="265" y="144"/>
                  <a:pt x="265" y="144"/>
                  <a:pt x="265" y="144"/>
                </a:cubicBezTo>
                <a:cubicBezTo>
                  <a:pt x="262" y="141"/>
                  <a:pt x="262" y="141"/>
                  <a:pt x="262" y="141"/>
                </a:cubicBezTo>
                <a:cubicBezTo>
                  <a:pt x="261" y="142"/>
                  <a:pt x="261" y="142"/>
                  <a:pt x="261" y="142"/>
                </a:cubicBezTo>
                <a:cubicBezTo>
                  <a:pt x="236" y="118"/>
                  <a:pt x="236" y="118"/>
                  <a:pt x="236" y="118"/>
                </a:cubicBezTo>
                <a:cubicBezTo>
                  <a:pt x="237" y="117"/>
                  <a:pt x="237" y="116"/>
                  <a:pt x="238" y="115"/>
                </a:cubicBezTo>
                <a:cubicBezTo>
                  <a:pt x="271" y="128"/>
                  <a:pt x="271" y="128"/>
                  <a:pt x="271" y="128"/>
                </a:cubicBezTo>
                <a:cubicBezTo>
                  <a:pt x="270" y="130"/>
                  <a:pt x="270" y="130"/>
                  <a:pt x="270" y="130"/>
                </a:cubicBezTo>
                <a:cubicBezTo>
                  <a:pt x="270" y="130"/>
                  <a:pt x="270" y="130"/>
                  <a:pt x="270" y="130"/>
                </a:cubicBezTo>
                <a:cubicBezTo>
                  <a:pt x="274" y="132"/>
                  <a:pt x="274" y="132"/>
                  <a:pt x="274" y="132"/>
                </a:cubicBezTo>
                <a:cubicBezTo>
                  <a:pt x="281" y="114"/>
                  <a:pt x="281" y="114"/>
                  <a:pt x="281" y="114"/>
                </a:cubicBezTo>
                <a:cubicBezTo>
                  <a:pt x="277" y="112"/>
                  <a:pt x="277" y="112"/>
                  <a:pt x="277" y="112"/>
                </a:cubicBezTo>
                <a:cubicBezTo>
                  <a:pt x="277" y="114"/>
                  <a:pt x="277" y="114"/>
                  <a:pt x="277" y="114"/>
                </a:cubicBezTo>
                <a:cubicBezTo>
                  <a:pt x="244" y="101"/>
                  <a:pt x="244" y="101"/>
                  <a:pt x="244" y="101"/>
                </a:cubicBezTo>
                <a:cubicBezTo>
                  <a:pt x="244" y="100"/>
                  <a:pt x="244" y="99"/>
                  <a:pt x="244" y="98"/>
                </a:cubicBezTo>
                <a:cubicBezTo>
                  <a:pt x="279" y="98"/>
                  <a:pt x="279" y="98"/>
                  <a:pt x="279" y="98"/>
                </a:cubicBezTo>
                <a:cubicBezTo>
                  <a:pt x="279" y="100"/>
                  <a:pt x="279" y="100"/>
                  <a:pt x="279" y="100"/>
                </a:cubicBezTo>
                <a:cubicBezTo>
                  <a:pt x="368" y="100"/>
                  <a:pt x="368" y="100"/>
                  <a:pt x="368" y="100"/>
                </a:cubicBezTo>
                <a:cubicBezTo>
                  <a:pt x="369" y="101"/>
                  <a:pt x="369" y="103"/>
                  <a:pt x="370" y="105"/>
                </a:cubicBezTo>
                <a:cubicBezTo>
                  <a:pt x="371" y="109"/>
                  <a:pt x="374" y="112"/>
                  <a:pt x="375" y="112"/>
                </a:cubicBezTo>
                <a:cubicBezTo>
                  <a:pt x="375" y="112"/>
                  <a:pt x="375" y="112"/>
                  <a:pt x="375" y="112"/>
                </a:cubicBezTo>
                <a:cubicBezTo>
                  <a:pt x="375" y="112"/>
                  <a:pt x="375" y="112"/>
                  <a:pt x="375" y="112"/>
                </a:cubicBezTo>
                <a:cubicBezTo>
                  <a:pt x="406" y="100"/>
                  <a:pt x="406" y="100"/>
                  <a:pt x="406" y="100"/>
                </a:cubicBezTo>
                <a:cubicBezTo>
                  <a:pt x="416" y="100"/>
                  <a:pt x="416" y="100"/>
                  <a:pt x="416" y="100"/>
                </a:cubicBezTo>
                <a:cubicBezTo>
                  <a:pt x="394" y="130"/>
                  <a:pt x="394" y="130"/>
                  <a:pt x="394" y="130"/>
                </a:cubicBezTo>
                <a:cubicBezTo>
                  <a:pt x="394" y="130"/>
                  <a:pt x="394" y="130"/>
                  <a:pt x="394" y="130"/>
                </a:cubicBezTo>
                <a:cubicBezTo>
                  <a:pt x="394" y="130"/>
                  <a:pt x="394" y="130"/>
                  <a:pt x="394" y="130"/>
                </a:cubicBezTo>
                <a:cubicBezTo>
                  <a:pt x="394" y="130"/>
                  <a:pt x="394" y="130"/>
                  <a:pt x="394" y="130"/>
                </a:cubicBezTo>
                <a:cubicBezTo>
                  <a:pt x="394" y="130"/>
                  <a:pt x="394" y="130"/>
                  <a:pt x="394" y="130"/>
                </a:cubicBezTo>
                <a:cubicBezTo>
                  <a:pt x="393" y="131"/>
                  <a:pt x="395" y="134"/>
                  <a:pt x="399" y="136"/>
                </a:cubicBezTo>
                <a:cubicBezTo>
                  <a:pt x="403" y="139"/>
                  <a:pt x="406" y="140"/>
                  <a:pt x="407" y="139"/>
                </a:cubicBezTo>
                <a:cubicBezTo>
                  <a:pt x="407" y="139"/>
                  <a:pt x="407" y="139"/>
                  <a:pt x="407" y="139"/>
                </a:cubicBezTo>
                <a:cubicBezTo>
                  <a:pt x="438" y="100"/>
                  <a:pt x="438" y="100"/>
                  <a:pt x="438" y="100"/>
                </a:cubicBezTo>
                <a:cubicBezTo>
                  <a:pt x="439" y="100"/>
                  <a:pt x="439" y="100"/>
                  <a:pt x="439" y="100"/>
                </a:cubicBezTo>
                <a:cubicBezTo>
                  <a:pt x="423" y="147"/>
                  <a:pt x="423" y="147"/>
                  <a:pt x="423" y="147"/>
                </a:cubicBezTo>
                <a:cubicBezTo>
                  <a:pt x="423" y="147"/>
                  <a:pt x="423" y="147"/>
                  <a:pt x="423" y="147"/>
                </a:cubicBezTo>
                <a:cubicBezTo>
                  <a:pt x="423" y="147"/>
                  <a:pt x="423" y="147"/>
                  <a:pt x="423" y="147"/>
                </a:cubicBezTo>
                <a:cubicBezTo>
                  <a:pt x="422" y="149"/>
                  <a:pt x="426" y="151"/>
                  <a:pt x="430" y="153"/>
                </a:cubicBezTo>
                <a:cubicBezTo>
                  <a:pt x="434" y="154"/>
                  <a:pt x="438" y="155"/>
                  <a:pt x="439" y="153"/>
                </a:cubicBezTo>
                <a:cubicBezTo>
                  <a:pt x="439" y="153"/>
                  <a:pt x="439" y="153"/>
                  <a:pt x="439" y="153"/>
                </a:cubicBezTo>
                <a:cubicBezTo>
                  <a:pt x="439" y="153"/>
                  <a:pt x="439" y="153"/>
                  <a:pt x="439" y="153"/>
                </a:cubicBezTo>
                <a:cubicBezTo>
                  <a:pt x="439" y="153"/>
                  <a:pt x="439" y="153"/>
                  <a:pt x="439" y="153"/>
                </a:cubicBezTo>
                <a:cubicBezTo>
                  <a:pt x="439" y="153"/>
                  <a:pt x="439" y="153"/>
                  <a:pt x="439" y="153"/>
                </a:cubicBezTo>
                <a:cubicBezTo>
                  <a:pt x="457" y="100"/>
                  <a:pt x="457" y="100"/>
                  <a:pt x="457" y="100"/>
                </a:cubicBezTo>
                <a:cubicBezTo>
                  <a:pt x="457" y="100"/>
                  <a:pt x="457" y="100"/>
                  <a:pt x="457" y="100"/>
                </a:cubicBezTo>
                <a:cubicBezTo>
                  <a:pt x="457" y="159"/>
                  <a:pt x="457" y="159"/>
                  <a:pt x="457" y="159"/>
                </a:cubicBezTo>
                <a:cubicBezTo>
                  <a:pt x="457" y="159"/>
                  <a:pt x="457" y="159"/>
                  <a:pt x="457" y="159"/>
                </a:cubicBezTo>
                <a:cubicBezTo>
                  <a:pt x="457" y="159"/>
                  <a:pt x="457" y="159"/>
                  <a:pt x="457" y="159"/>
                </a:cubicBezTo>
                <a:cubicBezTo>
                  <a:pt x="457" y="159"/>
                  <a:pt x="457" y="159"/>
                  <a:pt x="457" y="159"/>
                </a:cubicBezTo>
                <a:cubicBezTo>
                  <a:pt x="457" y="159"/>
                  <a:pt x="457" y="159"/>
                  <a:pt x="457" y="159"/>
                </a:cubicBezTo>
                <a:cubicBezTo>
                  <a:pt x="457" y="160"/>
                  <a:pt x="461" y="161"/>
                  <a:pt x="466" y="161"/>
                </a:cubicBezTo>
                <a:cubicBezTo>
                  <a:pt x="471" y="161"/>
                  <a:pt x="474" y="160"/>
                  <a:pt x="475" y="159"/>
                </a:cubicBezTo>
                <a:cubicBezTo>
                  <a:pt x="475" y="159"/>
                  <a:pt x="475" y="159"/>
                  <a:pt x="475" y="159"/>
                </a:cubicBezTo>
                <a:cubicBezTo>
                  <a:pt x="475" y="159"/>
                  <a:pt x="475" y="159"/>
                  <a:pt x="475" y="159"/>
                </a:cubicBezTo>
                <a:cubicBezTo>
                  <a:pt x="475" y="159"/>
                  <a:pt x="475" y="159"/>
                  <a:pt x="475" y="159"/>
                </a:cubicBezTo>
                <a:cubicBezTo>
                  <a:pt x="475" y="159"/>
                  <a:pt x="475" y="159"/>
                  <a:pt x="475" y="159"/>
                </a:cubicBezTo>
                <a:cubicBezTo>
                  <a:pt x="475" y="100"/>
                  <a:pt x="475" y="100"/>
                  <a:pt x="475" y="100"/>
                </a:cubicBezTo>
                <a:cubicBezTo>
                  <a:pt x="481" y="100"/>
                  <a:pt x="481" y="100"/>
                  <a:pt x="481" y="100"/>
                </a:cubicBezTo>
                <a:cubicBezTo>
                  <a:pt x="481" y="88"/>
                  <a:pt x="481" y="88"/>
                  <a:pt x="481" y="88"/>
                </a:cubicBezTo>
                <a:cubicBezTo>
                  <a:pt x="412" y="88"/>
                  <a:pt x="412" y="88"/>
                  <a:pt x="412" y="88"/>
                </a:cubicBezTo>
                <a:cubicBezTo>
                  <a:pt x="412" y="84"/>
                  <a:pt x="412" y="84"/>
                  <a:pt x="412" y="84"/>
                </a:cubicBezTo>
                <a:cubicBezTo>
                  <a:pt x="481" y="84"/>
                  <a:pt x="481" y="84"/>
                  <a:pt x="481" y="84"/>
                </a:cubicBezTo>
                <a:cubicBezTo>
                  <a:pt x="481" y="80"/>
                  <a:pt x="481" y="80"/>
                  <a:pt x="481" y="80"/>
                </a:cubicBezTo>
                <a:cubicBezTo>
                  <a:pt x="456" y="80"/>
                  <a:pt x="456" y="80"/>
                  <a:pt x="456" y="80"/>
                </a:cubicBezTo>
                <a:cubicBezTo>
                  <a:pt x="456" y="80"/>
                  <a:pt x="456" y="80"/>
                  <a:pt x="456" y="80"/>
                </a:cubicBezTo>
                <a:cubicBezTo>
                  <a:pt x="411" y="80"/>
                  <a:pt x="411" y="80"/>
                  <a:pt x="411" y="80"/>
                </a:cubicBezTo>
                <a:cubicBezTo>
                  <a:pt x="404" y="79"/>
                  <a:pt x="386" y="75"/>
                  <a:pt x="374" y="63"/>
                </a:cubicBezTo>
                <a:cubicBezTo>
                  <a:pt x="357" y="46"/>
                  <a:pt x="357" y="34"/>
                  <a:pt x="357" y="34"/>
                </a:cubicBezTo>
                <a:cubicBezTo>
                  <a:pt x="354" y="34"/>
                  <a:pt x="354" y="34"/>
                  <a:pt x="354" y="34"/>
                </a:cubicBezTo>
                <a:cubicBezTo>
                  <a:pt x="354" y="80"/>
                  <a:pt x="354" y="80"/>
                  <a:pt x="354" y="80"/>
                </a:cubicBezTo>
                <a:cubicBezTo>
                  <a:pt x="350" y="80"/>
                  <a:pt x="350" y="80"/>
                  <a:pt x="350" y="80"/>
                </a:cubicBezTo>
                <a:cubicBezTo>
                  <a:pt x="350" y="34"/>
                  <a:pt x="350" y="34"/>
                  <a:pt x="350" y="34"/>
                </a:cubicBezTo>
                <a:cubicBezTo>
                  <a:pt x="344" y="34"/>
                  <a:pt x="344" y="34"/>
                  <a:pt x="344" y="34"/>
                </a:cubicBezTo>
                <a:cubicBezTo>
                  <a:pt x="344" y="80"/>
                  <a:pt x="344" y="80"/>
                  <a:pt x="344" y="80"/>
                </a:cubicBezTo>
                <a:cubicBezTo>
                  <a:pt x="279" y="80"/>
                  <a:pt x="279" y="80"/>
                  <a:pt x="279" y="80"/>
                </a:cubicBezTo>
                <a:cubicBezTo>
                  <a:pt x="279" y="82"/>
                  <a:pt x="279" y="82"/>
                  <a:pt x="279" y="82"/>
                </a:cubicBezTo>
                <a:cubicBezTo>
                  <a:pt x="244" y="82"/>
                  <a:pt x="244" y="82"/>
                  <a:pt x="244" y="82"/>
                </a:cubicBezTo>
                <a:cubicBezTo>
                  <a:pt x="241" y="62"/>
                  <a:pt x="225" y="46"/>
                  <a:pt x="205" y="43"/>
                </a:cubicBezTo>
                <a:cubicBezTo>
                  <a:pt x="205" y="4"/>
                  <a:pt x="205" y="4"/>
                  <a:pt x="205" y="4"/>
                </a:cubicBezTo>
                <a:cubicBezTo>
                  <a:pt x="207" y="4"/>
                  <a:pt x="207" y="4"/>
                  <a:pt x="207" y="4"/>
                </a:cubicBezTo>
                <a:cubicBezTo>
                  <a:pt x="207" y="0"/>
                  <a:pt x="207" y="0"/>
                  <a:pt x="207" y="0"/>
                </a:cubicBezTo>
                <a:cubicBezTo>
                  <a:pt x="187" y="0"/>
                  <a:pt x="187" y="0"/>
                  <a:pt x="187" y="0"/>
                </a:cubicBezTo>
                <a:cubicBezTo>
                  <a:pt x="187" y="4"/>
                  <a:pt x="187" y="4"/>
                  <a:pt x="187" y="4"/>
                </a:cubicBezTo>
                <a:cubicBezTo>
                  <a:pt x="190" y="4"/>
                  <a:pt x="190" y="4"/>
                  <a:pt x="190" y="4"/>
                </a:cubicBezTo>
                <a:cubicBezTo>
                  <a:pt x="190" y="43"/>
                  <a:pt x="190" y="43"/>
                  <a:pt x="190" y="43"/>
                </a:cubicBezTo>
                <a:cubicBezTo>
                  <a:pt x="188" y="43"/>
                  <a:pt x="187" y="43"/>
                  <a:pt x="186" y="43"/>
                </a:cubicBezTo>
                <a:cubicBezTo>
                  <a:pt x="171" y="8"/>
                  <a:pt x="171" y="8"/>
                  <a:pt x="171" y="8"/>
                </a:cubicBezTo>
                <a:cubicBezTo>
                  <a:pt x="173" y="7"/>
                  <a:pt x="173" y="7"/>
                  <a:pt x="173" y="7"/>
                </a:cubicBezTo>
                <a:cubicBezTo>
                  <a:pt x="173" y="7"/>
                  <a:pt x="173" y="7"/>
                  <a:pt x="173" y="7"/>
                </a:cubicBezTo>
                <a:cubicBezTo>
                  <a:pt x="172" y="3"/>
                  <a:pt x="172" y="3"/>
                  <a:pt x="172" y="3"/>
                </a:cubicBezTo>
                <a:cubicBezTo>
                  <a:pt x="154" y="11"/>
                  <a:pt x="154" y="11"/>
                  <a:pt x="154" y="11"/>
                </a:cubicBezTo>
                <a:cubicBezTo>
                  <a:pt x="155" y="15"/>
                  <a:pt x="155" y="15"/>
                  <a:pt x="155" y="15"/>
                </a:cubicBezTo>
                <a:cubicBezTo>
                  <a:pt x="157" y="14"/>
                  <a:pt x="157" y="14"/>
                  <a:pt x="157" y="14"/>
                </a:cubicBezTo>
                <a:cubicBezTo>
                  <a:pt x="172" y="49"/>
                  <a:pt x="172" y="49"/>
                  <a:pt x="172" y="49"/>
                </a:cubicBezTo>
                <a:cubicBezTo>
                  <a:pt x="171" y="49"/>
                  <a:pt x="170" y="50"/>
                  <a:pt x="169" y="51"/>
                </a:cubicBezTo>
                <a:cubicBezTo>
                  <a:pt x="142" y="24"/>
                  <a:pt x="142" y="24"/>
                  <a:pt x="142" y="24"/>
                </a:cubicBezTo>
                <a:cubicBezTo>
                  <a:pt x="144" y="23"/>
                  <a:pt x="144" y="23"/>
                  <a:pt x="144" y="23"/>
                </a:cubicBezTo>
                <a:cubicBezTo>
                  <a:pt x="144" y="23"/>
                  <a:pt x="144" y="23"/>
                  <a:pt x="144" y="23"/>
                </a:cubicBezTo>
                <a:cubicBezTo>
                  <a:pt x="141" y="20"/>
                  <a:pt x="141" y="20"/>
                  <a:pt x="141" y="20"/>
                </a:cubicBezTo>
                <a:cubicBezTo>
                  <a:pt x="127" y="34"/>
                  <a:pt x="127" y="34"/>
                  <a:pt x="127" y="34"/>
                </a:cubicBezTo>
                <a:cubicBezTo>
                  <a:pt x="130" y="37"/>
                  <a:pt x="130" y="37"/>
                  <a:pt x="130" y="37"/>
                </a:cubicBezTo>
                <a:cubicBezTo>
                  <a:pt x="132" y="35"/>
                  <a:pt x="132" y="35"/>
                  <a:pt x="132" y="35"/>
                </a:cubicBezTo>
                <a:cubicBezTo>
                  <a:pt x="158" y="61"/>
                  <a:pt x="158" y="61"/>
                  <a:pt x="158" y="61"/>
                </a:cubicBezTo>
                <a:cubicBezTo>
                  <a:pt x="157" y="62"/>
                  <a:pt x="157" y="63"/>
                  <a:pt x="156" y="64"/>
                </a:cubicBezTo>
                <a:cubicBezTo>
                  <a:pt x="122" y="51"/>
                  <a:pt x="122" y="51"/>
                  <a:pt x="122" y="51"/>
                </a:cubicBezTo>
                <a:cubicBezTo>
                  <a:pt x="123" y="48"/>
                  <a:pt x="123" y="48"/>
                  <a:pt x="123" y="48"/>
                </a:cubicBezTo>
                <a:cubicBezTo>
                  <a:pt x="123" y="48"/>
                  <a:pt x="123" y="48"/>
                  <a:pt x="123" y="48"/>
                </a:cubicBezTo>
                <a:cubicBezTo>
                  <a:pt x="119" y="47"/>
                  <a:pt x="119" y="47"/>
                  <a:pt x="119" y="47"/>
                </a:cubicBezTo>
                <a:cubicBezTo>
                  <a:pt x="112" y="65"/>
                  <a:pt x="112" y="65"/>
                  <a:pt x="112" y="65"/>
                </a:cubicBezTo>
                <a:cubicBezTo>
                  <a:pt x="116" y="66"/>
                  <a:pt x="116" y="66"/>
                  <a:pt x="116" y="66"/>
                </a:cubicBezTo>
                <a:cubicBezTo>
                  <a:pt x="116" y="64"/>
                  <a:pt x="116" y="64"/>
                  <a:pt x="116" y="64"/>
                </a:cubicBezTo>
                <a:cubicBezTo>
                  <a:pt x="150" y="78"/>
                  <a:pt x="150" y="78"/>
                  <a:pt x="150" y="78"/>
                </a:cubicBezTo>
                <a:cubicBezTo>
                  <a:pt x="150" y="79"/>
                  <a:pt x="149" y="81"/>
                  <a:pt x="149" y="82"/>
                </a:cubicBezTo>
                <a:cubicBezTo>
                  <a:pt x="110" y="82"/>
                  <a:pt x="110" y="82"/>
                  <a:pt x="110" y="82"/>
                </a:cubicBezTo>
                <a:cubicBezTo>
                  <a:pt x="110" y="80"/>
                  <a:pt x="110" y="80"/>
                  <a:pt x="110" y="80"/>
                </a:cubicBezTo>
                <a:cubicBezTo>
                  <a:pt x="68" y="80"/>
                  <a:pt x="68" y="80"/>
                  <a:pt x="68" y="80"/>
                </a:cubicBezTo>
                <a:cubicBezTo>
                  <a:pt x="68" y="80"/>
                  <a:pt x="68" y="80"/>
                  <a:pt x="67" y="80"/>
                </a:cubicBezTo>
                <a:cubicBezTo>
                  <a:pt x="63" y="80"/>
                  <a:pt x="59" y="84"/>
                  <a:pt x="59" y="89"/>
                </a:cubicBezTo>
                <a:cubicBezTo>
                  <a:pt x="59" y="89"/>
                  <a:pt x="59" y="89"/>
                  <a:pt x="59" y="89"/>
                </a:cubicBezTo>
                <a:cubicBezTo>
                  <a:pt x="59" y="98"/>
                  <a:pt x="59" y="98"/>
                  <a:pt x="59" y="98"/>
                </a:cubicBezTo>
                <a:cubicBezTo>
                  <a:pt x="59" y="98"/>
                  <a:pt x="59" y="98"/>
                  <a:pt x="59" y="98"/>
                </a:cubicBezTo>
                <a:cubicBezTo>
                  <a:pt x="59" y="266"/>
                  <a:pt x="59" y="266"/>
                  <a:pt x="59" y="266"/>
                </a:cubicBezTo>
                <a:cubicBezTo>
                  <a:pt x="59" y="266"/>
                  <a:pt x="59" y="266"/>
                  <a:pt x="59" y="266"/>
                </a:cubicBezTo>
                <a:cubicBezTo>
                  <a:pt x="59" y="277"/>
                  <a:pt x="59" y="277"/>
                  <a:pt x="59" y="277"/>
                </a:cubicBezTo>
                <a:cubicBezTo>
                  <a:pt x="59" y="277"/>
                  <a:pt x="59" y="277"/>
                  <a:pt x="59" y="277"/>
                </a:cubicBezTo>
                <a:cubicBezTo>
                  <a:pt x="59" y="282"/>
                  <a:pt x="63" y="286"/>
                  <a:pt x="67" y="286"/>
                </a:cubicBezTo>
                <a:cubicBezTo>
                  <a:pt x="68" y="286"/>
                  <a:pt x="68" y="286"/>
                  <a:pt x="68" y="286"/>
                </a:cubicBezTo>
                <a:cubicBezTo>
                  <a:pt x="108" y="286"/>
                  <a:pt x="108" y="286"/>
                  <a:pt x="108" y="286"/>
                </a:cubicBezTo>
                <a:cubicBezTo>
                  <a:pt x="108" y="286"/>
                  <a:pt x="108" y="286"/>
                  <a:pt x="108" y="286"/>
                </a:cubicBezTo>
                <a:cubicBezTo>
                  <a:pt x="185" y="286"/>
                  <a:pt x="185" y="286"/>
                  <a:pt x="185" y="286"/>
                </a:cubicBezTo>
                <a:cubicBezTo>
                  <a:pt x="185" y="286"/>
                  <a:pt x="185" y="286"/>
                  <a:pt x="185" y="286"/>
                </a:cubicBezTo>
                <a:cubicBezTo>
                  <a:pt x="187" y="286"/>
                  <a:pt x="187" y="286"/>
                  <a:pt x="187" y="286"/>
                </a:cubicBezTo>
                <a:cubicBezTo>
                  <a:pt x="187" y="307"/>
                  <a:pt x="187" y="307"/>
                  <a:pt x="187" y="307"/>
                </a:cubicBezTo>
                <a:cubicBezTo>
                  <a:pt x="185" y="307"/>
                  <a:pt x="185" y="307"/>
                  <a:pt x="185" y="307"/>
                </a:cubicBezTo>
                <a:cubicBezTo>
                  <a:pt x="185" y="307"/>
                  <a:pt x="185" y="307"/>
                  <a:pt x="185" y="307"/>
                </a:cubicBezTo>
                <a:cubicBezTo>
                  <a:pt x="153" y="307"/>
                  <a:pt x="153" y="307"/>
                  <a:pt x="153" y="307"/>
                </a:cubicBezTo>
                <a:cubicBezTo>
                  <a:pt x="153" y="307"/>
                  <a:pt x="153" y="307"/>
                  <a:pt x="153" y="307"/>
                </a:cubicBezTo>
                <a:cubicBezTo>
                  <a:pt x="148" y="307"/>
                  <a:pt x="145" y="310"/>
                  <a:pt x="145" y="315"/>
                </a:cubicBezTo>
                <a:cubicBezTo>
                  <a:pt x="145" y="315"/>
                  <a:pt x="145" y="315"/>
                  <a:pt x="145" y="315"/>
                </a:cubicBezTo>
                <a:cubicBezTo>
                  <a:pt x="145" y="326"/>
                  <a:pt x="145" y="326"/>
                  <a:pt x="145" y="326"/>
                </a:cubicBezTo>
                <a:cubicBezTo>
                  <a:pt x="145" y="326"/>
                  <a:pt x="145" y="326"/>
                  <a:pt x="145" y="326"/>
                </a:cubicBezTo>
                <a:cubicBezTo>
                  <a:pt x="145" y="351"/>
                  <a:pt x="145" y="351"/>
                  <a:pt x="145" y="351"/>
                </a:cubicBezTo>
                <a:cubicBezTo>
                  <a:pt x="86" y="351"/>
                  <a:pt x="86" y="351"/>
                  <a:pt x="86" y="351"/>
                </a:cubicBezTo>
                <a:cubicBezTo>
                  <a:pt x="87" y="400"/>
                  <a:pt x="87" y="400"/>
                  <a:pt x="87" y="400"/>
                </a:cubicBezTo>
                <a:cubicBezTo>
                  <a:pt x="103" y="418"/>
                  <a:pt x="103" y="418"/>
                  <a:pt x="103" y="418"/>
                </a:cubicBezTo>
                <a:cubicBezTo>
                  <a:pt x="103" y="451"/>
                  <a:pt x="103" y="451"/>
                  <a:pt x="103" y="451"/>
                </a:cubicBezTo>
                <a:cubicBezTo>
                  <a:pt x="122" y="459"/>
                  <a:pt x="122" y="459"/>
                  <a:pt x="122" y="459"/>
                </a:cubicBezTo>
                <a:cubicBezTo>
                  <a:pt x="122" y="505"/>
                  <a:pt x="122" y="505"/>
                  <a:pt x="122" y="505"/>
                </a:cubicBezTo>
                <a:cubicBezTo>
                  <a:pt x="38" y="520"/>
                  <a:pt x="7" y="539"/>
                  <a:pt x="4" y="540"/>
                </a:cubicBezTo>
                <a:cubicBezTo>
                  <a:pt x="0" y="540"/>
                  <a:pt x="19" y="543"/>
                  <a:pt x="46" y="556"/>
                </a:cubicBezTo>
                <a:cubicBezTo>
                  <a:pt x="80" y="572"/>
                  <a:pt x="76" y="581"/>
                  <a:pt x="76" y="581"/>
                </a:cubicBezTo>
                <a:cubicBezTo>
                  <a:pt x="76" y="581"/>
                  <a:pt x="135" y="543"/>
                  <a:pt x="263" y="520"/>
                </a:cubicBezTo>
                <a:cubicBezTo>
                  <a:pt x="330" y="508"/>
                  <a:pt x="451" y="503"/>
                  <a:pt x="495" y="512"/>
                </a:cubicBezTo>
                <a:cubicBezTo>
                  <a:pt x="495" y="512"/>
                  <a:pt x="461" y="504"/>
                  <a:pt x="413" y="497"/>
                </a:cubicBezTo>
                <a:close/>
              </a:path>
            </a:pathLst>
          </a:custGeom>
          <a:solidFill>
            <a:srgbClr val="003778"/>
          </a:solidFill>
          <a:ln>
            <a:noFill/>
          </a:ln>
        </p:spPr>
        <p:txBody>
          <a:bodyPr vert="horz" wrap="square" lIns="91440" tIns="45720" rIns="91440" bIns="45720" numCol="1" anchor="t" anchorCtr="0" compatLnSpc="1">
            <a:prstTxWarp prst="textNoShape">
              <a:avLst/>
            </a:prstTxWarp>
          </a:bodyPr>
          <a:lstStyle/>
          <a:p>
            <a:endParaRPr lang="zh-CN" altLang="en-US" dirty="0"/>
          </a:p>
        </p:txBody>
      </p:sp>
      <p:cxnSp>
        <p:nvCxnSpPr>
          <p:cNvPr id="16" name="直接连接符 15">
            <a:extLst>
              <a:ext uri="{FF2B5EF4-FFF2-40B4-BE49-F238E27FC236}">
                <a16:creationId xmlns:a16="http://schemas.microsoft.com/office/drawing/2014/main" id="{37B9A614-BC4E-4B23-B9D1-2B209AB0743B}"/>
              </a:ext>
            </a:extLst>
          </p:cNvPr>
          <p:cNvCxnSpPr>
            <a:cxnSpLocks/>
          </p:cNvCxnSpPr>
          <p:nvPr userDrawn="1"/>
        </p:nvCxnSpPr>
        <p:spPr>
          <a:xfrm>
            <a:off x="659130" y="1027048"/>
            <a:ext cx="10864850" cy="0"/>
          </a:xfrm>
          <a:prstGeom prst="line">
            <a:avLst/>
          </a:prstGeom>
          <a:ln cap="rnd">
            <a:solidFill>
              <a:schemeClr val="accent1"/>
            </a:solidFill>
          </a:ln>
        </p:spPr>
        <p:style>
          <a:lnRef idx="1">
            <a:schemeClr val="accent1"/>
          </a:lnRef>
          <a:fillRef idx="0">
            <a:schemeClr val="accent1"/>
          </a:fillRef>
          <a:effectRef idx="0">
            <a:schemeClr val="accent1"/>
          </a:effectRef>
          <a:fontRef idx="minor">
            <a:schemeClr val="tx1"/>
          </a:fontRef>
        </p:style>
      </p:cxnSp>
      <p:sp>
        <p:nvSpPr>
          <p:cNvPr id="6" name="文本占位符 5">
            <a:extLst>
              <a:ext uri="{FF2B5EF4-FFF2-40B4-BE49-F238E27FC236}">
                <a16:creationId xmlns:a16="http://schemas.microsoft.com/office/drawing/2014/main" id="{6FB0873F-331B-4A62-A539-28BB838A68E6}"/>
              </a:ext>
            </a:extLst>
          </p:cNvPr>
          <p:cNvSpPr>
            <a:spLocks noGrp="1"/>
          </p:cNvSpPr>
          <p:nvPr>
            <p:ph type="body" sz="quarter" idx="11" hasCustomPrompt="1"/>
          </p:nvPr>
        </p:nvSpPr>
        <p:spPr>
          <a:xfrm>
            <a:off x="4968964" y="4932365"/>
            <a:ext cx="4348599" cy="341632"/>
          </a:xfrm>
        </p:spPr>
        <p:txBody>
          <a:bodyPr wrap="square">
            <a:spAutoFit/>
          </a:bodyPr>
          <a:lstStyle>
            <a:lvl1pPr marL="0" indent="0" algn="ctr">
              <a:buNone/>
              <a:defRPr lang="zh-CN" altLang="en-US" sz="1800" kern="1200" dirty="0" smtClean="0">
                <a:solidFill>
                  <a:schemeClr val="bg1">
                    <a:lumMod val="50000"/>
                  </a:schemeClr>
                </a:solidFill>
                <a:latin typeface="+mn-ea"/>
                <a:ea typeface="+mn-ea"/>
                <a:cs typeface="+mn-cs"/>
              </a:defRPr>
            </a:lvl1pPr>
            <a:lvl2pPr marL="457200" indent="0">
              <a:buNone/>
              <a:defRPr/>
            </a:lvl2pPr>
          </a:lstStyle>
          <a:p>
            <a:pPr algn="ctr"/>
            <a:r>
              <a:rPr lang="zh-CN" altLang="en-US" dirty="0">
                <a:solidFill>
                  <a:schemeClr val="bg1">
                    <a:lumMod val="50000"/>
                  </a:schemeClr>
                </a:solidFill>
                <a:latin typeface="+mn-ea"/>
              </a:rPr>
              <a:t>“这里可以写一句话”</a:t>
            </a:r>
          </a:p>
        </p:txBody>
      </p:sp>
      <p:sp>
        <p:nvSpPr>
          <p:cNvPr id="25" name="文本占位符 24">
            <a:extLst>
              <a:ext uri="{FF2B5EF4-FFF2-40B4-BE49-F238E27FC236}">
                <a16:creationId xmlns:a16="http://schemas.microsoft.com/office/drawing/2014/main" id="{07CF5320-0426-447F-969B-92B73210ECC1}"/>
              </a:ext>
            </a:extLst>
          </p:cNvPr>
          <p:cNvSpPr>
            <a:spLocks noGrp="1"/>
          </p:cNvSpPr>
          <p:nvPr>
            <p:ph type="body" sz="quarter" idx="12" hasCustomPrompt="1"/>
          </p:nvPr>
        </p:nvSpPr>
        <p:spPr>
          <a:xfrm>
            <a:off x="6013765" y="2436142"/>
            <a:ext cx="1151586" cy="522087"/>
          </a:xfrm>
        </p:spPr>
        <p:txBody>
          <a:bodyPr lIns="0" rIns="0" bIns="0" anchor="b" anchorCtr="0">
            <a:noAutofit/>
          </a:bodyPr>
          <a:lstStyle>
            <a:lvl1pPr marL="0" indent="0" algn="ctr">
              <a:buNone/>
              <a:defRPr lang="zh-CN" altLang="en-US" sz="2800" b="1" kern="1200" dirty="0" smtClean="0">
                <a:solidFill>
                  <a:schemeClr val="accent1"/>
                </a:solidFill>
                <a:latin typeface="+mj-ea"/>
                <a:ea typeface="+mj-ea"/>
                <a:cs typeface="+mn-cs"/>
              </a:defRPr>
            </a:lvl1pPr>
            <a:lvl2pPr>
              <a:defRPr lang="zh-CN" altLang="en-US" sz="2800" b="1" kern="1200" dirty="0" smtClean="0">
                <a:solidFill>
                  <a:schemeClr val="accent1"/>
                </a:solidFill>
                <a:latin typeface="+mj-ea"/>
                <a:ea typeface="+mj-ea"/>
                <a:cs typeface="+mn-cs"/>
              </a:defRPr>
            </a:lvl2pPr>
            <a:lvl3pPr>
              <a:defRPr lang="zh-CN" altLang="en-US" sz="2800" b="1" kern="1200" dirty="0" smtClean="0">
                <a:solidFill>
                  <a:schemeClr val="accent1"/>
                </a:solidFill>
                <a:latin typeface="+mj-ea"/>
                <a:ea typeface="+mj-ea"/>
                <a:cs typeface="+mn-cs"/>
              </a:defRPr>
            </a:lvl3pPr>
            <a:lvl4pPr>
              <a:defRPr lang="zh-CN" altLang="en-US" sz="2800" b="1" kern="1200" dirty="0" smtClean="0">
                <a:solidFill>
                  <a:schemeClr val="accent1"/>
                </a:solidFill>
                <a:latin typeface="+mj-ea"/>
                <a:ea typeface="+mj-ea"/>
                <a:cs typeface="+mn-cs"/>
              </a:defRPr>
            </a:lvl4pPr>
            <a:lvl5pPr>
              <a:defRPr lang="zh-CN" altLang="en-US" sz="2800" b="1" kern="1200" dirty="0">
                <a:solidFill>
                  <a:schemeClr val="accent1"/>
                </a:solidFill>
                <a:latin typeface="+mj-ea"/>
                <a:ea typeface="+mj-ea"/>
                <a:cs typeface="+mn-cs"/>
              </a:defRPr>
            </a:lvl5pPr>
          </a:lstStyle>
          <a:p>
            <a:pPr lvl="0"/>
            <a:r>
              <a:rPr lang="zh-CN" altLang="en-US" dirty="0"/>
              <a:t>姓名</a:t>
            </a:r>
          </a:p>
        </p:txBody>
      </p:sp>
      <p:sp>
        <p:nvSpPr>
          <p:cNvPr id="31" name="文本占位符 26">
            <a:extLst>
              <a:ext uri="{FF2B5EF4-FFF2-40B4-BE49-F238E27FC236}">
                <a16:creationId xmlns:a16="http://schemas.microsoft.com/office/drawing/2014/main" id="{BD6B96F8-978A-4D00-BBC4-09102F627A35}"/>
              </a:ext>
            </a:extLst>
          </p:cNvPr>
          <p:cNvSpPr>
            <a:spLocks noGrp="1"/>
          </p:cNvSpPr>
          <p:nvPr>
            <p:ph type="body" sz="quarter" idx="14" hasCustomPrompt="1"/>
          </p:nvPr>
        </p:nvSpPr>
        <p:spPr>
          <a:xfrm>
            <a:off x="7184414" y="2599498"/>
            <a:ext cx="1324446" cy="342008"/>
          </a:xfrm>
        </p:spPr>
        <p:txBody>
          <a:bodyPr lIns="0" rIns="0" bIns="0" anchor="b" anchorCtr="0">
            <a:normAutofit/>
          </a:bodyPr>
          <a:lstStyle>
            <a:lvl1pPr marL="0" indent="0" algn="ctr">
              <a:buNone/>
              <a:defRPr lang="zh-CN" altLang="en-US" sz="1800" kern="1200" dirty="0" smtClean="0">
                <a:solidFill>
                  <a:schemeClr val="tx1">
                    <a:lumMod val="95000"/>
                    <a:lumOff val="5000"/>
                  </a:schemeClr>
                </a:solidFill>
                <a:latin typeface="+mn-ea"/>
                <a:ea typeface="+mn-ea"/>
                <a:cs typeface="+mn-cs"/>
              </a:defRPr>
            </a:lvl1pPr>
            <a:lvl2pPr marL="457200" indent="0">
              <a:buNone/>
              <a:defRPr lang="zh-CN" altLang="en-US" sz="1800" kern="1200" dirty="0" smtClean="0">
                <a:solidFill>
                  <a:schemeClr val="tx1">
                    <a:lumMod val="95000"/>
                    <a:lumOff val="5000"/>
                  </a:schemeClr>
                </a:solidFill>
                <a:latin typeface="+mn-ea"/>
                <a:ea typeface="+mn-ea"/>
                <a:cs typeface="+mn-cs"/>
              </a:defRPr>
            </a:lvl2pPr>
            <a:lvl3pPr>
              <a:defRPr lang="zh-CN" altLang="en-US" sz="1800" kern="1200" dirty="0" smtClean="0">
                <a:solidFill>
                  <a:schemeClr val="tx1">
                    <a:lumMod val="95000"/>
                    <a:lumOff val="5000"/>
                  </a:schemeClr>
                </a:solidFill>
                <a:latin typeface="+mn-ea"/>
                <a:ea typeface="+mn-ea"/>
                <a:cs typeface="+mn-cs"/>
              </a:defRPr>
            </a:lvl3pPr>
            <a:lvl4pPr>
              <a:defRPr lang="zh-CN" altLang="en-US" sz="1800" kern="1200" dirty="0" smtClean="0">
                <a:solidFill>
                  <a:schemeClr val="tx1">
                    <a:lumMod val="95000"/>
                    <a:lumOff val="5000"/>
                  </a:schemeClr>
                </a:solidFill>
                <a:latin typeface="+mn-ea"/>
                <a:ea typeface="+mn-ea"/>
                <a:cs typeface="+mn-cs"/>
              </a:defRPr>
            </a:lvl4pPr>
            <a:lvl5pPr>
              <a:defRPr lang="zh-CN" altLang="en-US" sz="1800" kern="1200" dirty="0">
                <a:solidFill>
                  <a:schemeClr val="tx1">
                    <a:lumMod val="95000"/>
                    <a:lumOff val="5000"/>
                  </a:schemeClr>
                </a:solidFill>
                <a:latin typeface="+mn-ea"/>
                <a:ea typeface="+mn-ea"/>
                <a:cs typeface="+mn-cs"/>
              </a:defRPr>
            </a:lvl5pPr>
          </a:lstStyle>
          <a:p>
            <a:pPr lvl="0"/>
            <a:r>
              <a:rPr lang="zh-CN" altLang="en-US" dirty="0"/>
              <a:t>职称</a:t>
            </a:r>
            <a:r>
              <a:rPr lang="en-US" altLang="zh-CN" dirty="0"/>
              <a:t>&amp;</a:t>
            </a:r>
            <a:r>
              <a:rPr lang="zh-CN" altLang="en-US" dirty="0"/>
              <a:t>职位</a:t>
            </a:r>
          </a:p>
        </p:txBody>
      </p:sp>
      <p:sp>
        <p:nvSpPr>
          <p:cNvPr id="35" name="文本占位符 34">
            <a:extLst>
              <a:ext uri="{FF2B5EF4-FFF2-40B4-BE49-F238E27FC236}">
                <a16:creationId xmlns:a16="http://schemas.microsoft.com/office/drawing/2014/main" id="{4DB14F8F-DD93-4DC6-B435-5E4E79023D95}"/>
              </a:ext>
            </a:extLst>
          </p:cNvPr>
          <p:cNvSpPr>
            <a:spLocks noGrp="1"/>
          </p:cNvSpPr>
          <p:nvPr>
            <p:ph type="body" sz="quarter" idx="15" hasCustomPrompt="1"/>
          </p:nvPr>
        </p:nvSpPr>
        <p:spPr>
          <a:xfrm>
            <a:off x="4312920" y="3225444"/>
            <a:ext cx="5660687" cy="1394934"/>
          </a:xfrm>
        </p:spPr>
        <p:txBody>
          <a:bodyPr wrap="square">
            <a:spAutoFit/>
          </a:bodyPr>
          <a:lstStyle>
            <a:lvl1pPr marL="0" indent="0" algn="ctr">
              <a:lnSpc>
                <a:spcPct val="130000"/>
              </a:lnSpc>
              <a:buNone/>
              <a:defRPr sz="1800"/>
            </a:lvl1pPr>
            <a:lvl2pPr marL="457200" indent="0">
              <a:buNone/>
              <a:defRPr/>
            </a:lvl2pPr>
          </a:lstStyle>
          <a:p>
            <a:pPr lvl="0"/>
            <a:r>
              <a:rPr lang="zh-CN" altLang="en-US" dirty="0"/>
              <a:t>请输入你的内容 请输入你的内容</a:t>
            </a:r>
            <a:endParaRPr lang="en-US" altLang="zh-CN" dirty="0"/>
          </a:p>
          <a:p>
            <a:pPr lvl="0"/>
            <a:r>
              <a:rPr lang="zh-CN" altLang="en-US" dirty="0"/>
              <a:t>请输入你的内容 请输入你的内容 </a:t>
            </a:r>
            <a:endParaRPr lang="en-US" altLang="zh-CN" dirty="0"/>
          </a:p>
          <a:p>
            <a:pPr lvl="0"/>
            <a:r>
              <a:rPr lang="zh-CN" altLang="en-US" dirty="0"/>
              <a:t>请输入你的内容 请输入你的内容</a:t>
            </a:r>
          </a:p>
        </p:txBody>
      </p:sp>
      <p:grpSp>
        <p:nvGrpSpPr>
          <p:cNvPr id="20" name="组合 19">
            <a:extLst>
              <a:ext uri="{FF2B5EF4-FFF2-40B4-BE49-F238E27FC236}">
                <a16:creationId xmlns:a16="http://schemas.microsoft.com/office/drawing/2014/main" id="{CE87E27E-CFD9-422E-BB0F-274492EAA431}"/>
              </a:ext>
            </a:extLst>
          </p:cNvPr>
          <p:cNvGrpSpPr/>
          <p:nvPr userDrawn="1"/>
        </p:nvGrpSpPr>
        <p:grpSpPr>
          <a:xfrm>
            <a:off x="2708535" y="1822324"/>
            <a:ext cx="7728532" cy="3693073"/>
            <a:chOff x="2665485" y="1700404"/>
            <a:chExt cx="7728532" cy="3693073"/>
          </a:xfrm>
        </p:grpSpPr>
        <p:sp>
          <p:nvSpPr>
            <p:cNvPr id="3" name="矩形 2">
              <a:extLst>
                <a:ext uri="{FF2B5EF4-FFF2-40B4-BE49-F238E27FC236}">
                  <a16:creationId xmlns:a16="http://schemas.microsoft.com/office/drawing/2014/main" id="{39E854E8-2AB5-48E5-954D-143685DD67C4}"/>
                </a:ext>
              </a:extLst>
            </p:cNvPr>
            <p:cNvSpPr/>
            <p:nvPr userDrawn="1"/>
          </p:nvSpPr>
          <p:spPr>
            <a:xfrm>
              <a:off x="2665485" y="1712747"/>
              <a:ext cx="7718645" cy="3680730"/>
            </a:xfrm>
            <a:prstGeom prst="rect">
              <a:avLst/>
            </a:prstGeom>
            <a:noFill/>
            <a:ln w="285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等腰三角形 4">
              <a:extLst>
                <a:ext uri="{FF2B5EF4-FFF2-40B4-BE49-F238E27FC236}">
                  <a16:creationId xmlns:a16="http://schemas.microsoft.com/office/drawing/2014/main" id="{C6EF7709-4F14-4AEA-AC3C-3B75D461C88B}"/>
                </a:ext>
              </a:extLst>
            </p:cNvPr>
            <p:cNvSpPr/>
            <p:nvPr userDrawn="1"/>
          </p:nvSpPr>
          <p:spPr>
            <a:xfrm rot="5400000" flipV="1">
              <a:off x="9518824" y="1700352"/>
              <a:ext cx="875141" cy="875245"/>
            </a:xfrm>
            <a:prstGeom prst="triangle">
              <a:avLst>
                <a:gd name="adj" fmla="val 0"/>
              </a:avLst>
            </a:prstGeom>
            <a:ln>
              <a:noFill/>
            </a:ln>
            <a:effectLst>
              <a:outerShdw blurRad="1270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7" name="图片占位符 16">
            <a:extLst>
              <a:ext uri="{FF2B5EF4-FFF2-40B4-BE49-F238E27FC236}">
                <a16:creationId xmlns:a16="http://schemas.microsoft.com/office/drawing/2014/main" id="{301BB9F6-FBCB-4C38-B72E-22FD3A16C723}"/>
              </a:ext>
            </a:extLst>
          </p:cNvPr>
          <p:cNvSpPr>
            <a:spLocks noGrp="1"/>
          </p:cNvSpPr>
          <p:nvPr>
            <p:ph type="pic" sz="quarter" idx="16"/>
          </p:nvPr>
        </p:nvSpPr>
        <p:spPr>
          <a:xfrm>
            <a:off x="1318563" y="2109256"/>
            <a:ext cx="2364579" cy="3115317"/>
          </a:xfrm>
          <a:effectLst>
            <a:outerShdw blurRad="127000" dist="38100" dir="2700000" algn="tl" rotWithShape="0">
              <a:prstClr val="black">
                <a:alpha val="40000"/>
              </a:prstClr>
            </a:outerShdw>
          </a:effectLst>
        </p:spPr>
        <p:txBody>
          <a:bodyPr/>
          <a:lstStyle/>
          <a:p>
            <a:endParaRPr lang="zh-CN" altLang="en-US"/>
          </a:p>
        </p:txBody>
      </p:sp>
      <p:cxnSp>
        <p:nvCxnSpPr>
          <p:cNvPr id="19" name="直接连接符 18">
            <a:extLst>
              <a:ext uri="{FF2B5EF4-FFF2-40B4-BE49-F238E27FC236}">
                <a16:creationId xmlns:a16="http://schemas.microsoft.com/office/drawing/2014/main" id="{419E17A5-51E7-435E-B570-A1492D3FB4DF}"/>
              </a:ext>
            </a:extLst>
          </p:cNvPr>
          <p:cNvCxnSpPr>
            <a:cxnSpLocks/>
          </p:cNvCxnSpPr>
          <p:nvPr userDrawn="1"/>
        </p:nvCxnSpPr>
        <p:spPr>
          <a:xfrm>
            <a:off x="6013765" y="3118681"/>
            <a:ext cx="2495095" cy="0"/>
          </a:xfrm>
          <a:prstGeom prst="line">
            <a:avLst/>
          </a:prstGeom>
          <a:ln w="190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9852590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三人介绍母版">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40550F8C-09E3-4442-8DC6-E0C639E8B1D8}"/>
              </a:ext>
            </a:extLst>
          </p:cNvPr>
          <p:cNvSpPr/>
          <p:nvPr userDrawn="1"/>
        </p:nvSpPr>
        <p:spPr>
          <a:xfrm>
            <a:off x="0" y="0"/>
            <a:ext cx="12192000" cy="6492875"/>
          </a:xfrm>
          <a:prstGeom prst="rect">
            <a:avLst/>
          </a:prstGeom>
          <a:solidFill>
            <a:schemeClr val="bg1">
              <a:alpha val="93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latin typeface="Microsoft YaHei UI" panose="020B0503020204020204" pitchFamily="34" charset="-122"/>
              <a:ea typeface="Microsoft YaHei UI" panose="020B0503020204020204" pitchFamily="34" charset="-122"/>
            </a:endParaRPr>
          </a:p>
        </p:txBody>
      </p:sp>
      <p:sp>
        <p:nvSpPr>
          <p:cNvPr id="2" name="标题 1">
            <a:extLst>
              <a:ext uri="{FF2B5EF4-FFF2-40B4-BE49-F238E27FC236}">
                <a16:creationId xmlns:a16="http://schemas.microsoft.com/office/drawing/2014/main" id="{F3F78BD0-F462-4621-8C34-D1893B6B97AE}"/>
              </a:ext>
            </a:extLst>
          </p:cNvPr>
          <p:cNvSpPr>
            <a:spLocks noGrp="1"/>
          </p:cNvSpPr>
          <p:nvPr>
            <p:ph type="title"/>
          </p:nvPr>
        </p:nvSpPr>
        <p:spPr>
          <a:xfrm>
            <a:off x="792481" y="574395"/>
            <a:ext cx="7315200" cy="341874"/>
          </a:xfrm>
        </p:spPr>
        <p:txBody>
          <a:bodyPr lIns="0" tIns="0" rIns="0" bIns="0">
            <a:noAutofit/>
          </a:bodyPr>
          <a:lstStyle>
            <a:lvl1pPr>
              <a:defRPr sz="2600" b="1">
                <a:solidFill>
                  <a:schemeClr val="accent1"/>
                </a:solidFill>
              </a:defRPr>
            </a:lvl1pPr>
          </a:lstStyle>
          <a:p>
            <a:r>
              <a:rPr lang="zh-CN" altLang="en-US" dirty="0"/>
              <a:t>单击此处编辑母版标题样式</a:t>
            </a:r>
          </a:p>
        </p:txBody>
      </p:sp>
      <p:sp>
        <p:nvSpPr>
          <p:cNvPr id="7" name="矩形 6">
            <a:extLst>
              <a:ext uri="{FF2B5EF4-FFF2-40B4-BE49-F238E27FC236}">
                <a16:creationId xmlns:a16="http://schemas.microsoft.com/office/drawing/2014/main" id="{273664E7-E6D5-4929-9178-9AD3110374FA}"/>
              </a:ext>
            </a:extLst>
          </p:cNvPr>
          <p:cNvSpPr/>
          <p:nvPr userDrawn="1"/>
        </p:nvSpPr>
        <p:spPr>
          <a:xfrm>
            <a:off x="0" y="6492875"/>
            <a:ext cx="12192000" cy="365125"/>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a:extLst>
              <a:ext uri="{FF2B5EF4-FFF2-40B4-BE49-F238E27FC236}">
                <a16:creationId xmlns:a16="http://schemas.microsoft.com/office/drawing/2014/main" id="{CC1AFDE3-17F7-4C68-81A1-E196F75F6412}"/>
              </a:ext>
            </a:extLst>
          </p:cNvPr>
          <p:cNvPicPr>
            <a:picLocks noChangeAspect="1"/>
          </p:cNvPicPr>
          <p:nvPr userDrawn="1"/>
        </p:nvPicPr>
        <p:blipFill>
          <a:blip r:embed="rId2"/>
          <a:stretch>
            <a:fillRect/>
          </a:stretch>
        </p:blipFill>
        <p:spPr>
          <a:xfrm>
            <a:off x="673100" y="6580054"/>
            <a:ext cx="1330959" cy="203465"/>
          </a:xfrm>
          <a:prstGeom prst="rect">
            <a:avLst/>
          </a:prstGeom>
        </p:spPr>
      </p:pic>
      <p:pic>
        <p:nvPicPr>
          <p:cNvPr id="9" name="图片 8">
            <a:extLst>
              <a:ext uri="{FF2B5EF4-FFF2-40B4-BE49-F238E27FC236}">
                <a16:creationId xmlns:a16="http://schemas.microsoft.com/office/drawing/2014/main" id="{F17405B7-37A0-4A9E-87D3-E7F07F5B2459}"/>
              </a:ext>
            </a:extLst>
          </p:cNvPr>
          <p:cNvPicPr>
            <a:picLocks noChangeAspect="1"/>
          </p:cNvPicPr>
          <p:nvPr userDrawn="1"/>
        </p:nvPicPr>
        <p:blipFill>
          <a:blip r:embed="rId3"/>
          <a:stretch>
            <a:fillRect/>
          </a:stretch>
        </p:blipFill>
        <p:spPr>
          <a:xfrm>
            <a:off x="9997440" y="530517"/>
            <a:ext cx="1521460" cy="380209"/>
          </a:xfrm>
          <a:prstGeom prst="rect">
            <a:avLst/>
          </a:prstGeom>
        </p:spPr>
      </p:pic>
      <p:pic>
        <p:nvPicPr>
          <p:cNvPr id="12" name="图片 11">
            <a:extLst>
              <a:ext uri="{FF2B5EF4-FFF2-40B4-BE49-F238E27FC236}">
                <a16:creationId xmlns:a16="http://schemas.microsoft.com/office/drawing/2014/main" id="{A4F36DF7-8FB7-494A-AB7D-676726F71429}"/>
              </a:ext>
            </a:extLst>
          </p:cNvPr>
          <p:cNvPicPr>
            <a:picLocks noChangeAspect="1"/>
          </p:cNvPicPr>
          <p:nvPr userDrawn="1"/>
        </p:nvPicPr>
        <p:blipFill>
          <a:blip r:embed="rId4"/>
          <a:stretch>
            <a:fillRect/>
          </a:stretch>
        </p:blipFill>
        <p:spPr>
          <a:xfrm>
            <a:off x="8610600" y="6626002"/>
            <a:ext cx="2908300" cy="111568"/>
          </a:xfrm>
          <a:prstGeom prst="rect">
            <a:avLst/>
          </a:prstGeom>
        </p:spPr>
      </p:pic>
      <p:sp>
        <p:nvSpPr>
          <p:cNvPr id="13" name="Freeform 52">
            <a:extLst>
              <a:ext uri="{FF2B5EF4-FFF2-40B4-BE49-F238E27FC236}">
                <a16:creationId xmlns:a16="http://schemas.microsoft.com/office/drawing/2014/main" id="{8C821F99-9CAC-4AF4-A510-C489D83FB6B7}"/>
              </a:ext>
            </a:extLst>
          </p:cNvPr>
          <p:cNvSpPr>
            <a:spLocks noEditPoints="1"/>
          </p:cNvSpPr>
          <p:nvPr userDrawn="1"/>
        </p:nvSpPr>
        <p:spPr bwMode="auto">
          <a:xfrm>
            <a:off x="114520" y="450603"/>
            <a:ext cx="563441" cy="659948"/>
          </a:xfrm>
          <a:custGeom>
            <a:avLst/>
            <a:gdLst>
              <a:gd name="T0" fmla="*/ 342 w 495"/>
              <a:gd name="T1" fmla="*/ 490 h 581"/>
              <a:gd name="T2" fmla="*/ 267 w 495"/>
              <a:gd name="T3" fmla="*/ 393 h 581"/>
              <a:gd name="T4" fmla="*/ 155 w 495"/>
              <a:gd name="T5" fmla="*/ 426 h 581"/>
              <a:gd name="T6" fmla="*/ 159 w 495"/>
              <a:gd name="T7" fmla="*/ 351 h 581"/>
              <a:gd name="T8" fmla="*/ 108 w 495"/>
              <a:gd name="T9" fmla="*/ 266 h 581"/>
              <a:gd name="T10" fmla="*/ 118 w 495"/>
              <a:gd name="T11" fmla="*/ 114 h 581"/>
              <a:gd name="T12" fmla="*/ 157 w 495"/>
              <a:gd name="T13" fmla="*/ 118 h 581"/>
              <a:gd name="T14" fmla="*/ 168 w 495"/>
              <a:gd name="T15" fmla="*/ 129 h 581"/>
              <a:gd name="T16" fmla="*/ 173 w 495"/>
              <a:gd name="T17" fmla="*/ 168 h 581"/>
              <a:gd name="T18" fmla="*/ 68 w 495"/>
              <a:gd name="T19" fmla="*/ 266 h 581"/>
              <a:gd name="T20" fmla="*/ 153 w 495"/>
              <a:gd name="T21" fmla="*/ 111 h 581"/>
              <a:gd name="T22" fmla="*/ 142 w 495"/>
              <a:gd name="T23" fmla="*/ 149 h 581"/>
              <a:gd name="T24" fmla="*/ 181 w 495"/>
              <a:gd name="T25" fmla="*/ 133 h 581"/>
              <a:gd name="T26" fmla="*/ 182 w 495"/>
              <a:gd name="T27" fmla="*/ 47 h 581"/>
              <a:gd name="T28" fmla="*/ 197 w 495"/>
              <a:gd name="T29" fmla="*/ 282 h 581"/>
              <a:gd name="T30" fmla="*/ 199 w 495"/>
              <a:gd name="T31" fmla="*/ 136 h 581"/>
              <a:gd name="T32" fmla="*/ 201 w 495"/>
              <a:gd name="T33" fmla="*/ 5 h 581"/>
              <a:gd name="T34" fmla="*/ 212 w 495"/>
              <a:gd name="T35" fmla="*/ 61 h 581"/>
              <a:gd name="T36" fmla="*/ 256 w 495"/>
              <a:gd name="T37" fmla="*/ 145 h 581"/>
              <a:gd name="T38" fmla="*/ 279 w 495"/>
              <a:gd name="T39" fmla="*/ 84 h 581"/>
              <a:gd name="T40" fmla="*/ 358 w 495"/>
              <a:gd name="T41" fmla="*/ 54 h 581"/>
              <a:gd name="T42" fmla="*/ 412 w 495"/>
              <a:gd name="T43" fmla="*/ 93 h 581"/>
              <a:gd name="T44" fmla="*/ 431 w 495"/>
              <a:gd name="T45" fmla="*/ 95 h 581"/>
              <a:gd name="T46" fmla="*/ 463 w 495"/>
              <a:gd name="T47" fmla="*/ 155 h 581"/>
              <a:gd name="T48" fmla="*/ 222 w 495"/>
              <a:gd name="T49" fmla="*/ 279 h 581"/>
              <a:gd name="T50" fmla="*/ 350 w 495"/>
              <a:gd name="T51" fmla="*/ 257 h 581"/>
              <a:gd name="T52" fmla="*/ 398 w 495"/>
              <a:gd name="T53" fmla="*/ 210 h 581"/>
              <a:gd name="T54" fmla="*/ 407 w 495"/>
              <a:gd name="T55" fmla="*/ 219 h 581"/>
              <a:gd name="T56" fmla="*/ 412 w 495"/>
              <a:gd name="T57" fmla="*/ 451 h 581"/>
              <a:gd name="T58" fmla="*/ 406 w 495"/>
              <a:gd name="T59" fmla="*/ 320 h 581"/>
              <a:gd name="T60" fmla="*/ 469 w 495"/>
              <a:gd name="T61" fmla="*/ 184 h 581"/>
              <a:gd name="T62" fmla="*/ 460 w 495"/>
              <a:gd name="T63" fmla="*/ 233 h 581"/>
              <a:gd name="T64" fmla="*/ 384 w 495"/>
              <a:gd name="T65" fmla="*/ 222 h 581"/>
              <a:gd name="T66" fmla="*/ 421 w 495"/>
              <a:gd name="T67" fmla="*/ 188 h 581"/>
              <a:gd name="T68" fmla="*/ 364 w 495"/>
              <a:gd name="T69" fmla="*/ 225 h 581"/>
              <a:gd name="T70" fmla="*/ 361 w 495"/>
              <a:gd name="T71" fmla="*/ 188 h 581"/>
              <a:gd name="T72" fmla="*/ 387 w 495"/>
              <a:gd name="T73" fmla="*/ 356 h 581"/>
              <a:gd name="T74" fmla="*/ 220 w 495"/>
              <a:gd name="T75" fmla="*/ 351 h 581"/>
              <a:gd name="T76" fmla="*/ 236 w 495"/>
              <a:gd name="T77" fmla="*/ 315 h 581"/>
              <a:gd name="T78" fmla="*/ 207 w 495"/>
              <a:gd name="T79" fmla="*/ 171 h 581"/>
              <a:gd name="T80" fmla="*/ 239 w 495"/>
              <a:gd name="T81" fmla="*/ 166 h 581"/>
              <a:gd name="T82" fmla="*/ 252 w 495"/>
              <a:gd name="T83" fmla="*/ 158 h 581"/>
              <a:gd name="T84" fmla="*/ 270 w 495"/>
              <a:gd name="T85" fmla="*/ 130 h 581"/>
              <a:gd name="T86" fmla="*/ 279 w 495"/>
              <a:gd name="T87" fmla="*/ 100 h 581"/>
              <a:gd name="T88" fmla="*/ 394 w 495"/>
              <a:gd name="T89" fmla="*/ 130 h 581"/>
              <a:gd name="T90" fmla="*/ 438 w 495"/>
              <a:gd name="T91" fmla="*/ 100 h 581"/>
              <a:gd name="T92" fmla="*/ 439 w 495"/>
              <a:gd name="T93" fmla="*/ 153 h 581"/>
              <a:gd name="T94" fmla="*/ 457 w 495"/>
              <a:gd name="T95" fmla="*/ 159 h 581"/>
              <a:gd name="T96" fmla="*/ 475 w 495"/>
              <a:gd name="T97" fmla="*/ 100 h 581"/>
              <a:gd name="T98" fmla="*/ 456 w 495"/>
              <a:gd name="T99" fmla="*/ 80 h 581"/>
              <a:gd name="T100" fmla="*/ 344 w 495"/>
              <a:gd name="T101" fmla="*/ 34 h 581"/>
              <a:gd name="T102" fmla="*/ 207 w 495"/>
              <a:gd name="T103" fmla="*/ 0 h 581"/>
              <a:gd name="T104" fmla="*/ 173 w 495"/>
              <a:gd name="T105" fmla="*/ 7 h 581"/>
              <a:gd name="T106" fmla="*/ 144 w 495"/>
              <a:gd name="T107" fmla="*/ 23 h 581"/>
              <a:gd name="T108" fmla="*/ 122 w 495"/>
              <a:gd name="T109" fmla="*/ 51 h 581"/>
              <a:gd name="T110" fmla="*/ 149 w 495"/>
              <a:gd name="T111" fmla="*/ 82 h 581"/>
              <a:gd name="T112" fmla="*/ 59 w 495"/>
              <a:gd name="T113" fmla="*/ 98 h 581"/>
              <a:gd name="T114" fmla="*/ 108 w 495"/>
              <a:gd name="T115" fmla="*/ 286 h 581"/>
              <a:gd name="T116" fmla="*/ 153 w 495"/>
              <a:gd name="T117" fmla="*/ 307 h 581"/>
              <a:gd name="T118" fmla="*/ 103 w 495"/>
              <a:gd name="T119" fmla="*/ 418 h 581"/>
              <a:gd name="T120" fmla="*/ 495 w 495"/>
              <a:gd name="T121" fmla="*/ 512 h 5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95" h="581">
                <a:moveTo>
                  <a:pt x="370" y="368"/>
                </a:moveTo>
                <a:cubicBezTo>
                  <a:pt x="334" y="361"/>
                  <a:pt x="334" y="361"/>
                  <a:pt x="334" y="361"/>
                </a:cubicBezTo>
                <a:cubicBezTo>
                  <a:pt x="290" y="370"/>
                  <a:pt x="290" y="370"/>
                  <a:pt x="290" y="370"/>
                </a:cubicBezTo>
                <a:cubicBezTo>
                  <a:pt x="299" y="361"/>
                  <a:pt x="299" y="361"/>
                  <a:pt x="299" y="361"/>
                </a:cubicBezTo>
                <a:cubicBezTo>
                  <a:pt x="338" y="349"/>
                  <a:pt x="338" y="349"/>
                  <a:pt x="338" y="349"/>
                </a:cubicBezTo>
                <a:cubicBezTo>
                  <a:pt x="377" y="362"/>
                  <a:pt x="377" y="362"/>
                  <a:pt x="377" y="362"/>
                </a:cubicBezTo>
                <a:lnTo>
                  <a:pt x="370" y="368"/>
                </a:lnTo>
                <a:close/>
                <a:moveTo>
                  <a:pt x="342" y="490"/>
                </a:moveTo>
                <a:cubicBezTo>
                  <a:pt x="338" y="469"/>
                  <a:pt x="338" y="469"/>
                  <a:pt x="338" y="469"/>
                </a:cubicBezTo>
                <a:cubicBezTo>
                  <a:pt x="350" y="422"/>
                  <a:pt x="350" y="422"/>
                  <a:pt x="350" y="422"/>
                </a:cubicBezTo>
                <a:cubicBezTo>
                  <a:pt x="350" y="422"/>
                  <a:pt x="350" y="422"/>
                  <a:pt x="350" y="422"/>
                </a:cubicBezTo>
                <a:cubicBezTo>
                  <a:pt x="350" y="422"/>
                  <a:pt x="350" y="422"/>
                  <a:pt x="350" y="422"/>
                </a:cubicBezTo>
                <a:cubicBezTo>
                  <a:pt x="365" y="420"/>
                  <a:pt x="365" y="420"/>
                  <a:pt x="365" y="420"/>
                </a:cubicBezTo>
                <a:cubicBezTo>
                  <a:pt x="376" y="493"/>
                  <a:pt x="376" y="493"/>
                  <a:pt x="376" y="493"/>
                </a:cubicBezTo>
                <a:cubicBezTo>
                  <a:pt x="365" y="492"/>
                  <a:pt x="354" y="491"/>
                  <a:pt x="342" y="490"/>
                </a:cubicBezTo>
                <a:close/>
                <a:moveTo>
                  <a:pt x="267" y="393"/>
                </a:moveTo>
                <a:cubicBezTo>
                  <a:pt x="300" y="401"/>
                  <a:pt x="300" y="401"/>
                  <a:pt x="300" y="401"/>
                </a:cubicBezTo>
                <a:cubicBezTo>
                  <a:pt x="345" y="384"/>
                  <a:pt x="345" y="384"/>
                  <a:pt x="345" y="384"/>
                </a:cubicBezTo>
                <a:cubicBezTo>
                  <a:pt x="370" y="396"/>
                  <a:pt x="370" y="396"/>
                  <a:pt x="370" y="396"/>
                </a:cubicBezTo>
                <a:cubicBezTo>
                  <a:pt x="345" y="392"/>
                  <a:pt x="345" y="392"/>
                  <a:pt x="345" y="392"/>
                </a:cubicBezTo>
                <a:cubicBezTo>
                  <a:pt x="299" y="409"/>
                  <a:pt x="299" y="409"/>
                  <a:pt x="299" y="409"/>
                </a:cubicBezTo>
                <a:lnTo>
                  <a:pt x="267" y="393"/>
                </a:lnTo>
                <a:close/>
                <a:moveTo>
                  <a:pt x="172" y="472"/>
                </a:moveTo>
                <a:cubicBezTo>
                  <a:pt x="155" y="426"/>
                  <a:pt x="155" y="426"/>
                  <a:pt x="155" y="426"/>
                </a:cubicBezTo>
                <a:cubicBezTo>
                  <a:pt x="132" y="419"/>
                  <a:pt x="132" y="419"/>
                  <a:pt x="132" y="419"/>
                </a:cubicBezTo>
                <a:cubicBezTo>
                  <a:pt x="171" y="407"/>
                  <a:pt x="171" y="407"/>
                  <a:pt x="171" y="407"/>
                </a:cubicBezTo>
                <a:cubicBezTo>
                  <a:pt x="186" y="457"/>
                  <a:pt x="186" y="457"/>
                  <a:pt x="186" y="457"/>
                </a:cubicBezTo>
                <a:cubicBezTo>
                  <a:pt x="278" y="443"/>
                  <a:pt x="278" y="443"/>
                  <a:pt x="278" y="443"/>
                </a:cubicBezTo>
                <a:lnTo>
                  <a:pt x="172" y="472"/>
                </a:lnTo>
                <a:close/>
                <a:moveTo>
                  <a:pt x="155" y="326"/>
                </a:moveTo>
                <a:cubicBezTo>
                  <a:pt x="159" y="326"/>
                  <a:pt x="159" y="326"/>
                  <a:pt x="159" y="326"/>
                </a:cubicBezTo>
                <a:cubicBezTo>
                  <a:pt x="159" y="351"/>
                  <a:pt x="159" y="351"/>
                  <a:pt x="159" y="351"/>
                </a:cubicBezTo>
                <a:cubicBezTo>
                  <a:pt x="155" y="351"/>
                  <a:pt x="155" y="351"/>
                  <a:pt x="155" y="351"/>
                </a:cubicBezTo>
                <a:lnTo>
                  <a:pt x="155" y="326"/>
                </a:lnTo>
                <a:close/>
                <a:moveTo>
                  <a:pt x="164" y="326"/>
                </a:moveTo>
                <a:cubicBezTo>
                  <a:pt x="187" y="326"/>
                  <a:pt x="187" y="326"/>
                  <a:pt x="187" y="326"/>
                </a:cubicBezTo>
                <a:cubicBezTo>
                  <a:pt x="187" y="351"/>
                  <a:pt x="187" y="351"/>
                  <a:pt x="187" y="351"/>
                </a:cubicBezTo>
                <a:cubicBezTo>
                  <a:pt x="164" y="351"/>
                  <a:pt x="164" y="351"/>
                  <a:pt x="164" y="351"/>
                </a:cubicBezTo>
                <a:lnTo>
                  <a:pt x="164" y="326"/>
                </a:lnTo>
                <a:close/>
                <a:moveTo>
                  <a:pt x="108" y="266"/>
                </a:moveTo>
                <a:cubicBezTo>
                  <a:pt x="108" y="266"/>
                  <a:pt x="108" y="266"/>
                  <a:pt x="108" y="266"/>
                </a:cubicBezTo>
                <a:cubicBezTo>
                  <a:pt x="79" y="266"/>
                  <a:pt x="79" y="266"/>
                  <a:pt x="79" y="266"/>
                </a:cubicBezTo>
                <a:cubicBezTo>
                  <a:pt x="79" y="100"/>
                  <a:pt x="79" y="100"/>
                  <a:pt x="79" y="100"/>
                </a:cubicBezTo>
                <a:cubicBezTo>
                  <a:pt x="110" y="100"/>
                  <a:pt x="110" y="100"/>
                  <a:pt x="110" y="100"/>
                </a:cubicBezTo>
                <a:cubicBezTo>
                  <a:pt x="110" y="98"/>
                  <a:pt x="110" y="98"/>
                  <a:pt x="110" y="98"/>
                </a:cubicBezTo>
                <a:cubicBezTo>
                  <a:pt x="149" y="98"/>
                  <a:pt x="149" y="98"/>
                  <a:pt x="149" y="98"/>
                </a:cubicBezTo>
                <a:cubicBezTo>
                  <a:pt x="149" y="99"/>
                  <a:pt x="149" y="100"/>
                  <a:pt x="150" y="101"/>
                </a:cubicBezTo>
                <a:cubicBezTo>
                  <a:pt x="118" y="114"/>
                  <a:pt x="118" y="114"/>
                  <a:pt x="118" y="114"/>
                </a:cubicBezTo>
                <a:cubicBezTo>
                  <a:pt x="117" y="112"/>
                  <a:pt x="117" y="112"/>
                  <a:pt x="117" y="112"/>
                </a:cubicBezTo>
                <a:cubicBezTo>
                  <a:pt x="117" y="112"/>
                  <a:pt x="117" y="112"/>
                  <a:pt x="117" y="112"/>
                </a:cubicBezTo>
                <a:cubicBezTo>
                  <a:pt x="113" y="114"/>
                  <a:pt x="113" y="114"/>
                  <a:pt x="113" y="114"/>
                </a:cubicBezTo>
                <a:cubicBezTo>
                  <a:pt x="120" y="132"/>
                  <a:pt x="120" y="132"/>
                  <a:pt x="120" y="132"/>
                </a:cubicBezTo>
                <a:cubicBezTo>
                  <a:pt x="124" y="130"/>
                  <a:pt x="124" y="130"/>
                  <a:pt x="124" y="130"/>
                </a:cubicBezTo>
                <a:cubicBezTo>
                  <a:pt x="123" y="128"/>
                  <a:pt x="123" y="128"/>
                  <a:pt x="123" y="128"/>
                </a:cubicBezTo>
                <a:cubicBezTo>
                  <a:pt x="155" y="115"/>
                  <a:pt x="155" y="115"/>
                  <a:pt x="155" y="115"/>
                </a:cubicBezTo>
                <a:cubicBezTo>
                  <a:pt x="156" y="116"/>
                  <a:pt x="157" y="117"/>
                  <a:pt x="157" y="118"/>
                </a:cubicBezTo>
                <a:cubicBezTo>
                  <a:pt x="134" y="142"/>
                  <a:pt x="134" y="142"/>
                  <a:pt x="134" y="142"/>
                </a:cubicBezTo>
                <a:cubicBezTo>
                  <a:pt x="132" y="141"/>
                  <a:pt x="132" y="141"/>
                  <a:pt x="132" y="141"/>
                </a:cubicBezTo>
                <a:cubicBezTo>
                  <a:pt x="132" y="141"/>
                  <a:pt x="132" y="141"/>
                  <a:pt x="132" y="141"/>
                </a:cubicBezTo>
                <a:cubicBezTo>
                  <a:pt x="129" y="144"/>
                  <a:pt x="129" y="144"/>
                  <a:pt x="129" y="144"/>
                </a:cubicBezTo>
                <a:cubicBezTo>
                  <a:pt x="143" y="158"/>
                  <a:pt x="143" y="158"/>
                  <a:pt x="143" y="158"/>
                </a:cubicBezTo>
                <a:cubicBezTo>
                  <a:pt x="146" y="155"/>
                  <a:pt x="146" y="155"/>
                  <a:pt x="146" y="155"/>
                </a:cubicBezTo>
                <a:cubicBezTo>
                  <a:pt x="144" y="153"/>
                  <a:pt x="144" y="153"/>
                  <a:pt x="144" y="153"/>
                </a:cubicBezTo>
                <a:cubicBezTo>
                  <a:pt x="168" y="129"/>
                  <a:pt x="168" y="129"/>
                  <a:pt x="168" y="129"/>
                </a:cubicBezTo>
                <a:cubicBezTo>
                  <a:pt x="169" y="130"/>
                  <a:pt x="170" y="131"/>
                  <a:pt x="171" y="131"/>
                </a:cubicBezTo>
                <a:cubicBezTo>
                  <a:pt x="159" y="163"/>
                  <a:pt x="159" y="163"/>
                  <a:pt x="159" y="163"/>
                </a:cubicBezTo>
                <a:cubicBezTo>
                  <a:pt x="157" y="162"/>
                  <a:pt x="157" y="162"/>
                  <a:pt x="157" y="162"/>
                </a:cubicBezTo>
                <a:cubicBezTo>
                  <a:pt x="157" y="162"/>
                  <a:pt x="157" y="162"/>
                  <a:pt x="157" y="162"/>
                </a:cubicBezTo>
                <a:cubicBezTo>
                  <a:pt x="155" y="166"/>
                  <a:pt x="155" y="166"/>
                  <a:pt x="155" y="166"/>
                </a:cubicBezTo>
                <a:cubicBezTo>
                  <a:pt x="173" y="173"/>
                  <a:pt x="173" y="173"/>
                  <a:pt x="173" y="173"/>
                </a:cubicBezTo>
                <a:cubicBezTo>
                  <a:pt x="175" y="169"/>
                  <a:pt x="175" y="169"/>
                  <a:pt x="175" y="169"/>
                </a:cubicBezTo>
                <a:cubicBezTo>
                  <a:pt x="173" y="168"/>
                  <a:pt x="173" y="168"/>
                  <a:pt x="173" y="168"/>
                </a:cubicBezTo>
                <a:cubicBezTo>
                  <a:pt x="185" y="137"/>
                  <a:pt x="185" y="137"/>
                  <a:pt x="185" y="137"/>
                </a:cubicBezTo>
                <a:cubicBezTo>
                  <a:pt x="187" y="137"/>
                  <a:pt x="188" y="138"/>
                  <a:pt x="190" y="138"/>
                </a:cubicBezTo>
                <a:cubicBezTo>
                  <a:pt x="190" y="171"/>
                  <a:pt x="190" y="171"/>
                  <a:pt x="190" y="171"/>
                </a:cubicBezTo>
                <a:cubicBezTo>
                  <a:pt x="187" y="171"/>
                  <a:pt x="187" y="171"/>
                  <a:pt x="187" y="171"/>
                </a:cubicBezTo>
                <a:cubicBezTo>
                  <a:pt x="187" y="266"/>
                  <a:pt x="187" y="266"/>
                  <a:pt x="187" y="266"/>
                </a:cubicBezTo>
                <a:lnTo>
                  <a:pt x="108" y="266"/>
                </a:lnTo>
                <a:close/>
                <a:moveTo>
                  <a:pt x="74" y="266"/>
                </a:moveTo>
                <a:cubicBezTo>
                  <a:pt x="68" y="266"/>
                  <a:pt x="68" y="266"/>
                  <a:pt x="68" y="266"/>
                </a:cubicBezTo>
                <a:cubicBezTo>
                  <a:pt x="68" y="100"/>
                  <a:pt x="68" y="100"/>
                  <a:pt x="68" y="100"/>
                </a:cubicBezTo>
                <a:cubicBezTo>
                  <a:pt x="74" y="100"/>
                  <a:pt x="74" y="100"/>
                  <a:pt x="74" y="100"/>
                </a:cubicBezTo>
                <a:lnTo>
                  <a:pt x="74" y="266"/>
                </a:lnTo>
                <a:close/>
                <a:moveTo>
                  <a:pt x="153" y="111"/>
                </a:moveTo>
                <a:cubicBezTo>
                  <a:pt x="153" y="112"/>
                  <a:pt x="154" y="112"/>
                  <a:pt x="154" y="113"/>
                </a:cubicBezTo>
                <a:cubicBezTo>
                  <a:pt x="125" y="125"/>
                  <a:pt x="125" y="125"/>
                  <a:pt x="125" y="125"/>
                </a:cubicBezTo>
                <a:cubicBezTo>
                  <a:pt x="124" y="123"/>
                  <a:pt x="124" y="123"/>
                  <a:pt x="124" y="123"/>
                </a:cubicBezTo>
                <a:lnTo>
                  <a:pt x="153" y="111"/>
                </a:lnTo>
                <a:close/>
                <a:moveTo>
                  <a:pt x="122" y="57"/>
                </a:moveTo>
                <a:cubicBezTo>
                  <a:pt x="123" y="55"/>
                  <a:pt x="123" y="55"/>
                  <a:pt x="123" y="55"/>
                </a:cubicBezTo>
                <a:cubicBezTo>
                  <a:pt x="156" y="69"/>
                  <a:pt x="156" y="69"/>
                  <a:pt x="156" y="69"/>
                </a:cubicBezTo>
                <a:cubicBezTo>
                  <a:pt x="155" y="70"/>
                  <a:pt x="155" y="70"/>
                  <a:pt x="155" y="70"/>
                </a:cubicBezTo>
                <a:lnTo>
                  <a:pt x="122" y="57"/>
                </a:lnTo>
                <a:close/>
                <a:moveTo>
                  <a:pt x="166" y="124"/>
                </a:moveTo>
                <a:cubicBezTo>
                  <a:pt x="166" y="125"/>
                  <a:pt x="167" y="125"/>
                  <a:pt x="168" y="126"/>
                </a:cubicBezTo>
                <a:cubicBezTo>
                  <a:pt x="142" y="149"/>
                  <a:pt x="142" y="149"/>
                  <a:pt x="142" y="149"/>
                </a:cubicBezTo>
                <a:cubicBezTo>
                  <a:pt x="141" y="148"/>
                  <a:pt x="141" y="148"/>
                  <a:pt x="141" y="148"/>
                </a:cubicBezTo>
                <a:lnTo>
                  <a:pt x="166" y="124"/>
                </a:lnTo>
                <a:close/>
                <a:moveTo>
                  <a:pt x="140" y="29"/>
                </a:moveTo>
                <a:cubicBezTo>
                  <a:pt x="144" y="30"/>
                  <a:pt x="144" y="30"/>
                  <a:pt x="144" y="30"/>
                </a:cubicBezTo>
                <a:cubicBezTo>
                  <a:pt x="168" y="54"/>
                  <a:pt x="168" y="54"/>
                  <a:pt x="168" y="54"/>
                </a:cubicBezTo>
                <a:cubicBezTo>
                  <a:pt x="166" y="56"/>
                  <a:pt x="166" y="56"/>
                  <a:pt x="166" y="56"/>
                </a:cubicBezTo>
                <a:lnTo>
                  <a:pt x="140" y="29"/>
                </a:lnTo>
                <a:close/>
                <a:moveTo>
                  <a:pt x="181" y="133"/>
                </a:moveTo>
                <a:cubicBezTo>
                  <a:pt x="182" y="133"/>
                  <a:pt x="182" y="134"/>
                  <a:pt x="183" y="134"/>
                </a:cubicBezTo>
                <a:cubicBezTo>
                  <a:pt x="170" y="166"/>
                  <a:pt x="170" y="166"/>
                  <a:pt x="170" y="166"/>
                </a:cubicBezTo>
                <a:cubicBezTo>
                  <a:pt x="168" y="165"/>
                  <a:pt x="168" y="165"/>
                  <a:pt x="168" y="165"/>
                </a:cubicBezTo>
                <a:lnTo>
                  <a:pt x="181" y="133"/>
                </a:lnTo>
                <a:close/>
                <a:moveTo>
                  <a:pt x="167" y="10"/>
                </a:moveTo>
                <a:cubicBezTo>
                  <a:pt x="171" y="17"/>
                  <a:pt x="171" y="17"/>
                  <a:pt x="171" y="17"/>
                </a:cubicBezTo>
                <a:cubicBezTo>
                  <a:pt x="185" y="46"/>
                  <a:pt x="185" y="46"/>
                  <a:pt x="185" y="46"/>
                </a:cubicBezTo>
                <a:cubicBezTo>
                  <a:pt x="184" y="46"/>
                  <a:pt x="183" y="47"/>
                  <a:pt x="182" y="47"/>
                </a:cubicBezTo>
                <a:lnTo>
                  <a:pt x="167" y="10"/>
                </a:lnTo>
                <a:close/>
                <a:moveTo>
                  <a:pt x="197" y="323"/>
                </a:moveTo>
                <a:cubicBezTo>
                  <a:pt x="197" y="323"/>
                  <a:pt x="197" y="323"/>
                  <a:pt x="197" y="323"/>
                </a:cubicBezTo>
                <a:cubicBezTo>
                  <a:pt x="201" y="328"/>
                  <a:pt x="201" y="328"/>
                  <a:pt x="201" y="328"/>
                </a:cubicBezTo>
                <a:cubicBezTo>
                  <a:pt x="201" y="351"/>
                  <a:pt x="201" y="351"/>
                  <a:pt x="201" y="351"/>
                </a:cubicBezTo>
                <a:cubicBezTo>
                  <a:pt x="197" y="351"/>
                  <a:pt x="197" y="351"/>
                  <a:pt x="197" y="351"/>
                </a:cubicBezTo>
                <a:lnTo>
                  <a:pt x="197" y="323"/>
                </a:lnTo>
                <a:close/>
                <a:moveTo>
                  <a:pt x="197" y="282"/>
                </a:moveTo>
                <a:cubicBezTo>
                  <a:pt x="197" y="282"/>
                  <a:pt x="197" y="282"/>
                  <a:pt x="197" y="282"/>
                </a:cubicBezTo>
                <a:cubicBezTo>
                  <a:pt x="201" y="287"/>
                  <a:pt x="201" y="287"/>
                  <a:pt x="201" y="287"/>
                </a:cubicBezTo>
                <a:cubicBezTo>
                  <a:pt x="201" y="307"/>
                  <a:pt x="201" y="307"/>
                  <a:pt x="201" y="307"/>
                </a:cubicBezTo>
                <a:cubicBezTo>
                  <a:pt x="197" y="307"/>
                  <a:pt x="197" y="307"/>
                  <a:pt x="197" y="307"/>
                </a:cubicBezTo>
                <a:lnTo>
                  <a:pt x="197" y="282"/>
                </a:lnTo>
                <a:close/>
                <a:moveTo>
                  <a:pt x="197" y="171"/>
                </a:moveTo>
                <a:cubicBezTo>
                  <a:pt x="199" y="171"/>
                  <a:pt x="199" y="171"/>
                  <a:pt x="199" y="171"/>
                </a:cubicBezTo>
                <a:cubicBezTo>
                  <a:pt x="199" y="136"/>
                  <a:pt x="199" y="136"/>
                  <a:pt x="199" y="136"/>
                </a:cubicBezTo>
                <a:cubicBezTo>
                  <a:pt x="200" y="136"/>
                  <a:pt x="201" y="136"/>
                  <a:pt x="201" y="136"/>
                </a:cubicBezTo>
                <a:cubicBezTo>
                  <a:pt x="201" y="171"/>
                  <a:pt x="201" y="171"/>
                  <a:pt x="201" y="171"/>
                </a:cubicBezTo>
                <a:cubicBezTo>
                  <a:pt x="201" y="171"/>
                  <a:pt x="201" y="171"/>
                  <a:pt x="201" y="171"/>
                </a:cubicBezTo>
                <a:cubicBezTo>
                  <a:pt x="201" y="267"/>
                  <a:pt x="201" y="267"/>
                  <a:pt x="201" y="267"/>
                </a:cubicBezTo>
                <a:cubicBezTo>
                  <a:pt x="197" y="267"/>
                  <a:pt x="197" y="267"/>
                  <a:pt x="197" y="267"/>
                </a:cubicBezTo>
                <a:lnTo>
                  <a:pt x="197" y="171"/>
                </a:lnTo>
                <a:close/>
                <a:moveTo>
                  <a:pt x="199" y="5"/>
                </a:moveTo>
                <a:cubicBezTo>
                  <a:pt x="201" y="5"/>
                  <a:pt x="201" y="5"/>
                  <a:pt x="201" y="5"/>
                </a:cubicBezTo>
                <a:cubicBezTo>
                  <a:pt x="201" y="45"/>
                  <a:pt x="201" y="45"/>
                  <a:pt x="201" y="45"/>
                </a:cubicBezTo>
                <a:cubicBezTo>
                  <a:pt x="201" y="45"/>
                  <a:pt x="200" y="45"/>
                  <a:pt x="199" y="44"/>
                </a:cubicBezTo>
                <a:lnTo>
                  <a:pt x="199" y="5"/>
                </a:lnTo>
                <a:close/>
                <a:moveTo>
                  <a:pt x="212" y="61"/>
                </a:moveTo>
                <a:cubicBezTo>
                  <a:pt x="217" y="61"/>
                  <a:pt x="222" y="66"/>
                  <a:pt x="222" y="71"/>
                </a:cubicBezTo>
                <a:cubicBezTo>
                  <a:pt x="222" y="77"/>
                  <a:pt x="217" y="81"/>
                  <a:pt x="212" y="81"/>
                </a:cubicBezTo>
                <a:cubicBezTo>
                  <a:pt x="206" y="81"/>
                  <a:pt x="202" y="77"/>
                  <a:pt x="202" y="71"/>
                </a:cubicBezTo>
                <a:cubicBezTo>
                  <a:pt x="202" y="66"/>
                  <a:pt x="206" y="61"/>
                  <a:pt x="212" y="61"/>
                </a:cubicBezTo>
                <a:close/>
                <a:moveTo>
                  <a:pt x="231" y="164"/>
                </a:moveTo>
                <a:cubicBezTo>
                  <a:pt x="230" y="164"/>
                  <a:pt x="230" y="164"/>
                  <a:pt x="230" y="164"/>
                </a:cubicBezTo>
                <a:cubicBezTo>
                  <a:pt x="217" y="131"/>
                  <a:pt x="217" y="131"/>
                  <a:pt x="217" y="131"/>
                </a:cubicBezTo>
                <a:cubicBezTo>
                  <a:pt x="220" y="130"/>
                  <a:pt x="220" y="130"/>
                  <a:pt x="220" y="130"/>
                </a:cubicBezTo>
                <a:lnTo>
                  <a:pt x="231" y="164"/>
                </a:lnTo>
                <a:close/>
                <a:moveTo>
                  <a:pt x="233" y="119"/>
                </a:moveTo>
                <a:cubicBezTo>
                  <a:pt x="258" y="143"/>
                  <a:pt x="258" y="143"/>
                  <a:pt x="258" y="143"/>
                </a:cubicBezTo>
                <a:cubicBezTo>
                  <a:pt x="256" y="145"/>
                  <a:pt x="256" y="145"/>
                  <a:pt x="256" y="145"/>
                </a:cubicBezTo>
                <a:cubicBezTo>
                  <a:pt x="231" y="120"/>
                  <a:pt x="231" y="120"/>
                  <a:pt x="231" y="120"/>
                </a:cubicBezTo>
                <a:cubicBezTo>
                  <a:pt x="232" y="120"/>
                  <a:pt x="232" y="119"/>
                  <a:pt x="233" y="119"/>
                </a:cubicBezTo>
                <a:close/>
                <a:moveTo>
                  <a:pt x="241" y="103"/>
                </a:moveTo>
                <a:cubicBezTo>
                  <a:pt x="273" y="116"/>
                  <a:pt x="273" y="116"/>
                  <a:pt x="273" y="116"/>
                </a:cubicBezTo>
                <a:cubicBezTo>
                  <a:pt x="272" y="118"/>
                  <a:pt x="272" y="118"/>
                  <a:pt x="272" y="118"/>
                </a:cubicBezTo>
                <a:cubicBezTo>
                  <a:pt x="240" y="104"/>
                  <a:pt x="240" y="104"/>
                  <a:pt x="240" y="104"/>
                </a:cubicBezTo>
                <a:cubicBezTo>
                  <a:pt x="240" y="104"/>
                  <a:pt x="241" y="103"/>
                  <a:pt x="241" y="103"/>
                </a:cubicBezTo>
                <a:close/>
                <a:moveTo>
                  <a:pt x="279" y="84"/>
                </a:moveTo>
                <a:cubicBezTo>
                  <a:pt x="375" y="84"/>
                  <a:pt x="375" y="84"/>
                  <a:pt x="375" y="84"/>
                </a:cubicBezTo>
                <a:cubicBezTo>
                  <a:pt x="375" y="88"/>
                  <a:pt x="375" y="88"/>
                  <a:pt x="375" y="88"/>
                </a:cubicBezTo>
                <a:cubicBezTo>
                  <a:pt x="279" y="88"/>
                  <a:pt x="279" y="88"/>
                  <a:pt x="279" y="88"/>
                </a:cubicBezTo>
                <a:lnTo>
                  <a:pt x="279" y="84"/>
                </a:lnTo>
                <a:close/>
                <a:moveTo>
                  <a:pt x="359" y="55"/>
                </a:moveTo>
                <a:cubicBezTo>
                  <a:pt x="362" y="80"/>
                  <a:pt x="362" y="80"/>
                  <a:pt x="362" y="80"/>
                </a:cubicBezTo>
                <a:cubicBezTo>
                  <a:pt x="360" y="80"/>
                  <a:pt x="360" y="80"/>
                  <a:pt x="360" y="80"/>
                </a:cubicBezTo>
                <a:cubicBezTo>
                  <a:pt x="358" y="54"/>
                  <a:pt x="358" y="54"/>
                  <a:pt x="358" y="54"/>
                </a:cubicBezTo>
                <a:lnTo>
                  <a:pt x="359" y="55"/>
                </a:lnTo>
                <a:close/>
                <a:moveTo>
                  <a:pt x="370" y="67"/>
                </a:moveTo>
                <a:cubicBezTo>
                  <a:pt x="397" y="83"/>
                  <a:pt x="397" y="83"/>
                  <a:pt x="397" y="83"/>
                </a:cubicBezTo>
                <a:cubicBezTo>
                  <a:pt x="397" y="85"/>
                  <a:pt x="397" y="85"/>
                  <a:pt x="397" y="85"/>
                </a:cubicBezTo>
                <a:cubicBezTo>
                  <a:pt x="370" y="72"/>
                  <a:pt x="370" y="72"/>
                  <a:pt x="370" y="72"/>
                </a:cubicBezTo>
                <a:lnTo>
                  <a:pt x="370" y="67"/>
                </a:lnTo>
                <a:close/>
                <a:moveTo>
                  <a:pt x="411" y="89"/>
                </a:moveTo>
                <a:cubicBezTo>
                  <a:pt x="412" y="93"/>
                  <a:pt x="412" y="93"/>
                  <a:pt x="412" y="93"/>
                </a:cubicBezTo>
                <a:cubicBezTo>
                  <a:pt x="382" y="99"/>
                  <a:pt x="382" y="99"/>
                  <a:pt x="382" y="99"/>
                </a:cubicBezTo>
                <a:cubicBezTo>
                  <a:pt x="378" y="97"/>
                  <a:pt x="378" y="97"/>
                  <a:pt x="378" y="97"/>
                </a:cubicBezTo>
                <a:lnTo>
                  <a:pt x="411" y="89"/>
                </a:lnTo>
                <a:close/>
                <a:moveTo>
                  <a:pt x="431" y="95"/>
                </a:moveTo>
                <a:cubicBezTo>
                  <a:pt x="403" y="130"/>
                  <a:pt x="403" y="130"/>
                  <a:pt x="403" y="130"/>
                </a:cubicBezTo>
                <a:cubicBezTo>
                  <a:pt x="400" y="127"/>
                  <a:pt x="400" y="127"/>
                  <a:pt x="400" y="127"/>
                </a:cubicBezTo>
                <a:cubicBezTo>
                  <a:pt x="428" y="91"/>
                  <a:pt x="428" y="91"/>
                  <a:pt x="428" y="91"/>
                </a:cubicBezTo>
                <a:lnTo>
                  <a:pt x="431" y="95"/>
                </a:lnTo>
                <a:close/>
                <a:moveTo>
                  <a:pt x="447" y="98"/>
                </a:moveTo>
                <a:cubicBezTo>
                  <a:pt x="432" y="144"/>
                  <a:pt x="432" y="144"/>
                  <a:pt x="432" y="144"/>
                </a:cubicBezTo>
                <a:cubicBezTo>
                  <a:pt x="430" y="143"/>
                  <a:pt x="430" y="143"/>
                  <a:pt x="430" y="143"/>
                </a:cubicBezTo>
                <a:cubicBezTo>
                  <a:pt x="445" y="96"/>
                  <a:pt x="445" y="96"/>
                  <a:pt x="445" y="96"/>
                </a:cubicBezTo>
                <a:lnTo>
                  <a:pt x="447" y="98"/>
                </a:lnTo>
                <a:close/>
                <a:moveTo>
                  <a:pt x="461" y="95"/>
                </a:moveTo>
                <a:cubicBezTo>
                  <a:pt x="463" y="95"/>
                  <a:pt x="463" y="95"/>
                  <a:pt x="463" y="95"/>
                </a:cubicBezTo>
                <a:cubicBezTo>
                  <a:pt x="463" y="155"/>
                  <a:pt x="463" y="155"/>
                  <a:pt x="463" y="155"/>
                </a:cubicBezTo>
                <a:cubicBezTo>
                  <a:pt x="461" y="155"/>
                  <a:pt x="461" y="155"/>
                  <a:pt x="461" y="155"/>
                </a:cubicBezTo>
                <a:lnTo>
                  <a:pt x="461" y="95"/>
                </a:lnTo>
                <a:close/>
                <a:moveTo>
                  <a:pt x="207" y="286"/>
                </a:moveTo>
                <a:cubicBezTo>
                  <a:pt x="217" y="286"/>
                  <a:pt x="217" y="286"/>
                  <a:pt x="217" y="286"/>
                </a:cubicBezTo>
                <a:cubicBezTo>
                  <a:pt x="217" y="307"/>
                  <a:pt x="217" y="307"/>
                  <a:pt x="217" y="307"/>
                </a:cubicBezTo>
                <a:cubicBezTo>
                  <a:pt x="207" y="307"/>
                  <a:pt x="207" y="307"/>
                  <a:pt x="207" y="307"/>
                </a:cubicBezTo>
                <a:lnTo>
                  <a:pt x="207" y="286"/>
                </a:lnTo>
                <a:close/>
                <a:moveTo>
                  <a:pt x="222" y="279"/>
                </a:moveTo>
                <a:cubicBezTo>
                  <a:pt x="226" y="276"/>
                  <a:pt x="226" y="276"/>
                  <a:pt x="226" y="276"/>
                </a:cubicBezTo>
                <a:cubicBezTo>
                  <a:pt x="226" y="311"/>
                  <a:pt x="226" y="311"/>
                  <a:pt x="226" y="311"/>
                </a:cubicBezTo>
                <a:cubicBezTo>
                  <a:pt x="222" y="309"/>
                  <a:pt x="222" y="309"/>
                  <a:pt x="222" y="309"/>
                </a:cubicBezTo>
                <a:lnTo>
                  <a:pt x="222" y="279"/>
                </a:lnTo>
                <a:close/>
                <a:moveTo>
                  <a:pt x="345" y="260"/>
                </a:moveTo>
                <a:cubicBezTo>
                  <a:pt x="345" y="236"/>
                  <a:pt x="345" y="236"/>
                  <a:pt x="345" y="236"/>
                </a:cubicBezTo>
                <a:cubicBezTo>
                  <a:pt x="348" y="236"/>
                  <a:pt x="348" y="236"/>
                  <a:pt x="348" y="236"/>
                </a:cubicBezTo>
                <a:cubicBezTo>
                  <a:pt x="350" y="257"/>
                  <a:pt x="350" y="257"/>
                  <a:pt x="350" y="257"/>
                </a:cubicBezTo>
                <a:cubicBezTo>
                  <a:pt x="365" y="285"/>
                  <a:pt x="365" y="285"/>
                  <a:pt x="365" y="285"/>
                </a:cubicBezTo>
                <a:lnTo>
                  <a:pt x="345" y="260"/>
                </a:lnTo>
                <a:close/>
                <a:moveTo>
                  <a:pt x="397" y="192"/>
                </a:moveTo>
                <a:cubicBezTo>
                  <a:pt x="397" y="182"/>
                  <a:pt x="397" y="182"/>
                  <a:pt x="397" y="182"/>
                </a:cubicBezTo>
                <a:cubicBezTo>
                  <a:pt x="401" y="182"/>
                  <a:pt x="401" y="182"/>
                  <a:pt x="401" y="182"/>
                </a:cubicBezTo>
                <a:cubicBezTo>
                  <a:pt x="409" y="190"/>
                  <a:pt x="409" y="190"/>
                  <a:pt x="409" y="190"/>
                </a:cubicBezTo>
                <a:cubicBezTo>
                  <a:pt x="407" y="204"/>
                  <a:pt x="407" y="204"/>
                  <a:pt x="407" y="204"/>
                </a:cubicBezTo>
                <a:cubicBezTo>
                  <a:pt x="398" y="210"/>
                  <a:pt x="398" y="210"/>
                  <a:pt x="398" y="210"/>
                </a:cubicBezTo>
                <a:cubicBezTo>
                  <a:pt x="395" y="210"/>
                  <a:pt x="395" y="210"/>
                  <a:pt x="395" y="210"/>
                </a:cubicBezTo>
                <a:cubicBezTo>
                  <a:pt x="395" y="203"/>
                  <a:pt x="395" y="203"/>
                  <a:pt x="395" y="203"/>
                </a:cubicBezTo>
                <a:cubicBezTo>
                  <a:pt x="400" y="203"/>
                  <a:pt x="400" y="203"/>
                  <a:pt x="400" y="203"/>
                </a:cubicBezTo>
                <a:cubicBezTo>
                  <a:pt x="400" y="201"/>
                  <a:pt x="400" y="201"/>
                  <a:pt x="400" y="201"/>
                </a:cubicBezTo>
                <a:cubicBezTo>
                  <a:pt x="395" y="201"/>
                  <a:pt x="395" y="201"/>
                  <a:pt x="395" y="201"/>
                </a:cubicBezTo>
                <a:cubicBezTo>
                  <a:pt x="395" y="192"/>
                  <a:pt x="395" y="192"/>
                  <a:pt x="395" y="192"/>
                </a:cubicBezTo>
                <a:lnTo>
                  <a:pt x="397" y="192"/>
                </a:lnTo>
                <a:close/>
                <a:moveTo>
                  <a:pt x="407" y="219"/>
                </a:moveTo>
                <a:cubicBezTo>
                  <a:pt x="401" y="219"/>
                  <a:pt x="401" y="219"/>
                  <a:pt x="401" y="219"/>
                </a:cubicBezTo>
                <a:cubicBezTo>
                  <a:pt x="401" y="212"/>
                  <a:pt x="401" y="212"/>
                  <a:pt x="401" y="212"/>
                </a:cubicBezTo>
                <a:cubicBezTo>
                  <a:pt x="412" y="206"/>
                  <a:pt x="412" y="206"/>
                  <a:pt x="412" y="206"/>
                </a:cubicBezTo>
                <a:lnTo>
                  <a:pt x="407" y="219"/>
                </a:lnTo>
                <a:close/>
                <a:moveTo>
                  <a:pt x="413" y="497"/>
                </a:moveTo>
                <a:cubicBezTo>
                  <a:pt x="426" y="428"/>
                  <a:pt x="426" y="428"/>
                  <a:pt x="426" y="428"/>
                </a:cubicBezTo>
                <a:cubicBezTo>
                  <a:pt x="423" y="403"/>
                  <a:pt x="423" y="403"/>
                  <a:pt x="423" y="403"/>
                </a:cubicBezTo>
                <a:cubicBezTo>
                  <a:pt x="412" y="451"/>
                  <a:pt x="412" y="451"/>
                  <a:pt x="412" y="451"/>
                </a:cubicBezTo>
                <a:cubicBezTo>
                  <a:pt x="406" y="451"/>
                  <a:pt x="406" y="451"/>
                  <a:pt x="406" y="451"/>
                </a:cubicBezTo>
                <a:cubicBezTo>
                  <a:pt x="406" y="408"/>
                  <a:pt x="406" y="408"/>
                  <a:pt x="406" y="408"/>
                </a:cubicBezTo>
                <a:cubicBezTo>
                  <a:pt x="424" y="395"/>
                  <a:pt x="424" y="395"/>
                  <a:pt x="424" y="395"/>
                </a:cubicBezTo>
                <a:cubicBezTo>
                  <a:pt x="433" y="320"/>
                  <a:pt x="433" y="320"/>
                  <a:pt x="433" y="320"/>
                </a:cubicBezTo>
                <a:cubicBezTo>
                  <a:pt x="398" y="400"/>
                  <a:pt x="398" y="400"/>
                  <a:pt x="398" y="400"/>
                </a:cubicBezTo>
                <a:cubicBezTo>
                  <a:pt x="395" y="400"/>
                  <a:pt x="395" y="400"/>
                  <a:pt x="395" y="400"/>
                </a:cubicBezTo>
                <a:cubicBezTo>
                  <a:pt x="395" y="351"/>
                  <a:pt x="395" y="351"/>
                  <a:pt x="395" y="351"/>
                </a:cubicBezTo>
                <a:cubicBezTo>
                  <a:pt x="406" y="320"/>
                  <a:pt x="406" y="320"/>
                  <a:pt x="406" y="320"/>
                </a:cubicBezTo>
                <a:cubicBezTo>
                  <a:pt x="385" y="302"/>
                  <a:pt x="385" y="302"/>
                  <a:pt x="385" y="302"/>
                </a:cubicBezTo>
                <a:cubicBezTo>
                  <a:pt x="406" y="280"/>
                  <a:pt x="406" y="280"/>
                  <a:pt x="406" y="280"/>
                </a:cubicBezTo>
                <a:cubicBezTo>
                  <a:pt x="413" y="284"/>
                  <a:pt x="413" y="284"/>
                  <a:pt x="413" y="284"/>
                </a:cubicBezTo>
                <a:cubicBezTo>
                  <a:pt x="404" y="301"/>
                  <a:pt x="404" y="301"/>
                  <a:pt x="404" y="301"/>
                </a:cubicBezTo>
                <a:cubicBezTo>
                  <a:pt x="425" y="319"/>
                  <a:pt x="425" y="319"/>
                  <a:pt x="425" y="319"/>
                </a:cubicBezTo>
                <a:cubicBezTo>
                  <a:pt x="456" y="296"/>
                  <a:pt x="456" y="296"/>
                  <a:pt x="456" y="296"/>
                </a:cubicBezTo>
                <a:cubicBezTo>
                  <a:pt x="478" y="218"/>
                  <a:pt x="478" y="218"/>
                  <a:pt x="478" y="218"/>
                </a:cubicBezTo>
                <a:cubicBezTo>
                  <a:pt x="469" y="184"/>
                  <a:pt x="469" y="184"/>
                  <a:pt x="469" y="184"/>
                </a:cubicBezTo>
                <a:cubicBezTo>
                  <a:pt x="482" y="173"/>
                  <a:pt x="482" y="173"/>
                  <a:pt x="482" y="173"/>
                </a:cubicBezTo>
                <a:cubicBezTo>
                  <a:pt x="486" y="167"/>
                  <a:pt x="486" y="167"/>
                  <a:pt x="486" y="167"/>
                </a:cubicBezTo>
                <a:cubicBezTo>
                  <a:pt x="485" y="167"/>
                  <a:pt x="485" y="167"/>
                  <a:pt x="485" y="167"/>
                </a:cubicBezTo>
                <a:cubicBezTo>
                  <a:pt x="485" y="167"/>
                  <a:pt x="485" y="167"/>
                  <a:pt x="485" y="167"/>
                </a:cubicBezTo>
                <a:cubicBezTo>
                  <a:pt x="462" y="176"/>
                  <a:pt x="462" y="176"/>
                  <a:pt x="462" y="176"/>
                </a:cubicBezTo>
                <a:cubicBezTo>
                  <a:pt x="457" y="226"/>
                  <a:pt x="457" y="226"/>
                  <a:pt x="457" y="226"/>
                </a:cubicBezTo>
                <a:cubicBezTo>
                  <a:pt x="417" y="228"/>
                  <a:pt x="417" y="228"/>
                  <a:pt x="417" y="228"/>
                </a:cubicBezTo>
                <a:cubicBezTo>
                  <a:pt x="460" y="233"/>
                  <a:pt x="460" y="233"/>
                  <a:pt x="460" y="233"/>
                </a:cubicBezTo>
                <a:cubicBezTo>
                  <a:pt x="416" y="240"/>
                  <a:pt x="416" y="240"/>
                  <a:pt x="416" y="240"/>
                </a:cubicBezTo>
                <a:cubicBezTo>
                  <a:pt x="421" y="255"/>
                  <a:pt x="421" y="255"/>
                  <a:pt x="421" y="255"/>
                </a:cubicBezTo>
                <a:cubicBezTo>
                  <a:pt x="413" y="265"/>
                  <a:pt x="413" y="265"/>
                  <a:pt x="413" y="265"/>
                </a:cubicBezTo>
                <a:cubicBezTo>
                  <a:pt x="394" y="257"/>
                  <a:pt x="394" y="257"/>
                  <a:pt x="394" y="257"/>
                </a:cubicBezTo>
                <a:cubicBezTo>
                  <a:pt x="377" y="266"/>
                  <a:pt x="377" y="266"/>
                  <a:pt x="377" y="266"/>
                </a:cubicBezTo>
                <a:cubicBezTo>
                  <a:pt x="368" y="256"/>
                  <a:pt x="368" y="256"/>
                  <a:pt x="368" y="256"/>
                </a:cubicBezTo>
                <a:cubicBezTo>
                  <a:pt x="379" y="222"/>
                  <a:pt x="379" y="222"/>
                  <a:pt x="379" y="222"/>
                </a:cubicBezTo>
                <a:cubicBezTo>
                  <a:pt x="384" y="222"/>
                  <a:pt x="384" y="222"/>
                  <a:pt x="384" y="222"/>
                </a:cubicBezTo>
                <a:cubicBezTo>
                  <a:pt x="387" y="251"/>
                  <a:pt x="387" y="251"/>
                  <a:pt x="387" y="251"/>
                </a:cubicBezTo>
                <a:cubicBezTo>
                  <a:pt x="394" y="230"/>
                  <a:pt x="394" y="230"/>
                  <a:pt x="394" y="230"/>
                </a:cubicBezTo>
                <a:cubicBezTo>
                  <a:pt x="411" y="231"/>
                  <a:pt x="411" y="231"/>
                  <a:pt x="411" y="231"/>
                </a:cubicBezTo>
                <a:cubicBezTo>
                  <a:pt x="404" y="228"/>
                  <a:pt x="404" y="228"/>
                  <a:pt x="404" y="228"/>
                </a:cubicBezTo>
                <a:cubicBezTo>
                  <a:pt x="415" y="227"/>
                  <a:pt x="415" y="227"/>
                  <a:pt x="415" y="227"/>
                </a:cubicBezTo>
                <a:cubicBezTo>
                  <a:pt x="412" y="220"/>
                  <a:pt x="412" y="220"/>
                  <a:pt x="412" y="220"/>
                </a:cubicBezTo>
                <a:cubicBezTo>
                  <a:pt x="418" y="210"/>
                  <a:pt x="418" y="210"/>
                  <a:pt x="418" y="210"/>
                </a:cubicBezTo>
                <a:cubicBezTo>
                  <a:pt x="421" y="188"/>
                  <a:pt x="421" y="188"/>
                  <a:pt x="421" y="188"/>
                </a:cubicBezTo>
                <a:cubicBezTo>
                  <a:pt x="406" y="175"/>
                  <a:pt x="406" y="175"/>
                  <a:pt x="406" y="175"/>
                </a:cubicBezTo>
                <a:cubicBezTo>
                  <a:pt x="394" y="176"/>
                  <a:pt x="394" y="176"/>
                  <a:pt x="394" y="176"/>
                </a:cubicBezTo>
                <a:cubicBezTo>
                  <a:pt x="384" y="184"/>
                  <a:pt x="384" y="184"/>
                  <a:pt x="384" y="184"/>
                </a:cubicBezTo>
                <a:cubicBezTo>
                  <a:pt x="381" y="122"/>
                  <a:pt x="381" y="122"/>
                  <a:pt x="381" y="122"/>
                </a:cubicBezTo>
                <a:cubicBezTo>
                  <a:pt x="378" y="118"/>
                  <a:pt x="378" y="118"/>
                  <a:pt x="378" y="118"/>
                </a:cubicBezTo>
                <a:cubicBezTo>
                  <a:pt x="375" y="221"/>
                  <a:pt x="375" y="221"/>
                  <a:pt x="375" y="221"/>
                </a:cubicBezTo>
                <a:cubicBezTo>
                  <a:pt x="367" y="233"/>
                  <a:pt x="367" y="233"/>
                  <a:pt x="367" y="233"/>
                </a:cubicBezTo>
                <a:cubicBezTo>
                  <a:pt x="367" y="233"/>
                  <a:pt x="366" y="232"/>
                  <a:pt x="364" y="225"/>
                </a:cubicBezTo>
                <a:cubicBezTo>
                  <a:pt x="362" y="218"/>
                  <a:pt x="365" y="200"/>
                  <a:pt x="365" y="200"/>
                </a:cubicBezTo>
                <a:cubicBezTo>
                  <a:pt x="373" y="120"/>
                  <a:pt x="373" y="120"/>
                  <a:pt x="373" y="120"/>
                </a:cubicBezTo>
                <a:cubicBezTo>
                  <a:pt x="367" y="127"/>
                  <a:pt x="367" y="127"/>
                  <a:pt x="367" y="127"/>
                </a:cubicBezTo>
                <a:cubicBezTo>
                  <a:pt x="363" y="176"/>
                  <a:pt x="363" y="176"/>
                  <a:pt x="363" y="176"/>
                </a:cubicBezTo>
                <a:cubicBezTo>
                  <a:pt x="345" y="189"/>
                  <a:pt x="345" y="189"/>
                  <a:pt x="345" y="189"/>
                </a:cubicBezTo>
                <a:cubicBezTo>
                  <a:pt x="340" y="215"/>
                  <a:pt x="340" y="215"/>
                  <a:pt x="340" y="215"/>
                </a:cubicBezTo>
                <a:cubicBezTo>
                  <a:pt x="347" y="195"/>
                  <a:pt x="347" y="195"/>
                  <a:pt x="347" y="195"/>
                </a:cubicBezTo>
                <a:cubicBezTo>
                  <a:pt x="361" y="188"/>
                  <a:pt x="361" y="188"/>
                  <a:pt x="361" y="188"/>
                </a:cubicBezTo>
                <a:cubicBezTo>
                  <a:pt x="359" y="201"/>
                  <a:pt x="359" y="201"/>
                  <a:pt x="359" y="201"/>
                </a:cubicBezTo>
                <a:cubicBezTo>
                  <a:pt x="350" y="207"/>
                  <a:pt x="350" y="207"/>
                  <a:pt x="350" y="207"/>
                </a:cubicBezTo>
                <a:cubicBezTo>
                  <a:pt x="332" y="230"/>
                  <a:pt x="332" y="230"/>
                  <a:pt x="332" y="230"/>
                </a:cubicBezTo>
                <a:cubicBezTo>
                  <a:pt x="330" y="270"/>
                  <a:pt x="330" y="270"/>
                  <a:pt x="330" y="270"/>
                </a:cubicBezTo>
                <a:cubicBezTo>
                  <a:pt x="370" y="304"/>
                  <a:pt x="370" y="304"/>
                  <a:pt x="370" y="304"/>
                </a:cubicBezTo>
                <a:cubicBezTo>
                  <a:pt x="361" y="327"/>
                  <a:pt x="361" y="327"/>
                  <a:pt x="361" y="327"/>
                </a:cubicBezTo>
                <a:cubicBezTo>
                  <a:pt x="394" y="351"/>
                  <a:pt x="394" y="351"/>
                  <a:pt x="394" y="351"/>
                </a:cubicBezTo>
                <a:cubicBezTo>
                  <a:pt x="387" y="356"/>
                  <a:pt x="387" y="356"/>
                  <a:pt x="387" y="356"/>
                </a:cubicBezTo>
                <a:cubicBezTo>
                  <a:pt x="350" y="337"/>
                  <a:pt x="350" y="337"/>
                  <a:pt x="350" y="337"/>
                </a:cubicBezTo>
                <a:cubicBezTo>
                  <a:pt x="361" y="327"/>
                  <a:pt x="361" y="327"/>
                  <a:pt x="361" y="327"/>
                </a:cubicBezTo>
                <a:cubicBezTo>
                  <a:pt x="290" y="318"/>
                  <a:pt x="290" y="318"/>
                  <a:pt x="290" y="318"/>
                </a:cubicBezTo>
                <a:cubicBezTo>
                  <a:pt x="253" y="336"/>
                  <a:pt x="253" y="336"/>
                  <a:pt x="253" y="336"/>
                </a:cubicBezTo>
                <a:cubicBezTo>
                  <a:pt x="253" y="350"/>
                  <a:pt x="253" y="350"/>
                  <a:pt x="253" y="350"/>
                </a:cubicBezTo>
                <a:cubicBezTo>
                  <a:pt x="253" y="367"/>
                  <a:pt x="253" y="367"/>
                  <a:pt x="253" y="367"/>
                </a:cubicBezTo>
                <a:cubicBezTo>
                  <a:pt x="229" y="367"/>
                  <a:pt x="229" y="367"/>
                  <a:pt x="229" y="367"/>
                </a:cubicBezTo>
                <a:cubicBezTo>
                  <a:pt x="220" y="351"/>
                  <a:pt x="220" y="351"/>
                  <a:pt x="220" y="351"/>
                </a:cubicBezTo>
                <a:cubicBezTo>
                  <a:pt x="207" y="351"/>
                  <a:pt x="207" y="351"/>
                  <a:pt x="207" y="351"/>
                </a:cubicBezTo>
                <a:cubicBezTo>
                  <a:pt x="207" y="326"/>
                  <a:pt x="207" y="326"/>
                  <a:pt x="207" y="326"/>
                </a:cubicBezTo>
                <a:cubicBezTo>
                  <a:pt x="227" y="326"/>
                  <a:pt x="227" y="326"/>
                  <a:pt x="227" y="326"/>
                </a:cubicBezTo>
                <a:cubicBezTo>
                  <a:pt x="227" y="326"/>
                  <a:pt x="227" y="326"/>
                  <a:pt x="227" y="326"/>
                </a:cubicBezTo>
                <a:cubicBezTo>
                  <a:pt x="232" y="326"/>
                  <a:pt x="235" y="323"/>
                  <a:pt x="235" y="318"/>
                </a:cubicBezTo>
                <a:cubicBezTo>
                  <a:pt x="235" y="318"/>
                  <a:pt x="235" y="318"/>
                  <a:pt x="235" y="318"/>
                </a:cubicBezTo>
                <a:cubicBezTo>
                  <a:pt x="235" y="315"/>
                  <a:pt x="235" y="315"/>
                  <a:pt x="235" y="315"/>
                </a:cubicBezTo>
                <a:cubicBezTo>
                  <a:pt x="236" y="315"/>
                  <a:pt x="236" y="315"/>
                  <a:pt x="236" y="315"/>
                </a:cubicBezTo>
                <a:cubicBezTo>
                  <a:pt x="236" y="286"/>
                  <a:pt x="236" y="286"/>
                  <a:pt x="236" y="286"/>
                </a:cubicBezTo>
                <a:cubicBezTo>
                  <a:pt x="236" y="286"/>
                  <a:pt x="236" y="286"/>
                  <a:pt x="236" y="286"/>
                </a:cubicBezTo>
                <a:cubicBezTo>
                  <a:pt x="236" y="275"/>
                  <a:pt x="236" y="275"/>
                  <a:pt x="236" y="275"/>
                </a:cubicBezTo>
                <a:cubicBezTo>
                  <a:pt x="236" y="275"/>
                  <a:pt x="236" y="275"/>
                  <a:pt x="236" y="274"/>
                </a:cubicBezTo>
                <a:cubicBezTo>
                  <a:pt x="236" y="270"/>
                  <a:pt x="232" y="266"/>
                  <a:pt x="228" y="266"/>
                </a:cubicBezTo>
                <a:cubicBezTo>
                  <a:pt x="227" y="266"/>
                  <a:pt x="227" y="266"/>
                  <a:pt x="227" y="266"/>
                </a:cubicBezTo>
                <a:cubicBezTo>
                  <a:pt x="207" y="266"/>
                  <a:pt x="207" y="266"/>
                  <a:pt x="207" y="266"/>
                </a:cubicBezTo>
                <a:cubicBezTo>
                  <a:pt x="207" y="171"/>
                  <a:pt x="207" y="171"/>
                  <a:pt x="207" y="171"/>
                </a:cubicBezTo>
                <a:cubicBezTo>
                  <a:pt x="205" y="171"/>
                  <a:pt x="205" y="171"/>
                  <a:pt x="205" y="171"/>
                </a:cubicBezTo>
                <a:cubicBezTo>
                  <a:pt x="205" y="138"/>
                  <a:pt x="205" y="138"/>
                  <a:pt x="205" y="138"/>
                </a:cubicBezTo>
                <a:cubicBezTo>
                  <a:pt x="206" y="137"/>
                  <a:pt x="208" y="137"/>
                  <a:pt x="209" y="137"/>
                </a:cubicBezTo>
                <a:cubicBezTo>
                  <a:pt x="221" y="168"/>
                  <a:pt x="221" y="168"/>
                  <a:pt x="221" y="168"/>
                </a:cubicBezTo>
                <a:cubicBezTo>
                  <a:pt x="219" y="169"/>
                  <a:pt x="219" y="169"/>
                  <a:pt x="219" y="169"/>
                </a:cubicBezTo>
                <a:cubicBezTo>
                  <a:pt x="219" y="169"/>
                  <a:pt x="219" y="169"/>
                  <a:pt x="219" y="169"/>
                </a:cubicBezTo>
                <a:cubicBezTo>
                  <a:pt x="220" y="173"/>
                  <a:pt x="220" y="173"/>
                  <a:pt x="220" y="173"/>
                </a:cubicBezTo>
                <a:cubicBezTo>
                  <a:pt x="239" y="166"/>
                  <a:pt x="239" y="166"/>
                  <a:pt x="239" y="166"/>
                </a:cubicBezTo>
                <a:cubicBezTo>
                  <a:pt x="237" y="162"/>
                  <a:pt x="237" y="162"/>
                  <a:pt x="237" y="162"/>
                </a:cubicBezTo>
                <a:cubicBezTo>
                  <a:pt x="235" y="163"/>
                  <a:pt x="235" y="163"/>
                  <a:pt x="235" y="163"/>
                </a:cubicBezTo>
                <a:cubicBezTo>
                  <a:pt x="223" y="131"/>
                  <a:pt x="223" y="131"/>
                  <a:pt x="223" y="131"/>
                </a:cubicBezTo>
                <a:cubicBezTo>
                  <a:pt x="224" y="130"/>
                  <a:pt x="225" y="129"/>
                  <a:pt x="226" y="129"/>
                </a:cubicBezTo>
                <a:cubicBezTo>
                  <a:pt x="250" y="153"/>
                  <a:pt x="250" y="153"/>
                  <a:pt x="250" y="153"/>
                </a:cubicBezTo>
                <a:cubicBezTo>
                  <a:pt x="249" y="155"/>
                  <a:pt x="249" y="155"/>
                  <a:pt x="249" y="155"/>
                </a:cubicBezTo>
                <a:cubicBezTo>
                  <a:pt x="249" y="155"/>
                  <a:pt x="249" y="155"/>
                  <a:pt x="249" y="155"/>
                </a:cubicBezTo>
                <a:cubicBezTo>
                  <a:pt x="252" y="158"/>
                  <a:pt x="252" y="158"/>
                  <a:pt x="252" y="158"/>
                </a:cubicBezTo>
                <a:cubicBezTo>
                  <a:pt x="265" y="144"/>
                  <a:pt x="265" y="144"/>
                  <a:pt x="265" y="144"/>
                </a:cubicBezTo>
                <a:cubicBezTo>
                  <a:pt x="262" y="141"/>
                  <a:pt x="262" y="141"/>
                  <a:pt x="262" y="141"/>
                </a:cubicBezTo>
                <a:cubicBezTo>
                  <a:pt x="261" y="142"/>
                  <a:pt x="261" y="142"/>
                  <a:pt x="261" y="142"/>
                </a:cubicBezTo>
                <a:cubicBezTo>
                  <a:pt x="236" y="118"/>
                  <a:pt x="236" y="118"/>
                  <a:pt x="236" y="118"/>
                </a:cubicBezTo>
                <a:cubicBezTo>
                  <a:pt x="237" y="117"/>
                  <a:pt x="237" y="116"/>
                  <a:pt x="238" y="115"/>
                </a:cubicBezTo>
                <a:cubicBezTo>
                  <a:pt x="271" y="128"/>
                  <a:pt x="271" y="128"/>
                  <a:pt x="271" y="128"/>
                </a:cubicBezTo>
                <a:cubicBezTo>
                  <a:pt x="270" y="130"/>
                  <a:pt x="270" y="130"/>
                  <a:pt x="270" y="130"/>
                </a:cubicBezTo>
                <a:cubicBezTo>
                  <a:pt x="270" y="130"/>
                  <a:pt x="270" y="130"/>
                  <a:pt x="270" y="130"/>
                </a:cubicBezTo>
                <a:cubicBezTo>
                  <a:pt x="274" y="132"/>
                  <a:pt x="274" y="132"/>
                  <a:pt x="274" y="132"/>
                </a:cubicBezTo>
                <a:cubicBezTo>
                  <a:pt x="281" y="114"/>
                  <a:pt x="281" y="114"/>
                  <a:pt x="281" y="114"/>
                </a:cubicBezTo>
                <a:cubicBezTo>
                  <a:pt x="277" y="112"/>
                  <a:pt x="277" y="112"/>
                  <a:pt x="277" y="112"/>
                </a:cubicBezTo>
                <a:cubicBezTo>
                  <a:pt x="277" y="114"/>
                  <a:pt x="277" y="114"/>
                  <a:pt x="277" y="114"/>
                </a:cubicBezTo>
                <a:cubicBezTo>
                  <a:pt x="244" y="101"/>
                  <a:pt x="244" y="101"/>
                  <a:pt x="244" y="101"/>
                </a:cubicBezTo>
                <a:cubicBezTo>
                  <a:pt x="244" y="100"/>
                  <a:pt x="244" y="99"/>
                  <a:pt x="244" y="98"/>
                </a:cubicBezTo>
                <a:cubicBezTo>
                  <a:pt x="279" y="98"/>
                  <a:pt x="279" y="98"/>
                  <a:pt x="279" y="98"/>
                </a:cubicBezTo>
                <a:cubicBezTo>
                  <a:pt x="279" y="100"/>
                  <a:pt x="279" y="100"/>
                  <a:pt x="279" y="100"/>
                </a:cubicBezTo>
                <a:cubicBezTo>
                  <a:pt x="368" y="100"/>
                  <a:pt x="368" y="100"/>
                  <a:pt x="368" y="100"/>
                </a:cubicBezTo>
                <a:cubicBezTo>
                  <a:pt x="369" y="101"/>
                  <a:pt x="369" y="103"/>
                  <a:pt x="370" y="105"/>
                </a:cubicBezTo>
                <a:cubicBezTo>
                  <a:pt x="371" y="109"/>
                  <a:pt x="374" y="112"/>
                  <a:pt x="375" y="112"/>
                </a:cubicBezTo>
                <a:cubicBezTo>
                  <a:pt x="375" y="112"/>
                  <a:pt x="375" y="112"/>
                  <a:pt x="375" y="112"/>
                </a:cubicBezTo>
                <a:cubicBezTo>
                  <a:pt x="375" y="112"/>
                  <a:pt x="375" y="112"/>
                  <a:pt x="375" y="112"/>
                </a:cubicBezTo>
                <a:cubicBezTo>
                  <a:pt x="406" y="100"/>
                  <a:pt x="406" y="100"/>
                  <a:pt x="406" y="100"/>
                </a:cubicBezTo>
                <a:cubicBezTo>
                  <a:pt x="416" y="100"/>
                  <a:pt x="416" y="100"/>
                  <a:pt x="416" y="100"/>
                </a:cubicBezTo>
                <a:cubicBezTo>
                  <a:pt x="394" y="130"/>
                  <a:pt x="394" y="130"/>
                  <a:pt x="394" y="130"/>
                </a:cubicBezTo>
                <a:cubicBezTo>
                  <a:pt x="394" y="130"/>
                  <a:pt x="394" y="130"/>
                  <a:pt x="394" y="130"/>
                </a:cubicBezTo>
                <a:cubicBezTo>
                  <a:pt x="394" y="130"/>
                  <a:pt x="394" y="130"/>
                  <a:pt x="394" y="130"/>
                </a:cubicBezTo>
                <a:cubicBezTo>
                  <a:pt x="394" y="130"/>
                  <a:pt x="394" y="130"/>
                  <a:pt x="394" y="130"/>
                </a:cubicBezTo>
                <a:cubicBezTo>
                  <a:pt x="394" y="130"/>
                  <a:pt x="394" y="130"/>
                  <a:pt x="394" y="130"/>
                </a:cubicBezTo>
                <a:cubicBezTo>
                  <a:pt x="393" y="131"/>
                  <a:pt x="395" y="134"/>
                  <a:pt x="399" y="136"/>
                </a:cubicBezTo>
                <a:cubicBezTo>
                  <a:pt x="403" y="139"/>
                  <a:pt x="406" y="140"/>
                  <a:pt x="407" y="139"/>
                </a:cubicBezTo>
                <a:cubicBezTo>
                  <a:pt x="407" y="139"/>
                  <a:pt x="407" y="139"/>
                  <a:pt x="407" y="139"/>
                </a:cubicBezTo>
                <a:cubicBezTo>
                  <a:pt x="438" y="100"/>
                  <a:pt x="438" y="100"/>
                  <a:pt x="438" y="100"/>
                </a:cubicBezTo>
                <a:cubicBezTo>
                  <a:pt x="439" y="100"/>
                  <a:pt x="439" y="100"/>
                  <a:pt x="439" y="100"/>
                </a:cubicBezTo>
                <a:cubicBezTo>
                  <a:pt x="423" y="147"/>
                  <a:pt x="423" y="147"/>
                  <a:pt x="423" y="147"/>
                </a:cubicBezTo>
                <a:cubicBezTo>
                  <a:pt x="423" y="147"/>
                  <a:pt x="423" y="147"/>
                  <a:pt x="423" y="147"/>
                </a:cubicBezTo>
                <a:cubicBezTo>
                  <a:pt x="423" y="147"/>
                  <a:pt x="423" y="147"/>
                  <a:pt x="423" y="147"/>
                </a:cubicBezTo>
                <a:cubicBezTo>
                  <a:pt x="422" y="149"/>
                  <a:pt x="426" y="151"/>
                  <a:pt x="430" y="153"/>
                </a:cubicBezTo>
                <a:cubicBezTo>
                  <a:pt x="434" y="154"/>
                  <a:pt x="438" y="155"/>
                  <a:pt x="439" y="153"/>
                </a:cubicBezTo>
                <a:cubicBezTo>
                  <a:pt x="439" y="153"/>
                  <a:pt x="439" y="153"/>
                  <a:pt x="439" y="153"/>
                </a:cubicBezTo>
                <a:cubicBezTo>
                  <a:pt x="439" y="153"/>
                  <a:pt x="439" y="153"/>
                  <a:pt x="439" y="153"/>
                </a:cubicBezTo>
                <a:cubicBezTo>
                  <a:pt x="439" y="153"/>
                  <a:pt x="439" y="153"/>
                  <a:pt x="439" y="153"/>
                </a:cubicBezTo>
                <a:cubicBezTo>
                  <a:pt x="439" y="153"/>
                  <a:pt x="439" y="153"/>
                  <a:pt x="439" y="153"/>
                </a:cubicBezTo>
                <a:cubicBezTo>
                  <a:pt x="457" y="100"/>
                  <a:pt x="457" y="100"/>
                  <a:pt x="457" y="100"/>
                </a:cubicBezTo>
                <a:cubicBezTo>
                  <a:pt x="457" y="100"/>
                  <a:pt x="457" y="100"/>
                  <a:pt x="457" y="100"/>
                </a:cubicBezTo>
                <a:cubicBezTo>
                  <a:pt x="457" y="159"/>
                  <a:pt x="457" y="159"/>
                  <a:pt x="457" y="159"/>
                </a:cubicBezTo>
                <a:cubicBezTo>
                  <a:pt x="457" y="159"/>
                  <a:pt x="457" y="159"/>
                  <a:pt x="457" y="159"/>
                </a:cubicBezTo>
                <a:cubicBezTo>
                  <a:pt x="457" y="159"/>
                  <a:pt x="457" y="159"/>
                  <a:pt x="457" y="159"/>
                </a:cubicBezTo>
                <a:cubicBezTo>
                  <a:pt x="457" y="159"/>
                  <a:pt x="457" y="159"/>
                  <a:pt x="457" y="159"/>
                </a:cubicBezTo>
                <a:cubicBezTo>
                  <a:pt x="457" y="159"/>
                  <a:pt x="457" y="159"/>
                  <a:pt x="457" y="159"/>
                </a:cubicBezTo>
                <a:cubicBezTo>
                  <a:pt x="457" y="160"/>
                  <a:pt x="461" y="161"/>
                  <a:pt x="466" y="161"/>
                </a:cubicBezTo>
                <a:cubicBezTo>
                  <a:pt x="471" y="161"/>
                  <a:pt x="474" y="160"/>
                  <a:pt x="475" y="159"/>
                </a:cubicBezTo>
                <a:cubicBezTo>
                  <a:pt x="475" y="159"/>
                  <a:pt x="475" y="159"/>
                  <a:pt x="475" y="159"/>
                </a:cubicBezTo>
                <a:cubicBezTo>
                  <a:pt x="475" y="159"/>
                  <a:pt x="475" y="159"/>
                  <a:pt x="475" y="159"/>
                </a:cubicBezTo>
                <a:cubicBezTo>
                  <a:pt x="475" y="159"/>
                  <a:pt x="475" y="159"/>
                  <a:pt x="475" y="159"/>
                </a:cubicBezTo>
                <a:cubicBezTo>
                  <a:pt x="475" y="159"/>
                  <a:pt x="475" y="159"/>
                  <a:pt x="475" y="159"/>
                </a:cubicBezTo>
                <a:cubicBezTo>
                  <a:pt x="475" y="100"/>
                  <a:pt x="475" y="100"/>
                  <a:pt x="475" y="100"/>
                </a:cubicBezTo>
                <a:cubicBezTo>
                  <a:pt x="481" y="100"/>
                  <a:pt x="481" y="100"/>
                  <a:pt x="481" y="100"/>
                </a:cubicBezTo>
                <a:cubicBezTo>
                  <a:pt x="481" y="88"/>
                  <a:pt x="481" y="88"/>
                  <a:pt x="481" y="88"/>
                </a:cubicBezTo>
                <a:cubicBezTo>
                  <a:pt x="412" y="88"/>
                  <a:pt x="412" y="88"/>
                  <a:pt x="412" y="88"/>
                </a:cubicBezTo>
                <a:cubicBezTo>
                  <a:pt x="412" y="84"/>
                  <a:pt x="412" y="84"/>
                  <a:pt x="412" y="84"/>
                </a:cubicBezTo>
                <a:cubicBezTo>
                  <a:pt x="481" y="84"/>
                  <a:pt x="481" y="84"/>
                  <a:pt x="481" y="84"/>
                </a:cubicBezTo>
                <a:cubicBezTo>
                  <a:pt x="481" y="80"/>
                  <a:pt x="481" y="80"/>
                  <a:pt x="481" y="80"/>
                </a:cubicBezTo>
                <a:cubicBezTo>
                  <a:pt x="456" y="80"/>
                  <a:pt x="456" y="80"/>
                  <a:pt x="456" y="80"/>
                </a:cubicBezTo>
                <a:cubicBezTo>
                  <a:pt x="456" y="80"/>
                  <a:pt x="456" y="80"/>
                  <a:pt x="456" y="80"/>
                </a:cubicBezTo>
                <a:cubicBezTo>
                  <a:pt x="411" y="80"/>
                  <a:pt x="411" y="80"/>
                  <a:pt x="411" y="80"/>
                </a:cubicBezTo>
                <a:cubicBezTo>
                  <a:pt x="404" y="79"/>
                  <a:pt x="386" y="75"/>
                  <a:pt x="374" y="63"/>
                </a:cubicBezTo>
                <a:cubicBezTo>
                  <a:pt x="357" y="46"/>
                  <a:pt x="357" y="34"/>
                  <a:pt x="357" y="34"/>
                </a:cubicBezTo>
                <a:cubicBezTo>
                  <a:pt x="354" y="34"/>
                  <a:pt x="354" y="34"/>
                  <a:pt x="354" y="34"/>
                </a:cubicBezTo>
                <a:cubicBezTo>
                  <a:pt x="354" y="80"/>
                  <a:pt x="354" y="80"/>
                  <a:pt x="354" y="80"/>
                </a:cubicBezTo>
                <a:cubicBezTo>
                  <a:pt x="350" y="80"/>
                  <a:pt x="350" y="80"/>
                  <a:pt x="350" y="80"/>
                </a:cubicBezTo>
                <a:cubicBezTo>
                  <a:pt x="350" y="34"/>
                  <a:pt x="350" y="34"/>
                  <a:pt x="350" y="34"/>
                </a:cubicBezTo>
                <a:cubicBezTo>
                  <a:pt x="344" y="34"/>
                  <a:pt x="344" y="34"/>
                  <a:pt x="344" y="34"/>
                </a:cubicBezTo>
                <a:cubicBezTo>
                  <a:pt x="344" y="80"/>
                  <a:pt x="344" y="80"/>
                  <a:pt x="344" y="80"/>
                </a:cubicBezTo>
                <a:cubicBezTo>
                  <a:pt x="279" y="80"/>
                  <a:pt x="279" y="80"/>
                  <a:pt x="279" y="80"/>
                </a:cubicBezTo>
                <a:cubicBezTo>
                  <a:pt x="279" y="82"/>
                  <a:pt x="279" y="82"/>
                  <a:pt x="279" y="82"/>
                </a:cubicBezTo>
                <a:cubicBezTo>
                  <a:pt x="244" y="82"/>
                  <a:pt x="244" y="82"/>
                  <a:pt x="244" y="82"/>
                </a:cubicBezTo>
                <a:cubicBezTo>
                  <a:pt x="241" y="62"/>
                  <a:pt x="225" y="46"/>
                  <a:pt x="205" y="43"/>
                </a:cubicBezTo>
                <a:cubicBezTo>
                  <a:pt x="205" y="4"/>
                  <a:pt x="205" y="4"/>
                  <a:pt x="205" y="4"/>
                </a:cubicBezTo>
                <a:cubicBezTo>
                  <a:pt x="207" y="4"/>
                  <a:pt x="207" y="4"/>
                  <a:pt x="207" y="4"/>
                </a:cubicBezTo>
                <a:cubicBezTo>
                  <a:pt x="207" y="0"/>
                  <a:pt x="207" y="0"/>
                  <a:pt x="207" y="0"/>
                </a:cubicBezTo>
                <a:cubicBezTo>
                  <a:pt x="187" y="0"/>
                  <a:pt x="187" y="0"/>
                  <a:pt x="187" y="0"/>
                </a:cubicBezTo>
                <a:cubicBezTo>
                  <a:pt x="187" y="4"/>
                  <a:pt x="187" y="4"/>
                  <a:pt x="187" y="4"/>
                </a:cubicBezTo>
                <a:cubicBezTo>
                  <a:pt x="190" y="4"/>
                  <a:pt x="190" y="4"/>
                  <a:pt x="190" y="4"/>
                </a:cubicBezTo>
                <a:cubicBezTo>
                  <a:pt x="190" y="43"/>
                  <a:pt x="190" y="43"/>
                  <a:pt x="190" y="43"/>
                </a:cubicBezTo>
                <a:cubicBezTo>
                  <a:pt x="188" y="43"/>
                  <a:pt x="187" y="43"/>
                  <a:pt x="186" y="43"/>
                </a:cubicBezTo>
                <a:cubicBezTo>
                  <a:pt x="171" y="8"/>
                  <a:pt x="171" y="8"/>
                  <a:pt x="171" y="8"/>
                </a:cubicBezTo>
                <a:cubicBezTo>
                  <a:pt x="173" y="7"/>
                  <a:pt x="173" y="7"/>
                  <a:pt x="173" y="7"/>
                </a:cubicBezTo>
                <a:cubicBezTo>
                  <a:pt x="173" y="7"/>
                  <a:pt x="173" y="7"/>
                  <a:pt x="173" y="7"/>
                </a:cubicBezTo>
                <a:cubicBezTo>
                  <a:pt x="172" y="3"/>
                  <a:pt x="172" y="3"/>
                  <a:pt x="172" y="3"/>
                </a:cubicBezTo>
                <a:cubicBezTo>
                  <a:pt x="154" y="11"/>
                  <a:pt x="154" y="11"/>
                  <a:pt x="154" y="11"/>
                </a:cubicBezTo>
                <a:cubicBezTo>
                  <a:pt x="155" y="15"/>
                  <a:pt x="155" y="15"/>
                  <a:pt x="155" y="15"/>
                </a:cubicBezTo>
                <a:cubicBezTo>
                  <a:pt x="157" y="14"/>
                  <a:pt x="157" y="14"/>
                  <a:pt x="157" y="14"/>
                </a:cubicBezTo>
                <a:cubicBezTo>
                  <a:pt x="172" y="49"/>
                  <a:pt x="172" y="49"/>
                  <a:pt x="172" y="49"/>
                </a:cubicBezTo>
                <a:cubicBezTo>
                  <a:pt x="171" y="49"/>
                  <a:pt x="170" y="50"/>
                  <a:pt x="169" y="51"/>
                </a:cubicBezTo>
                <a:cubicBezTo>
                  <a:pt x="142" y="24"/>
                  <a:pt x="142" y="24"/>
                  <a:pt x="142" y="24"/>
                </a:cubicBezTo>
                <a:cubicBezTo>
                  <a:pt x="144" y="23"/>
                  <a:pt x="144" y="23"/>
                  <a:pt x="144" y="23"/>
                </a:cubicBezTo>
                <a:cubicBezTo>
                  <a:pt x="144" y="23"/>
                  <a:pt x="144" y="23"/>
                  <a:pt x="144" y="23"/>
                </a:cubicBezTo>
                <a:cubicBezTo>
                  <a:pt x="141" y="20"/>
                  <a:pt x="141" y="20"/>
                  <a:pt x="141" y="20"/>
                </a:cubicBezTo>
                <a:cubicBezTo>
                  <a:pt x="127" y="34"/>
                  <a:pt x="127" y="34"/>
                  <a:pt x="127" y="34"/>
                </a:cubicBezTo>
                <a:cubicBezTo>
                  <a:pt x="130" y="37"/>
                  <a:pt x="130" y="37"/>
                  <a:pt x="130" y="37"/>
                </a:cubicBezTo>
                <a:cubicBezTo>
                  <a:pt x="132" y="35"/>
                  <a:pt x="132" y="35"/>
                  <a:pt x="132" y="35"/>
                </a:cubicBezTo>
                <a:cubicBezTo>
                  <a:pt x="158" y="61"/>
                  <a:pt x="158" y="61"/>
                  <a:pt x="158" y="61"/>
                </a:cubicBezTo>
                <a:cubicBezTo>
                  <a:pt x="157" y="62"/>
                  <a:pt x="157" y="63"/>
                  <a:pt x="156" y="64"/>
                </a:cubicBezTo>
                <a:cubicBezTo>
                  <a:pt x="122" y="51"/>
                  <a:pt x="122" y="51"/>
                  <a:pt x="122" y="51"/>
                </a:cubicBezTo>
                <a:cubicBezTo>
                  <a:pt x="123" y="48"/>
                  <a:pt x="123" y="48"/>
                  <a:pt x="123" y="48"/>
                </a:cubicBezTo>
                <a:cubicBezTo>
                  <a:pt x="123" y="48"/>
                  <a:pt x="123" y="48"/>
                  <a:pt x="123" y="48"/>
                </a:cubicBezTo>
                <a:cubicBezTo>
                  <a:pt x="119" y="47"/>
                  <a:pt x="119" y="47"/>
                  <a:pt x="119" y="47"/>
                </a:cubicBezTo>
                <a:cubicBezTo>
                  <a:pt x="112" y="65"/>
                  <a:pt x="112" y="65"/>
                  <a:pt x="112" y="65"/>
                </a:cubicBezTo>
                <a:cubicBezTo>
                  <a:pt x="116" y="66"/>
                  <a:pt x="116" y="66"/>
                  <a:pt x="116" y="66"/>
                </a:cubicBezTo>
                <a:cubicBezTo>
                  <a:pt x="116" y="64"/>
                  <a:pt x="116" y="64"/>
                  <a:pt x="116" y="64"/>
                </a:cubicBezTo>
                <a:cubicBezTo>
                  <a:pt x="150" y="78"/>
                  <a:pt x="150" y="78"/>
                  <a:pt x="150" y="78"/>
                </a:cubicBezTo>
                <a:cubicBezTo>
                  <a:pt x="150" y="79"/>
                  <a:pt x="149" y="81"/>
                  <a:pt x="149" y="82"/>
                </a:cubicBezTo>
                <a:cubicBezTo>
                  <a:pt x="110" y="82"/>
                  <a:pt x="110" y="82"/>
                  <a:pt x="110" y="82"/>
                </a:cubicBezTo>
                <a:cubicBezTo>
                  <a:pt x="110" y="80"/>
                  <a:pt x="110" y="80"/>
                  <a:pt x="110" y="80"/>
                </a:cubicBezTo>
                <a:cubicBezTo>
                  <a:pt x="68" y="80"/>
                  <a:pt x="68" y="80"/>
                  <a:pt x="68" y="80"/>
                </a:cubicBezTo>
                <a:cubicBezTo>
                  <a:pt x="68" y="80"/>
                  <a:pt x="68" y="80"/>
                  <a:pt x="67" y="80"/>
                </a:cubicBezTo>
                <a:cubicBezTo>
                  <a:pt x="63" y="80"/>
                  <a:pt x="59" y="84"/>
                  <a:pt x="59" y="89"/>
                </a:cubicBezTo>
                <a:cubicBezTo>
                  <a:pt x="59" y="89"/>
                  <a:pt x="59" y="89"/>
                  <a:pt x="59" y="89"/>
                </a:cubicBezTo>
                <a:cubicBezTo>
                  <a:pt x="59" y="98"/>
                  <a:pt x="59" y="98"/>
                  <a:pt x="59" y="98"/>
                </a:cubicBezTo>
                <a:cubicBezTo>
                  <a:pt x="59" y="98"/>
                  <a:pt x="59" y="98"/>
                  <a:pt x="59" y="98"/>
                </a:cubicBezTo>
                <a:cubicBezTo>
                  <a:pt x="59" y="266"/>
                  <a:pt x="59" y="266"/>
                  <a:pt x="59" y="266"/>
                </a:cubicBezTo>
                <a:cubicBezTo>
                  <a:pt x="59" y="266"/>
                  <a:pt x="59" y="266"/>
                  <a:pt x="59" y="266"/>
                </a:cubicBezTo>
                <a:cubicBezTo>
                  <a:pt x="59" y="277"/>
                  <a:pt x="59" y="277"/>
                  <a:pt x="59" y="277"/>
                </a:cubicBezTo>
                <a:cubicBezTo>
                  <a:pt x="59" y="277"/>
                  <a:pt x="59" y="277"/>
                  <a:pt x="59" y="277"/>
                </a:cubicBezTo>
                <a:cubicBezTo>
                  <a:pt x="59" y="282"/>
                  <a:pt x="63" y="286"/>
                  <a:pt x="67" y="286"/>
                </a:cubicBezTo>
                <a:cubicBezTo>
                  <a:pt x="68" y="286"/>
                  <a:pt x="68" y="286"/>
                  <a:pt x="68" y="286"/>
                </a:cubicBezTo>
                <a:cubicBezTo>
                  <a:pt x="108" y="286"/>
                  <a:pt x="108" y="286"/>
                  <a:pt x="108" y="286"/>
                </a:cubicBezTo>
                <a:cubicBezTo>
                  <a:pt x="108" y="286"/>
                  <a:pt x="108" y="286"/>
                  <a:pt x="108" y="286"/>
                </a:cubicBezTo>
                <a:cubicBezTo>
                  <a:pt x="185" y="286"/>
                  <a:pt x="185" y="286"/>
                  <a:pt x="185" y="286"/>
                </a:cubicBezTo>
                <a:cubicBezTo>
                  <a:pt x="185" y="286"/>
                  <a:pt x="185" y="286"/>
                  <a:pt x="185" y="286"/>
                </a:cubicBezTo>
                <a:cubicBezTo>
                  <a:pt x="187" y="286"/>
                  <a:pt x="187" y="286"/>
                  <a:pt x="187" y="286"/>
                </a:cubicBezTo>
                <a:cubicBezTo>
                  <a:pt x="187" y="307"/>
                  <a:pt x="187" y="307"/>
                  <a:pt x="187" y="307"/>
                </a:cubicBezTo>
                <a:cubicBezTo>
                  <a:pt x="185" y="307"/>
                  <a:pt x="185" y="307"/>
                  <a:pt x="185" y="307"/>
                </a:cubicBezTo>
                <a:cubicBezTo>
                  <a:pt x="185" y="307"/>
                  <a:pt x="185" y="307"/>
                  <a:pt x="185" y="307"/>
                </a:cubicBezTo>
                <a:cubicBezTo>
                  <a:pt x="153" y="307"/>
                  <a:pt x="153" y="307"/>
                  <a:pt x="153" y="307"/>
                </a:cubicBezTo>
                <a:cubicBezTo>
                  <a:pt x="153" y="307"/>
                  <a:pt x="153" y="307"/>
                  <a:pt x="153" y="307"/>
                </a:cubicBezTo>
                <a:cubicBezTo>
                  <a:pt x="148" y="307"/>
                  <a:pt x="145" y="310"/>
                  <a:pt x="145" y="315"/>
                </a:cubicBezTo>
                <a:cubicBezTo>
                  <a:pt x="145" y="315"/>
                  <a:pt x="145" y="315"/>
                  <a:pt x="145" y="315"/>
                </a:cubicBezTo>
                <a:cubicBezTo>
                  <a:pt x="145" y="326"/>
                  <a:pt x="145" y="326"/>
                  <a:pt x="145" y="326"/>
                </a:cubicBezTo>
                <a:cubicBezTo>
                  <a:pt x="145" y="326"/>
                  <a:pt x="145" y="326"/>
                  <a:pt x="145" y="326"/>
                </a:cubicBezTo>
                <a:cubicBezTo>
                  <a:pt x="145" y="351"/>
                  <a:pt x="145" y="351"/>
                  <a:pt x="145" y="351"/>
                </a:cubicBezTo>
                <a:cubicBezTo>
                  <a:pt x="86" y="351"/>
                  <a:pt x="86" y="351"/>
                  <a:pt x="86" y="351"/>
                </a:cubicBezTo>
                <a:cubicBezTo>
                  <a:pt x="87" y="400"/>
                  <a:pt x="87" y="400"/>
                  <a:pt x="87" y="400"/>
                </a:cubicBezTo>
                <a:cubicBezTo>
                  <a:pt x="103" y="418"/>
                  <a:pt x="103" y="418"/>
                  <a:pt x="103" y="418"/>
                </a:cubicBezTo>
                <a:cubicBezTo>
                  <a:pt x="103" y="451"/>
                  <a:pt x="103" y="451"/>
                  <a:pt x="103" y="451"/>
                </a:cubicBezTo>
                <a:cubicBezTo>
                  <a:pt x="122" y="459"/>
                  <a:pt x="122" y="459"/>
                  <a:pt x="122" y="459"/>
                </a:cubicBezTo>
                <a:cubicBezTo>
                  <a:pt x="122" y="505"/>
                  <a:pt x="122" y="505"/>
                  <a:pt x="122" y="505"/>
                </a:cubicBezTo>
                <a:cubicBezTo>
                  <a:pt x="38" y="520"/>
                  <a:pt x="7" y="539"/>
                  <a:pt x="4" y="540"/>
                </a:cubicBezTo>
                <a:cubicBezTo>
                  <a:pt x="0" y="540"/>
                  <a:pt x="19" y="543"/>
                  <a:pt x="46" y="556"/>
                </a:cubicBezTo>
                <a:cubicBezTo>
                  <a:pt x="80" y="572"/>
                  <a:pt x="76" y="581"/>
                  <a:pt x="76" y="581"/>
                </a:cubicBezTo>
                <a:cubicBezTo>
                  <a:pt x="76" y="581"/>
                  <a:pt x="135" y="543"/>
                  <a:pt x="263" y="520"/>
                </a:cubicBezTo>
                <a:cubicBezTo>
                  <a:pt x="330" y="508"/>
                  <a:pt x="451" y="503"/>
                  <a:pt x="495" y="512"/>
                </a:cubicBezTo>
                <a:cubicBezTo>
                  <a:pt x="495" y="512"/>
                  <a:pt x="461" y="504"/>
                  <a:pt x="413" y="497"/>
                </a:cubicBezTo>
                <a:close/>
              </a:path>
            </a:pathLst>
          </a:custGeom>
          <a:solidFill>
            <a:srgbClr val="003778"/>
          </a:solidFill>
          <a:ln>
            <a:noFill/>
          </a:ln>
        </p:spPr>
        <p:txBody>
          <a:bodyPr vert="horz" wrap="square" lIns="91440" tIns="45720" rIns="91440" bIns="45720" numCol="1" anchor="t" anchorCtr="0" compatLnSpc="1">
            <a:prstTxWarp prst="textNoShape">
              <a:avLst/>
            </a:prstTxWarp>
          </a:bodyPr>
          <a:lstStyle/>
          <a:p>
            <a:endParaRPr lang="zh-CN" altLang="en-US" dirty="0"/>
          </a:p>
        </p:txBody>
      </p:sp>
      <p:sp>
        <p:nvSpPr>
          <p:cNvPr id="18" name="图片占位符 17">
            <a:extLst>
              <a:ext uri="{FF2B5EF4-FFF2-40B4-BE49-F238E27FC236}">
                <a16:creationId xmlns:a16="http://schemas.microsoft.com/office/drawing/2014/main" id="{398111DA-1926-4FF8-A3B2-F9B59CEBC1ED}"/>
              </a:ext>
            </a:extLst>
          </p:cNvPr>
          <p:cNvSpPr>
            <a:spLocks noGrp="1"/>
          </p:cNvSpPr>
          <p:nvPr>
            <p:ph type="pic" sz="quarter" idx="11"/>
          </p:nvPr>
        </p:nvSpPr>
        <p:spPr>
          <a:xfrm>
            <a:off x="8318763" y="2034369"/>
            <a:ext cx="2294476" cy="2293731"/>
          </a:xfrm>
          <a:custGeom>
            <a:avLst/>
            <a:gdLst>
              <a:gd name="connsiteX0" fmla="*/ 1147238 w 2294476"/>
              <a:gd name="connsiteY0" fmla="*/ 0 h 2293731"/>
              <a:gd name="connsiteX1" fmla="*/ 2294476 w 2294476"/>
              <a:gd name="connsiteY1" fmla="*/ 0 h 2293731"/>
              <a:gd name="connsiteX2" fmla="*/ 2294476 w 2294476"/>
              <a:gd name="connsiteY2" fmla="*/ 1147238 h 2293731"/>
              <a:gd name="connsiteX3" fmla="*/ 1264537 w 2294476"/>
              <a:gd name="connsiteY3" fmla="*/ 2288553 h 2293731"/>
              <a:gd name="connsiteX4" fmla="*/ 1161991 w 2294476"/>
              <a:gd name="connsiteY4" fmla="*/ 2293731 h 2293731"/>
              <a:gd name="connsiteX5" fmla="*/ 1132485 w 2294476"/>
              <a:gd name="connsiteY5" fmla="*/ 2293731 h 2293731"/>
              <a:gd name="connsiteX6" fmla="*/ 1029940 w 2294476"/>
              <a:gd name="connsiteY6" fmla="*/ 2288553 h 2293731"/>
              <a:gd name="connsiteX7" fmla="*/ 0 w 2294476"/>
              <a:gd name="connsiteY7" fmla="*/ 1147238 h 2293731"/>
              <a:gd name="connsiteX8" fmla="*/ 1147238 w 2294476"/>
              <a:gd name="connsiteY8" fmla="*/ 0 h 2293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94476" h="2293731">
                <a:moveTo>
                  <a:pt x="1147238" y="0"/>
                </a:moveTo>
                <a:lnTo>
                  <a:pt x="2294476" y="0"/>
                </a:lnTo>
                <a:lnTo>
                  <a:pt x="2294476" y="1147238"/>
                </a:lnTo>
                <a:cubicBezTo>
                  <a:pt x="2294476" y="1741240"/>
                  <a:pt x="1843038" y="2229803"/>
                  <a:pt x="1264537" y="2288553"/>
                </a:cubicBezTo>
                <a:lnTo>
                  <a:pt x="1161991" y="2293731"/>
                </a:lnTo>
                <a:lnTo>
                  <a:pt x="1132485" y="2293731"/>
                </a:lnTo>
                <a:lnTo>
                  <a:pt x="1029940" y="2288553"/>
                </a:lnTo>
                <a:cubicBezTo>
                  <a:pt x="451438" y="2229803"/>
                  <a:pt x="0" y="1741240"/>
                  <a:pt x="0" y="1147238"/>
                </a:cubicBezTo>
                <a:cubicBezTo>
                  <a:pt x="0" y="513636"/>
                  <a:pt x="513636" y="0"/>
                  <a:pt x="1147238" y="0"/>
                </a:cubicBezTo>
                <a:close/>
              </a:path>
            </a:pathLst>
          </a:custGeom>
          <a:ln w="19050">
            <a:noFill/>
          </a:ln>
          <a:effectLst>
            <a:outerShdw blurRad="63500" sx="102000" sy="102000" algn="ctr" rotWithShape="0">
              <a:prstClr val="black">
                <a:alpha val="40000"/>
              </a:prstClr>
            </a:outerShdw>
          </a:effectLst>
        </p:spPr>
        <p:txBody>
          <a:bodyPr vert="horz" wrap="square" lIns="91440" tIns="45720" rIns="91440" bIns="45720" rtlCol="0">
            <a:noAutofit/>
          </a:bodyPr>
          <a:lstStyle>
            <a:lvl1pPr>
              <a:defRPr lang="zh-CN" altLang="en-US"/>
            </a:lvl1pPr>
          </a:lstStyle>
          <a:p>
            <a:pPr lvl="0"/>
            <a:endParaRPr lang="zh-CN" altLang="en-US"/>
          </a:p>
        </p:txBody>
      </p:sp>
      <p:cxnSp>
        <p:nvCxnSpPr>
          <p:cNvPr id="16" name="直接连接符 15">
            <a:extLst>
              <a:ext uri="{FF2B5EF4-FFF2-40B4-BE49-F238E27FC236}">
                <a16:creationId xmlns:a16="http://schemas.microsoft.com/office/drawing/2014/main" id="{37B9A614-BC4E-4B23-B9D1-2B209AB0743B}"/>
              </a:ext>
            </a:extLst>
          </p:cNvPr>
          <p:cNvCxnSpPr>
            <a:cxnSpLocks/>
          </p:cNvCxnSpPr>
          <p:nvPr userDrawn="1"/>
        </p:nvCxnSpPr>
        <p:spPr>
          <a:xfrm>
            <a:off x="659130" y="1027048"/>
            <a:ext cx="10864850" cy="0"/>
          </a:xfrm>
          <a:prstGeom prst="line">
            <a:avLst/>
          </a:prstGeom>
          <a:ln cap="rnd">
            <a:solidFill>
              <a:schemeClr val="accent1"/>
            </a:solidFill>
          </a:ln>
        </p:spPr>
        <p:style>
          <a:lnRef idx="1">
            <a:schemeClr val="accent1"/>
          </a:lnRef>
          <a:fillRef idx="0">
            <a:schemeClr val="accent1"/>
          </a:fillRef>
          <a:effectRef idx="0">
            <a:schemeClr val="accent1"/>
          </a:effectRef>
          <a:fontRef idx="minor">
            <a:schemeClr val="tx1"/>
          </a:fontRef>
        </p:style>
      </p:cxnSp>
      <p:sp>
        <p:nvSpPr>
          <p:cNvPr id="19" name="图片占位符 18">
            <a:extLst>
              <a:ext uri="{FF2B5EF4-FFF2-40B4-BE49-F238E27FC236}">
                <a16:creationId xmlns:a16="http://schemas.microsoft.com/office/drawing/2014/main" id="{A8BC427A-7DBA-4310-B1A4-6F41A9269960}"/>
              </a:ext>
            </a:extLst>
          </p:cNvPr>
          <p:cNvSpPr>
            <a:spLocks noGrp="1"/>
          </p:cNvSpPr>
          <p:nvPr>
            <p:ph type="pic" sz="quarter" idx="12"/>
          </p:nvPr>
        </p:nvSpPr>
        <p:spPr>
          <a:xfrm>
            <a:off x="4944317" y="2009982"/>
            <a:ext cx="2294476" cy="2293731"/>
          </a:xfrm>
          <a:custGeom>
            <a:avLst/>
            <a:gdLst>
              <a:gd name="connsiteX0" fmla="*/ 1147238 w 2294476"/>
              <a:gd name="connsiteY0" fmla="*/ 0 h 2293731"/>
              <a:gd name="connsiteX1" fmla="*/ 2294476 w 2294476"/>
              <a:gd name="connsiteY1" fmla="*/ 0 h 2293731"/>
              <a:gd name="connsiteX2" fmla="*/ 2294476 w 2294476"/>
              <a:gd name="connsiteY2" fmla="*/ 1147238 h 2293731"/>
              <a:gd name="connsiteX3" fmla="*/ 1264537 w 2294476"/>
              <a:gd name="connsiteY3" fmla="*/ 2288553 h 2293731"/>
              <a:gd name="connsiteX4" fmla="*/ 1161991 w 2294476"/>
              <a:gd name="connsiteY4" fmla="*/ 2293731 h 2293731"/>
              <a:gd name="connsiteX5" fmla="*/ 1132485 w 2294476"/>
              <a:gd name="connsiteY5" fmla="*/ 2293731 h 2293731"/>
              <a:gd name="connsiteX6" fmla="*/ 1029940 w 2294476"/>
              <a:gd name="connsiteY6" fmla="*/ 2288553 h 2293731"/>
              <a:gd name="connsiteX7" fmla="*/ 0 w 2294476"/>
              <a:gd name="connsiteY7" fmla="*/ 1147238 h 2293731"/>
              <a:gd name="connsiteX8" fmla="*/ 1147238 w 2294476"/>
              <a:gd name="connsiteY8" fmla="*/ 0 h 2293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94476" h="2293731">
                <a:moveTo>
                  <a:pt x="1147238" y="0"/>
                </a:moveTo>
                <a:lnTo>
                  <a:pt x="2294476" y="0"/>
                </a:lnTo>
                <a:lnTo>
                  <a:pt x="2294476" y="1147238"/>
                </a:lnTo>
                <a:cubicBezTo>
                  <a:pt x="2294476" y="1741240"/>
                  <a:pt x="1843038" y="2229803"/>
                  <a:pt x="1264537" y="2288553"/>
                </a:cubicBezTo>
                <a:lnTo>
                  <a:pt x="1161991" y="2293731"/>
                </a:lnTo>
                <a:lnTo>
                  <a:pt x="1132485" y="2293731"/>
                </a:lnTo>
                <a:lnTo>
                  <a:pt x="1029940" y="2288553"/>
                </a:lnTo>
                <a:cubicBezTo>
                  <a:pt x="451438" y="2229803"/>
                  <a:pt x="0" y="1741240"/>
                  <a:pt x="0" y="1147238"/>
                </a:cubicBezTo>
                <a:cubicBezTo>
                  <a:pt x="0" y="513636"/>
                  <a:pt x="513636" y="0"/>
                  <a:pt x="1147238" y="0"/>
                </a:cubicBezTo>
                <a:close/>
              </a:path>
            </a:pathLst>
          </a:custGeom>
          <a:ln w="19050">
            <a:noFill/>
          </a:ln>
          <a:effectLst>
            <a:outerShdw blurRad="63500" sx="102000" sy="102000" algn="ctr" rotWithShape="0">
              <a:prstClr val="black">
                <a:alpha val="40000"/>
              </a:prstClr>
            </a:outerShdw>
          </a:effectLst>
        </p:spPr>
        <p:txBody>
          <a:bodyPr vert="horz" wrap="square" lIns="91440" tIns="45720" rIns="91440" bIns="45720" rtlCol="0">
            <a:noAutofit/>
          </a:bodyPr>
          <a:lstStyle>
            <a:lvl1pPr>
              <a:defRPr lang="zh-CN" altLang="en-US"/>
            </a:lvl1pPr>
          </a:lstStyle>
          <a:p>
            <a:pPr lvl="0"/>
            <a:endParaRPr lang="zh-CN" altLang="en-US"/>
          </a:p>
        </p:txBody>
      </p:sp>
      <p:sp>
        <p:nvSpPr>
          <p:cNvPr id="17" name="图片占位符 16">
            <a:extLst>
              <a:ext uri="{FF2B5EF4-FFF2-40B4-BE49-F238E27FC236}">
                <a16:creationId xmlns:a16="http://schemas.microsoft.com/office/drawing/2014/main" id="{07C9B739-1C04-4ED7-A02A-171C6D5AA5AC}"/>
              </a:ext>
            </a:extLst>
          </p:cNvPr>
          <p:cNvSpPr>
            <a:spLocks noGrp="1"/>
          </p:cNvSpPr>
          <p:nvPr>
            <p:ph type="pic" sz="quarter" idx="10"/>
          </p:nvPr>
        </p:nvSpPr>
        <p:spPr>
          <a:xfrm>
            <a:off x="1578761" y="2009983"/>
            <a:ext cx="2294476" cy="2293731"/>
          </a:xfrm>
          <a:custGeom>
            <a:avLst/>
            <a:gdLst>
              <a:gd name="connsiteX0" fmla="*/ 1147238 w 2294476"/>
              <a:gd name="connsiteY0" fmla="*/ 0 h 2293731"/>
              <a:gd name="connsiteX1" fmla="*/ 2294476 w 2294476"/>
              <a:gd name="connsiteY1" fmla="*/ 0 h 2293731"/>
              <a:gd name="connsiteX2" fmla="*/ 2294476 w 2294476"/>
              <a:gd name="connsiteY2" fmla="*/ 1147238 h 2293731"/>
              <a:gd name="connsiteX3" fmla="*/ 1264537 w 2294476"/>
              <a:gd name="connsiteY3" fmla="*/ 2288553 h 2293731"/>
              <a:gd name="connsiteX4" fmla="*/ 1161991 w 2294476"/>
              <a:gd name="connsiteY4" fmla="*/ 2293731 h 2293731"/>
              <a:gd name="connsiteX5" fmla="*/ 1132485 w 2294476"/>
              <a:gd name="connsiteY5" fmla="*/ 2293731 h 2293731"/>
              <a:gd name="connsiteX6" fmla="*/ 1029940 w 2294476"/>
              <a:gd name="connsiteY6" fmla="*/ 2288553 h 2293731"/>
              <a:gd name="connsiteX7" fmla="*/ 0 w 2294476"/>
              <a:gd name="connsiteY7" fmla="*/ 1147238 h 2293731"/>
              <a:gd name="connsiteX8" fmla="*/ 1147238 w 2294476"/>
              <a:gd name="connsiteY8" fmla="*/ 0 h 2293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94476" h="2293731">
                <a:moveTo>
                  <a:pt x="1147238" y="0"/>
                </a:moveTo>
                <a:lnTo>
                  <a:pt x="2294476" y="0"/>
                </a:lnTo>
                <a:lnTo>
                  <a:pt x="2294476" y="1147238"/>
                </a:lnTo>
                <a:cubicBezTo>
                  <a:pt x="2294476" y="1741240"/>
                  <a:pt x="1843038" y="2229803"/>
                  <a:pt x="1264537" y="2288553"/>
                </a:cubicBezTo>
                <a:lnTo>
                  <a:pt x="1161991" y="2293731"/>
                </a:lnTo>
                <a:lnTo>
                  <a:pt x="1132485" y="2293731"/>
                </a:lnTo>
                <a:lnTo>
                  <a:pt x="1029940" y="2288553"/>
                </a:lnTo>
                <a:cubicBezTo>
                  <a:pt x="451438" y="2229803"/>
                  <a:pt x="0" y="1741240"/>
                  <a:pt x="0" y="1147238"/>
                </a:cubicBezTo>
                <a:cubicBezTo>
                  <a:pt x="0" y="513636"/>
                  <a:pt x="513636" y="0"/>
                  <a:pt x="1147238" y="0"/>
                </a:cubicBezTo>
                <a:close/>
              </a:path>
            </a:pathLst>
          </a:custGeom>
          <a:ln w="19050">
            <a:noFill/>
          </a:ln>
          <a:effectLst>
            <a:outerShdw blurRad="63500" sx="102000" sy="102000" algn="ctr" rotWithShape="0">
              <a:prstClr val="black">
                <a:alpha val="40000"/>
              </a:prstClr>
            </a:outerShdw>
          </a:effectLst>
        </p:spPr>
        <p:txBody>
          <a:bodyPr wrap="square">
            <a:noAutofit/>
          </a:bodyPr>
          <a:lstStyle/>
          <a:p>
            <a:endParaRPr lang="zh-CN" altLang="en-US"/>
          </a:p>
        </p:txBody>
      </p:sp>
    </p:spTree>
    <p:extLst>
      <p:ext uri="{BB962C8B-B14F-4D97-AF65-F5344CB8AC3E}">
        <p14:creationId xmlns:p14="http://schemas.microsoft.com/office/powerpoint/2010/main" val="117048971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样机母版">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40550F8C-09E3-4442-8DC6-E0C639E8B1D8}"/>
              </a:ext>
            </a:extLst>
          </p:cNvPr>
          <p:cNvSpPr/>
          <p:nvPr userDrawn="1"/>
        </p:nvSpPr>
        <p:spPr>
          <a:xfrm>
            <a:off x="0" y="0"/>
            <a:ext cx="12192000" cy="6492875"/>
          </a:xfrm>
          <a:prstGeom prst="rect">
            <a:avLst/>
          </a:prstGeom>
          <a:solidFill>
            <a:schemeClr val="bg1">
              <a:alpha val="93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latin typeface="Microsoft YaHei UI" panose="020B0503020204020204" pitchFamily="34" charset="-122"/>
              <a:ea typeface="Microsoft YaHei UI" panose="020B0503020204020204" pitchFamily="34" charset="-122"/>
            </a:endParaRPr>
          </a:p>
        </p:txBody>
      </p:sp>
      <p:sp>
        <p:nvSpPr>
          <p:cNvPr id="2" name="标题 1">
            <a:extLst>
              <a:ext uri="{FF2B5EF4-FFF2-40B4-BE49-F238E27FC236}">
                <a16:creationId xmlns:a16="http://schemas.microsoft.com/office/drawing/2014/main" id="{F3F78BD0-F462-4621-8C34-D1893B6B97AE}"/>
              </a:ext>
            </a:extLst>
          </p:cNvPr>
          <p:cNvSpPr>
            <a:spLocks noGrp="1"/>
          </p:cNvSpPr>
          <p:nvPr>
            <p:ph type="title"/>
          </p:nvPr>
        </p:nvSpPr>
        <p:spPr>
          <a:xfrm>
            <a:off x="792481" y="574395"/>
            <a:ext cx="7315200" cy="341874"/>
          </a:xfrm>
        </p:spPr>
        <p:txBody>
          <a:bodyPr lIns="0" tIns="0" rIns="0" bIns="0">
            <a:noAutofit/>
          </a:bodyPr>
          <a:lstStyle>
            <a:lvl1pPr>
              <a:defRPr sz="2600" b="1">
                <a:solidFill>
                  <a:schemeClr val="accent1"/>
                </a:solidFill>
              </a:defRPr>
            </a:lvl1pPr>
          </a:lstStyle>
          <a:p>
            <a:r>
              <a:rPr lang="zh-CN" altLang="en-US" dirty="0"/>
              <a:t>单击此处编辑母版标题样式</a:t>
            </a:r>
          </a:p>
        </p:txBody>
      </p:sp>
      <p:sp>
        <p:nvSpPr>
          <p:cNvPr id="7" name="矩形 6">
            <a:extLst>
              <a:ext uri="{FF2B5EF4-FFF2-40B4-BE49-F238E27FC236}">
                <a16:creationId xmlns:a16="http://schemas.microsoft.com/office/drawing/2014/main" id="{273664E7-E6D5-4929-9178-9AD3110374FA}"/>
              </a:ext>
            </a:extLst>
          </p:cNvPr>
          <p:cNvSpPr/>
          <p:nvPr userDrawn="1"/>
        </p:nvSpPr>
        <p:spPr>
          <a:xfrm>
            <a:off x="0" y="6492875"/>
            <a:ext cx="12192000" cy="365125"/>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a:extLst>
              <a:ext uri="{FF2B5EF4-FFF2-40B4-BE49-F238E27FC236}">
                <a16:creationId xmlns:a16="http://schemas.microsoft.com/office/drawing/2014/main" id="{CC1AFDE3-17F7-4C68-81A1-E196F75F6412}"/>
              </a:ext>
            </a:extLst>
          </p:cNvPr>
          <p:cNvPicPr>
            <a:picLocks noChangeAspect="1"/>
          </p:cNvPicPr>
          <p:nvPr userDrawn="1"/>
        </p:nvPicPr>
        <p:blipFill>
          <a:blip r:embed="rId2"/>
          <a:stretch>
            <a:fillRect/>
          </a:stretch>
        </p:blipFill>
        <p:spPr>
          <a:xfrm>
            <a:off x="673100" y="6580054"/>
            <a:ext cx="1330959" cy="203465"/>
          </a:xfrm>
          <a:prstGeom prst="rect">
            <a:avLst/>
          </a:prstGeom>
        </p:spPr>
      </p:pic>
      <p:pic>
        <p:nvPicPr>
          <p:cNvPr id="9" name="图片 8">
            <a:extLst>
              <a:ext uri="{FF2B5EF4-FFF2-40B4-BE49-F238E27FC236}">
                <a16:creationId xmlns:a16="http://schemas.microsoft.com/office/drawing/2014/main" id="{F17405B7-37A0-4A9E-87D3-E7F07F5B2459}"/>
              </a:ext>
            </a:extLst>
          </p:cNvPr>
          <p:cNvPicPr>
            <a:picLocks noChangeAspect="1"/>
          </p:cNvPicPr>
          <p:nvPr userDrawn="1"/>
        </p:nvPicPr>
        <p:blipFill>
          <a:blip r:embed="rId3"/>
          <a:stretch>
            <a:fillRect/>
          </a:stretch>
        </p:blipFill>
        <p:spPr>
          <a:xfrm>
            <a:off x="9997440" y="530517"/>
            <a:ext cx="1521460" cy="380209"/>
          </a:xfrm>
          <a:prstGeom prst="rect">
            <a:avLst/>
          </a:prstGeom>
        </p:spPr>
      </p:pic>
      <p:pic>
        <p:nvPicPr>
          <p:cNvPr id="12" name="图片 11">
            <a:extLst>
              <a:ext uri="{FF2B5EF4-FFF2-40B4-BE49-F238E27FC236}">
                <a16:creationId xmlns:a16="http://schemas.microsoft.com/office/drawing/2014/main" id="{A4F36DF7-8FB7-494A-AB7D-676726F71429}"/>
              </a:ext>
            </a:extLst>
          </p:cNvPr>
          <p:cNvPicPr>
            <a:picLocks noChangeAspect="1"/>
          </p:cNvPicPr>
          <p:nvPr userDrawn="1"/>
        </p:nvPicPr>
        <p:blipFill>
          <a:blip r:embed="rId4"/>
          <a:stretch>
            <a:fillRect/>
          </a:stretch>
        </p:blipFill>
        <p:spPr>
          <a:xfrm>
            <a:off x="8610600" y="6626002"/>
            <a:ext cx="2908300" cy="111568"/>
          </a:xfrm>
          <a:prstGeom prst="rect">
            <a:avLst/>
          </a:prstGeom>
        </p:spPr>
      </p:pic>
      <p:sp>
        <p:nvSpPr>
          <p:cNvPr id="13" name="Freeform 52">
            <a:extLst>
              <a:ext uri="{FF2B5EF4-FFF2-40B4-BE49-F238E27FC236}">
                <a16:creationId xmlns:a16="http://schemas.microsoft.com/office/drawing/2014/main" id="{8C821F99-9CAC-4AF4-A510-C489D83FB6B7}"/>
              </a:ext>
            </a:extLst>
          </p:cNvPr>
          <p:cNvSpPr>
            <a:spLocks noEditPoints="1"/>
          </p:cNvSpPr>
          <p:nvPr userDrawn="1"/>
        </p:nvSpPr>
        <p:spPr bwMode="auto">
          <a:xfrm>
            <a:off x="114520" y="450603"/>
            <a:ext cx="563441" cy="659948"/>
          </a:xfrm>
          <a:custGeom>
            <a:avLst/>
            <a:gdLst>
              <a:gd name="T0" fmla="*/ 342 w 495"/>
              <a:gd name="T1" fmla="*/ 490 h 581"/>
              <a:gd name="T2" fmla="*/ 267 w 495"/>
              <a:gd name="T3" fmla="*/ 393 h 581"/>
              <a:gd name="T4" fmla="*/ 155 w 495"/>
              <a:gd name="T5" fmla="*/ 426 h 581"/>
              <a:gd name="T6" fmla="*/ 159 w 495"/>
              <a:gd name="T7" fmla="*/ 351 h 581"/>
              <a:gd name="T8" fmla="*/ 108 w 495"/>
              <a:gd name="T9" fmla="*/ 266 h 581"/>
              <a:gd name="T10" fmla="*/ 118 w 495"/>
              <a:gd name="T11" fmla="*/ 114 h 581"/>
              <a:gd name="T12" fmla="*/ 157 w 495"/>
              <a:gd name="T13" fmla="*/ 118 h 581"/>
              <a:gd name="T14" fmla="*/ 168 w 495"/>
              <a:gd name="T15" fmla="*/ 129 h 581"/>
              <a:gd name="T16" fmla="*/ 173 w 495"/>
              <a:gd name="T17" fmla="*/ 168 h 581"/>
              <a:gd name="T18" fmla="*/ 68 w 495"/>
              <a:gd name="T19" fmla="*/ 266 h 581"/>
              <a:gd name="T20" fmla="*/ 153 w 495"/>
              <a:gd name="T21" fmla="*/ 111 h 581"/>
              <a:gd name="T22" fmla="*/ 142 w 495"/>
              <a:gd name="T23" fmla="*/ 149 h 581"/>
              <a:gd name="T24" fmla="*/ 181 w 495"/>
              <a:gd name="T25" fmla="*/ 133 h 581"/>
              <a:gd name="T26" fmla="*/ 182 w 495"/>
              <a:gd name="T27" fmla="*/ 47 h 581"/>
              <a:gd name="T28" fmla="*/ 197 w 495"/>
              <a:gd name="T29" fmla="*/ 282 h 581"/>
              <a:gd name="T30" fmla="*/ 199 w 495"/>
              <a:gd name="T31" fmla="*/ 136 h 581"/>
              <a:gd name="T32" fmla="*/ 201 w 495"/>
              <a:gd name="T33" fmla="*/ 5 h 581"/>
              <a:gd name="T34" fmla="*/ 212 w 495"/>
              <a:gd name="T35" fmla="*/ 61 h 581"/>
              <a:gd name="T36" fmla="*/ 256 w 495"/>
              <a:gd name="T37" fmla="*/ 145 h 581"/>
              <a:gd name="T38" fmla="*/ 279 w 495"/>
              <a:gd name="T39" fmla="*/ 84 h 581"/>
              <a:gd name="T40" fmla="*/ 358 w 495"/>
              <a:gd name="T41" fmla="*/ 54 h 581"/>
              <a:gd name="T42" fmla="*/ 412 w 495"/>
              <a:gd name="T43" fmla="*/ 93 h 581"/>
              <a:gd name="T44" fmla="*/ 431 w 495"/>
              <a:gd name="T45" fmla="*/ 95 h 581"/>
              <a:gd name="T46" fmla="*/ 463 w 495"/>
              <a:gd name="T47" fmla="*/ 155 h 581"/>
              <a:gd name="T48" fmla="*/ 222 w 495"/>
              <a:gd name="T49" fmla="*/ 279 h 581"/>
              <a:gd name="T50" fmla="*/ 350 w 495"/>
              <a:gd name="T51" fmla="*/ 257 h 581"/>
              <a:gd name="T52" fmla="*/ 398 w 495"/>
              <a:gd name="T53" fmla="*/ 210 h 581"/>
              <a:gd name="T54" fmla="*/ 407 w 495"/>
              <a:gd name="T55" fmla="*/ 219 h 581"/>
              <a:gd name="T56" fmla="*/ 412 w 495"/>
              <a:gd name="T57" fmla="*/ 451 h 581"/>
              <a:gd name="T58" fmla="*/ 406 w 495"/>
              <a:gd name="T59" fmla="*/ 320 h 581"/>
              <a:gd name="T60" fmla="*/ 469 w 495"/>
              <a:gd name="T61" fmla="*/ 184 h 581"/>
              <a:gd name="T62" fmla="*/ 460 w 495"/>
              <a:gd name="T63" fmla="*/ 233 h 581"/>
              <a:gd name="T64" fmla="*/ 384 w 495"/>
              <a:gd name="T65" fmla="*/ 222 h 581"/>
              <a:gd name="T66" fmla="*/ 421 w 495"/>
              <a:gd name="T67" fmla="*/ 188 h 581"/>
              <a:gd name="T68" fmla="*/ 364 w 495"/>
              <a:gd name="T69" fmla="*/ 225 h 581"/>
              <a:gd name="T70" fmla="*/ 361 w 495"/>
              <a:gd name="T71" fmla="*/ 188 h 581"/>
              <a:gd name="T72" fmla="*/ 387 w 495"/>
              <a:gd name="T73" fmla="*/ 356 h 581"/>
              <a:gd name="T74" fmla="*/ 220 w 495"/>
              <a:gd name="T75" fmla="*/ 351 h 581"/>
              <a:gd name="T76" fmla="*/ 236 w 495"/>
              <a:gd name="T77" fmla="*/ 315 h 581"/>
              <a:gd name="T78" fmla="*/ 207 w 495"/>
              <a:gd name="T79" fmla="*/ 171 h 581"/>
              <a:gd name="T80" fmla="*/ 239 w 495"/>
              <a:gd name="T81" fmla="*/ 166 h 581"/>
              <a:gd name="T82" fmla="*/ 252 w 495"/>
              <a:gd name="T83" fmla="*/ 158 h 581"/>
              <a:gd name="T84" fmla="*/ 270 w 495"/>
              <a:gd name="T85" fmla="*/ 130 h 581"/>
              <a:gd name="T86" fmla="*/ 279 w 495"/>
              <a:gd name="T87" fmla="*/ 100 h 581"/>
              <a:gd name="T88" fmla="*/ 394 w 495"/>
              <a:gd name="T89" fmla="*/ 130 h 581"/>
              <a:gd name="T90" fmla="*/ 438 w 495"/>
              <a:gd name="T91" fmla="*/ 100 h 581"/>
              <a:gd name="T92" fmla="*/ 439 w 495"/>
              <a:gd name="T93" fmla="*/ 153 h 581"/>
              <a:gd name="T94" fmla="*/ 457 w 495"/>
              <a:gd name="T95" fmla="*/ 159 h 581"/>
              <a:gd name="T96" fmla="*/ 475 w 495"/>
              <a:gd name="T97" fmla="*/ 100 h 581"/>
              <a:gd name="T98" fmla="*/ 456 w 495"/>
              <a:gd name="T99" fmla="*/ 80 h 581"/>
              <a:gd name="T100" fmla="*/ 344 w 495"/>
              <a:gd name="T101" fmla="*/ 34 h 581"/>
              <a:gd name="T102" fmla="*/ 207 w 495"/>
              <a:gd name="T103" fmla="*/ 0 h 581"/>
              <a:gd name="T104" fmla="*/ 173 w 495"/>
              <a:gd name="T105" fmla="*/ 7 h 581"/>
              <a:gd name="T106" fmla="*/ 144 w 495"/>
              <a:gd name="T107" fmla="*/ 23 h 581"/>
              <a:gd name="T108" fmla="*/ 122 w 495"/>
              <a:gd name="T109" fmla="*/ 51 h 581"/>
              <a:gd name="T110" fmla="*/ 149 w 495"/>
              <a:gd name="T111" fmla="*/ 82 h 581"/>
              <a:gd name="T112" fmla="*/ 59 w 495"/>
              <a:gd name="T113" fmla="*/ 98 h 581"/>
              <a:gd name="T114" fmla="*/ 108 w 495"/>
              <a:gd name="T115" fmla="*/ 286 h 581"/>
              <a:gd name="T116" fmla="*/ 153 w 495"/>
              <a:gd name="T117" fmla="*/ 307 h 581"/>
              <a:gd name="T118" fmla="*/ 103 w 495"/>
              <a:gd name="T119" fmla="*/ 418 h 581"/>
              <a:gd name="T120" fmla="*/ 495 w 495"/>
              <a:gd name="T121" fmla="*/ 512 h 5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95" h="581">
                <a:moveTo>
                  <a:pt x="370" y="368"/>
                </a:moveTo>
                <a:cubicBezTo>
                  <a:pt x="334" y="361"/>
                  <a:pt x="334" y="361"/>
                  <a:pt x="334" y="361"/>
                </a:cubicBezTo>
                <a:cubicBezTo>
                  <a:pt x="290" y="370"/>
                  <a:pt x="290" y="370"/>
                  <a:pt x="290" y="370"/>
                </a:cubicBezTo>
                <a:cubicBezTo>
                  <a:pt x="299" y="361"/>
                  <a:pt x="299" y="361"/>
                  <a:pt x="299" y="361"/>
                </a:cubicBezTo>
                <a:cubicBezTo>
                  <a:pt x="338" y="349"/>
                  <a:pt x="338" y="349"/>
                  <a:pt x="338" y="349"/>
                </a:cubicBezTo>
                <a:cubicBezTo>
                  <a:pt x="377" y="362"/>
                  <a:pt x="377" y="362"/>
                  <a:pt x="377" y="362"/>
                </a:cubicBezTo>
                <a:lnTo>
                  <a:pt x="370" y="368"/>
                </a:lnTo>
                <a:close/>
                <a:moveTo>
                  <a:pt x="342" y="490"/>
                </a:moveTo>
                <a:cubicBezTo>
                  <a:pt x="338" y="469"/>
                  <a:pt x="338" y="469"/>
                  <a:pt x="338" y="469"/>
                </a:cubicBezTo>
                <a:cubicBezTo>
                  <a:pt x="350" y="422"/>
                  <a:pt x="350" y="422"/>
                  <a:pt x="350" y="422"/>
                </a:cubicBezTo>
                <a:cubicBezTo>
                  <a:pt x="350" y="422"/>
                  <a:pt x="350" y="422"/>
                  <a:pt x="350" y="422"/>
                </a:cubicBezTo>
                <a:cubicBezTo>
                  <a:pt x="350" y="422"/>
                  <a:pt x="350" y="422"/>
                  <a:pt x="350" y="422"/>
                </a:cubicBezTo>
                <a:cubicBezTo>
                  <a:pt x="365" y="420"/>
                  <a:pt x="365" y="420"/>
                  <a:pt x="365" y="420"/>
                </a:cubicBezTo>
                <a:cubicBezTo>
                  <a:pt x="376" y="493"/>
                  <a:pt x="376" y="493"/>
                  <a:pt x="376" y="493"/>
                </a:cubicBezTo>
                <a:cubicBezTo>
                  <a:pt x="365" y="492"/>
                  <a:pt x="354" y="491"/>
                  <a:pt x="342" y="490"/>
                </a:cubicBezTo>
                <a:close/>
                <a:moveTo>
                  <a:pt x="267" y="393"/>
                </a:moveTo>
                <a:cubicBezTo>
                  <a:pt x="300" y="401"/>
                  <a:pt x="300" y="401"/>
                  <a:pt x="300" y="401"/>
                </a:cubicBezTo>
                <a:cubicBezTo>
                  <a:pt x="345" y="384"/>
                  <a:pt x="345" y="384"/>
                  <a:pt x="345" y="384"/>
                </a:cubicBezTo>
                <a:cubicBezTo>
                  <a:pt x="370" y="396"/>
                  <a:pt x="370" y="396"/>
                  <a:pt x="370" y="396"/>
                </a:cubicBezTo>
                <a:cubicBezTo>
                  <a:pt x="345" y="392"/>
                  <a:pt x="345" y="392"/>
                  <a:pt x="345" y="392"/>
                </a:cubicBezTo>
                <a:cubicBezTo>
                  <a:pt x="299" y="409"/>
                  <a:pt x="299" y="409"/>
                  <a:pt x="299" y="409"/>
                </a:cubicBezTo>
                <a:lnTo>
                  <a:pt x="267" y="393"/>
                </a:lnTo>
                <a:close/>
                <a:moveTo>
                  <a:pt x="172" y="472"/>
                </a:moveTo>
                <a:cubicBezTo>
                  <a:pt x="155" y="426"/>
                  <a:pt x="155" y="426"/>
                  <a:pt x="155" y="426"/>
                </a:cubicBezTo>
                <a:cubicBezTo>
                  <a:pt x="132" y="419"/>
                  <a:pt x="132" y="419"/>
                  <a:pt x="132" y="419"/>
                </a:cubicBezTo>
                <a:cubicBezTo>
                  <a:pt x="171" y="407"/>
                  <a:pt x="171" y="407"/>
                  <a:pt x="171" y="407"/>
                </a:cubicBezTo>
                <a:cubicBezTo>
                  <a:pt x="186" y="457"/>
                  <a:pt x="186" y="457"/>
                  <a:pt x="186" y="457"/>
                </a:cubicBezTo>
                <a:cubicBezTo>
                  <a:pt x="278" y="443"/>
                  <a:pt x="278" y="443"/>
                  <a:pt x="278" y="443"/>
                </a:cubicBezTo>
                <a:lnTo>
                  <a:pt x="172" y="472"/>
                </a:lnTo>
                <a:close/>
                <a:moveTo>
                  <a:pt x="155" y="326"/>
                </a:moveTo>
                <a:cubicBezTo>
                  <a:pt x="159" y="326"/>
                  <a:pt x="159" y="326"/>
                  <a:pt x="159" y="326"/>
                </a:cubicBezTo>
                <a:cubicBezTo>
                  <a:pt x="159" y="351"/>
                  <a:pt x="159" y="351"/>
                  <a:pt x="159" y="351"/>
                </a:cubicBezTo>
                <a:cubicBezTo>
                  <a:pt x="155" y="351"/>
                  <a:pt x="155" y="351"/>
                  <a:pt x="155" y="351"/>
                </a:cubicBezTo>
                <a:lnTo>
                  <a:pt x="155" y="326"/>
                </a:lnTo>
                <a:close/>
                <a:moveTo>
                  <a:pt x="164" y="326"/>
                </a:moveTo>
                <a:cubicBezTo>
                  <a:pt x="187" y="326"/>
                  <a:pt x="187" y="326"/>
                  <a:pt x="187" y="326"/>
                </a:cubicBezTo>
                <a:cubicBezTo>
                  <a:pt x="187" y="351"/>
                  <a:pt x="187" y="351"/>
                  <a:pt x="187" y="351"/>
                </a:cubicBezTo>
                <a:cubicBezTo>
                  <a:pt x="164" y="351"/>
                  <a:pt x="164" y="351"/>
                  <a:pt x="164" y="351"/>
                </a:cubicBezTo>
                <a:lnTo>
                  <a:pt x="164" y="326"/>
                </a:lnTo>
                <a:close/>
                <a:moveTo>
                  <a:pt x="108" y="266"/>
                </a:moveTo>
                <a:cubicBezTo>
                  <a:pt x="108" y="266"/>
                  <a:pt x="108" y="266"/>
                  <a:pt x="108" y="266"/>
                </a:cubicBezTo>
                <a:cubicBezTo>
                  <a:pt x="79" y="266"/>
                  <a:pt x="79" y="266"/>
                  <a:pt x="79" y="266"/>
                </a:cubicBezTo>
                <a:cubicBezTo>
                  <a:pt x="79" y="100"/>
                  <a:pt x="79" y="100"/>
                  <a:pt x="79" y="100"/>
                </a:cubicBezTo>
                <a:cubicBezTo>
                  <a:pt x="110" y="100"/>
                  <a:pt x="110" y="100"/>
                  <a:pt x="110" y="100"/>
                </a:cubicBezTo>
                <a:cubicBezTo>
                  <a:pt x="110" y="98"/>
                  <a:pt x="110" y="98"/>
                  <a:pt x="110" y="98"/>
                </a:cubicBezTo>
                <a:cubicBezTo>
                  <a:pt x="149" y="98"/>
                  <a:pt x="149" y="98"/>
                  <a:pt x="149" y="98"/>
                </a:cubicBezTo>
                <a:cubicBezTo>
                  <a:pt x="149" y="99"/>
                  <a:pt x="149" y="100"/>
                  <a:pt x="150" y="101"/>
                </a:cubicBezTo>
                <a:cubicBezTo>
                  <a:pt x="118" y="114"/>
                  <a:pt x="118" y="114"/>
                  <a:pt x="118" y="114"/>
                </a:cubicBezTo>
                <a:cubicBezTo>
                  <a:pt x="117" y="112"/>
                  <a:pt x="117" y="112"/>
                  <a:pt x="117" y="112"/>
                </a:cubicBezTo>
                <a:cubicBezTo>
                  <a:pt x="117" y="112"/>
                  <a:pt x="117" y="112"/>
                  <a:pt x="117" y="112"/>
                </a:cubicBezTo>
                <a:cubicBezTo>
                  <a:pt x="113" y="114"/>
                  <a:pt x="113" y="114"/>
                  <a:pt x="113" y="114"/>
                </a:cubicBezTo>
                <a:cubicBezTo>
                  <a:pt x="120" y="132"/>
                  <a:pt x="120" y="132"/>
                  <a:pt x="120" y="132"/>
                </a:cubicBezTo>
                <a:cubicBezTo>
                  <a:pt x="124" y="130"/>
                  <a:pt x="124" y="130"/>
                  <a:pt x="124" y="130"/>
                </a:cubicBezTo>
                <a:cubicBezTo>
                  <a:pt x="123" y="128"/>
                  <a:pt x="123" y="128"/>
                  <a:pt x="123" y="128"/>
                </a:cubicBezTo>
                <a:cubicBezTo>
                  <a:pt x="155" y="115"/>
                  <a:pt x="155" y="115"/>
                  <a:pt x="155" y="115"/>
                </a:cubicBezTo>
                <a:cubicBezTo>
                  <a:pt x="156" y="116"/>
                  <a:pt x="157" y="117"/>
                  <a:pt x="157" y="118"/>
                </a:cubicBezTo>
                <a:cubicBezTo>
                  <a:pt x="134" y="142"/>
                  <a:pt x="134" y="142"/>
                  <a:pt x="134" y="142"/>
                </a:cubicBezTo>
                <a:cubicBezTo>
                  <a:pt x="132" y="141"/>
                  <a:pt x="132" y="141"/>
                  <a:pt x="132" y="141"/>
                </a:cubicBezTo>
                <a:cubicBezTo>
                  <a:pt x="132" y="141"/>
                  <a:pt x="132" y="141"/>
                  <a:pt x="132" y="141"/>
                </a:cubicBezTo>
                <a:cubicBezTo>
                  <a:pt x="129" y="144"/>
                  <a:pt x="129" y="144"/>
                  <a:pt x="129" y="144"/>
                </a:cubicBezTo>
                <a:cubicBezTo>
                  <a:pt x="143" y="158"/>
                  <a:pt x="143" y="158"/>
                  <a:pt x="143" y="158"/>
                </a:cubicBezTo>
                <a:cubicBezTo>
                  <a:pt x="146" y="155"/>
                  <a:pt x="146" y="155"/>
                  <a:pt x="146" y="155"/>
                </a:cubicBezTo>
                <a:cubicBezTo>
                  <a:pt x="144" y="153"/>
                  <a:pt x="144" y="153"/>
                  <a:pt x="144" y="153"/>
                </a:cubicBezTo>
                <a:cubicBezTo>
                  <a:pt x="168" y="129"/>
                  <a:pt x="168" y="129"/>
                  <a:pt x="168" y="129"/>
                </a:cubicBezTo>
                <a:cubicBezTo>
                  <a:pt x="169" y="130"/>
                  <a:pt x="170" y="131"/>
                  <a:pt x="171" y="131"/>
                </a:cubicBezTo>
                <a:cubicBezTo>
                  <a:pt x="159" y="163"/>
                  <a:pt x="159" y="163"/>
                  <a:pt x="159" y="163"/>
                </a:cubicBezTo>
                <a:cubicBezTo>
                  <a:pt x="157" y="162"/>
                  <a:pt x="157" y="162"/>
                  <a:pt x="157" y="162"/>
                </a:cubicBezTo>
                <a:cubicBezTo>
                  <a:pt x="157" y="162"/>
                  <a:pt x="157" y="162"/>
                  <a:pt x="157" y="162"/>
                </a:cubicBezTo>
                <a:cubicBezTo>
                  <a:pt x="155" y="166"/>
                  <a:pt x="155" y="166"/>
                  <a:pt x="155" y="166"/>
                </a:cubicBezTo>
                <a:cubicBezTo>
                  <a:pt x="173" y="173"/>
                  <a:pt x="173" y="173"/>
                  <a:pt x="173" y="173"/>
                </a:cubicBezTo>
                <a:cubicBezTo>
                  <a:pt x="175" y="169"/>
                  <a:pt x="175" y="169"/>
                  <a:pt x="175" y="169"/>
                </a:cubicBezTo>
                <a:cubicBezTo>
                  <a:pt x="173" y="168"/>
                  <a:pt x="173" y="168"/>
                  <a:pt x="173" y="168"/>
                </a:cubicBezTo>
                <a:cubicBezTo>
                  <a:pt x="185" y="137"/>
                  <a:pt x="185" y="137"/>
                  <a:pt x="185" y="137"/>
                </a:cubicBezTo>
                <a:cubicBezTo>
                  <a:pt x="187" y="137"/>
                  <a:pt x="188" y="138"/>
                  <a:pt x="190" y="138"/>
                </a:cubicBezTo>
                <a:cubicBezTo>
                  <a:pt x="190" y="171"/>
                  <a:pt x="190" y="171"/>
                  <a:pt x="190" y="171"/>
                </a:cubicBezTo>
                <a:cubicBezTo>
                  <a:pt x="187" y="171"/>
                  <a:pt x="187" y="171"/>
                  <a:pt x="187" y="171"/>
                </a:cubicBezTo>
                <a:cubicBezTo>
                  <a:pt x="187" y="266"/>
                  <a:pt x="187" y="266"/>
                  <a:pt x="187" y="266"/>
                </a:cubicBezTo>
                <a:lnTo>
                  <a:pt x="108" y="266"/>
                </a:lnTo>
                <a:close/>
                <a:moveTo>
                  <a:pt x="74" y="266"/>
                </a:moveTo>
                <a:cubicBezTo>
                  <a:pt x="68" y="266"/>
                  <a:pt x="68" y="266"/>
                  <a:pt x="68" y="266"/>
                </a:cubicBezTo>
                <a:cubicBezTo>
                  <a:pt x="68" y="100"/>
                  <a:pt x="68" y="100"/>
                  <a:pt x="68" y="100"/>
                </a:cubicBezTo>
                <a:cubicBezTo>
                  <a:pt x="74" y="100"/>
                  <a:pt x="74" y="100"/>
                  <a:pt x="74" y="100"/>
                </a:cubicBezTo>
                <a:lnTo>
                  <a:pt x="74" y="266"/>
                </a:lnTo>
                <a:close/>
                <a:moveTo>
                  <a:pt x="153" y="111"/>
                </a:moveTo>
                <a:cubicBezTo>
                  <a:pt x="153" y="112"/>
                  <a:pt x="154" y="112"/>
                  <a:pt x="154" y="113"/>
                </a:cubicBezTo>
                <a:cubicBezTo>
                  <a:pt x="125" y="125"/>
                  <a:pt x="125" y="125"/>
                  <a:pt x="125" y="125"/>
                </a:cubicBezTo>
                <a:cubicBezTo>
                  <a:pt x="124" y="123"/>
                  <a:pt x="124" y="123"/>
                  <a:pt x="124" y="123"/>
                </a:cubicBezTo>
                <a:lnTo>
                  <a:pt x="153" y="111"/>
                </a:lnTo>
                <a:close/>
                <a:moveTo>
                  <a:pt x="122" y="57"/>
                </a:moveTo>
                <a:cubicBezTo>
                  <a:pt x="123" y="55"/>
                  <a:pt x="123" y="55"/>
                  <a:pt x="123" y="55"/>
                </a:cubicBezTo>
                <a:cubicBezTo>
                  <a:pt x="156" y="69"/>
                  <a:pt x="156" y="69"/>
                  <a:pt x="156" y="69"/>
                </a:cubicBezTo>
                <a:cubicBezTo>
                  <a:pt x="155" y="70"/>
                  <a:pt x="155" y="70"/>
                  <a:pt x="155" y="70"/>
                </a:cubicBezTo>
                <a:lnTo>
                  <a:pt x="122" y="57"/>
                </a:lnTo>
                <a:close/>
                <a:moveTo>
                  <a:pt x="166" y="124"/>
                </a:moveTo>
                <a:cubicBezTo>
                  <a:pt x="166" y="125"/>
                  <a:pt x="167" y="125"/>
                  <a:pt x="168" y="126"/>
                </a:cubicBezTo>
                <a:cubicBezTo>
                  <a:pt x="142" y="149"/>
                  <a:pt x="142" y="149"/>
                  <a:pt x="142" y="149"/>
                </a:cubicBezTo>
                <a:cubicBezTo>
                  <a:pt x="141" y="148"/>
                  <a:pt x="141" y="148"/>
                  <a:pt x="141" y="148"/>
                </a:cubicBezTo>
                <a:lnTo>
                  <a:pt x="166" y="124"/>
                </a:lnTo>
                <a:close/>
                <a:moveTo>
                  <a:pt x="140" y="29"/>
                </a:moveTo>
                <a:cubicBezTo>
                  <a:pt x="144" y="30"/>
                  <a:pt x="144" y="30"/>
                  <a:pt x="144" y="30"/>
                </a:cubicBezTo>
                <a:cubicBezTo>
                  <a:pt x="168" y="54"/>
                  <a:pt x="168" y="54"/>
                  <a:pt x="168" y="54"/>
                </a:cubicBezTo>
                <a:cubicBezTo>
                  <a:pt x="166" y="56"/>
                  <a:pt x="166" y="56"/>
                  <a:pt x="166" y="56"/>
                </a:cubicBezTo>
                <a:lnTo>
                  <a:pt x="140" y="29"/>
                </a:lnTo>
                <a:close/>
                <a:moveTo>
                  <a:pt x="181" y="133"/>
                </a:moveTo>
                <a:cubicBezTo>
                  <a:pt x="182" y="133"/>
                  <a:pt x="182" y="134"/>
                  <a:pt x="183" y="134"/>
                </a:cubicBezTo>
                <a:cubicBezTo>
                  <a:pt x="170" y="166"/>
                  <a:pt x="170" y="166"/>
                  <a:pt x="170" y="166"/>
                </a:cubicBezTo>
                <a:cubicBezTo>
                  <a:pt x="168" y="165"/>
                  <a:pt x="168" y="165"/>
                  <a:pt x="168" y="165"/>
                </a:cubicBezTo>
                <a:lnTo>
                  <a:pt x="181" y="133"/>
                </a:lnTo>
                <a:close/>
                <a:moveTo>
                  <a:pt x="167" y="10"/>
                </a:moveTo>
                <a:cubicBezTo>
                  <a:pt x="171" y="17"/>
                  <a:pt x="171" y="17"/>
                  <a:pt x="171" y="17"/>
                </a:cubicBezTo>
                <a:cubicBezTo>
                  <a:pt x="185" y="46"/>
                  <a:pt x="185" y="46"/>
                  <a:pt x="185" y="46"/>
                </a:cubicBezTo>
                <a:cubicBezTo>
                  <a:pt x="184" y="46"/>
                  <a:pt x="183" y="47"/>
                  <a:pt x="182" y="47"/>
                </a:cubicBezTo>
                <a:lnTo>
                  <a:pt x="167" y="10"/>
                </a:lnTo>
                <a:close/>
                <a:moveTo>
                  <a:pt x="197" y="323"/>
                </a:moveTo>
                <a:cubicBezTo>
                  <a:pt x="197" y="323"/>
                  <a:pt x="197" y="323"/>
                  <a:pt x="197" y="323"/>
                </a:cubicBezTo>
                <a:cubicBezTo>
                  <a:pt x="201" y="328"/>
                  <a:pt x="201" y="328"/>
                  <a:pt x="201" y="328"/>
                </a:cubicBezTo>
                <a:cubicBezTo>
                  <a:pt x="201" y="351"/>
                  <a:pt x="201" y="351"/>
                  <a:pt x="201" y="351"/>
                </a:cubicBezTo>
                <a:cubicBezTo>
                  <a:pt x="197" y="351"/>
                  <a:pt x="197" y="351"/>
                  <a:pt x="197" y="351"/>
                </a:cubicBezTo>
                <a:lnTo>
                  <a:pt x="197" y="323"/>
                </a:lnTo>
                <a:close/>
                <a:moveTo>
                  <a:pt x="197" y="282"/>
                </a:moveTo>
                <a:cubicBezTo>
                  <a:pt x="197" y="282"/>
                  <a:pt x="197" y="282"/>
                  <a:pt x="197" y="282"/>
                </a:cubicBezTo>
                <a:cubicBezTo>
                  <a:pt x="201" y="287"/>
                  <a:pt x="201" y="287"/>
                  <a:pt x="201" y="287"/>
                </a:cubicBezTo>
                <a:cubicBezTo>
                  <a:pt x="201" y="307"/>
                  <a:pt x="201" y="307"/>
                  <a:pt x="201" y="307"/>
                </a:cubicBezTo>
                <a:cubicBezTo>
                  <a:pt x="197" y="307"/>
                  <a:pt x="197" y="307"/>
                  <a:pt x="197" y="307"/>
                </a:cubicBezTo>
                <a:lnTo>
                  <a:pt x="197" y="282"/>
                </a:lnTo>
                <a:close/>
                <a:moveTo>
                  <a:pt x="197" y="171"/>
                </a:moveTo>
                <a:cubicBezTo>
                  <a:pt x="199" y="171"/>
                  <a:pt x="199" y="171"/>
                  <a:pt x="199" y="171"/>
                </a:cubicBezTo>
                <a:cubicBezTo>
                  <a:pt x="199" y="136"/>
                  <a:pt x="199" y="136"/>
                  <a:pt x="199" y="136"/>
                </a:cubicBezTo>
                <a:cubicBezTo>
                  <a:pt x="200" y="136"/>
                  <a:pt x="201" y="136"/>
                  <a:pt x="201" y="136"/>
                </a:cubicBezTo>
                <a:cubicBezTo>
                  <a:pt x="201" y="171"/>
                  <a:pt x="201" y="171"/>
                  <a:pt x="201" y="171"/>
                </a:cubicBezTo>
                <a:cubicBezTo>
                  <a:pt x="201" y="171"/>
                  <a:pt x="201" y="171"/>
                  <a:pt x="201" y="171"/>
                </a:cubicBezTo>
                <a:cubicBezTo>
                  <a:pt x="201" y="267"/>
                  <a:pt x="201" y="267"/>
                  <a:pt x="201" y="267"/>
                </a:cubicBezTo>
                <a:cubicBezTo>
                  <a:pt x="197" y="267"/>
                  <a:pt x="197" y="267"/>
                  <a:pt x="197" y="267"/>
                </a:cubicBezTo>
                <a:lnTo>
                  <a:pt x="197" y="171"/>
                </a:lnTo>
                <a:close/>
                <a:moveTo>
                  <a:pt x="199" y="5"/>
                </a:moveTo>
                <a:cubicBezTo>
                  <a:pt x="201" y="5"/>
                  <a:pt x="201" y="5"/>
                  <a:pt x="201" y="5"/>
                </a:cubicBezTo>
                <a:cubicBezTo>
                  <a:pt x="201" y="45"/>
                  <a:pt x="201" y="45"/>
                  <a:pt x="201" y="45"/>
                </a:cubicBezTo>
                <a:cubicBezTo>
                  <a:pt x="201" y="45"/>
                  <a:pt x="200" y="45"/>
                  <a:pt x="199" y="44"/>
                </a:cubicBezTo>
                <a:lnTo>
                  <a:pt x="199" y="5"/>
                </a:lnTo>
                <a:close/>
                <a:moveTo>
                  <a:pt x="212" y="61"/>
                </a:moveTo>
                <a:cubicBezTo>
                  <a:pt x="217" y="61"/>
                  <a:pt x="222" y="66"/>
                  <a:pt x="222" y="71"/>
                </a:cubicBezTo>
                <a:cubicBezTo>
                  <a:pt x="222" y="77"/>
                  <a:pt x="217" y="81"/>
                  <a:pt x="212" y="81"/>
                </a:cubicBezTo>
                <a:cubicBezTo>
                  <a:pt x="206" y="81"/>
                  <a:pt x="202" y="77"/>
                  <a:pt x="202" y="71"/>
                </a:cubicBezTo>
                <a:cubicBezTo>
                  <a:pt x="202" y="66"/>
                  <a:pt x="206" y="61"/>
                  <a:pt x="212" y="61"/>
                </a:cubicBezTo>
                <a:close/>
                <a:moveTo>
                  <a:pt x="231" y="164"/>
                </a:moveTo>
                <a:cubicBezTo>
                  <a:pt x="230" y="164"/>
                  <a:pt x="230" y="164"/>
                  <a:pt x="230" y="164"/>
                </a:cubicBezTo>
                <a:cubicBezTo>
                  <a:pt x="217" y="131"/>
                  <a:pt x="217" y="131"/>
                  <a:pt x="217" y="131"/>
                </a:cubicBezTo>
                <a:cubicBezTo>
                  <a:pt x="220" y="130"/>
                  <a:pt x="220" y="130"/>
                  <a:pt x="220" y="130"/>
                </a:cubicBezTo>
                <a:lnTo>
                  <a:pt x="231" y="164"/>
                </a:lnTo>
                <a:close/>
                <a:moveTo>
                  <a:pt x="233" y="119"/>
                </a:moveTo>
                <a:cubicBezTo>
                  <a:pt x="258" y="143"/>
                  <a:pt x="258" y="143"/>
                  <a:pt x="258" y="143"/>
                </a:cubicBezTo>
                <a:cubicBezTo>
                  <a:pt x="256" y="145"/>
                  <a:pt x="256" y="145"/>
                  <a:pt x="256" y="145"/>
                </a:cubicBezTo>
                <a:cubicBezTo>
                  <a:pt x="231" y="120"/>
                  <a:pt x="231" y="120"/>
                  <a:pt x="231" y="120"/>
                </a:cubicBezTo>
                <a:cubicBezTo>
                  <a:pt x="232" y="120"/>
                  <a:pt x="232" y="119"/>
                  <a:pt x="233" y="119"/>
                </a:cubicBezTo>
                <a:close/>
                <a:moveTo>
                  <a:pt x="241" y="103"/>
                </a:moveTo>
                <a:cubicBezTo>
                  <a:pt x="273" y="116"/>
                  <a:pt x="273" y="116"/>
                  <a:pt x="273" y="116"/>
                </a:cubicBezTo>
                <a:cubicBezTo>
                  <a:pt x="272" y="118"/>
                  <a:pt x="272" y="118"/>
                  <a:pt x="272" y="118"/>
                </a:cubicBezTo>
                <a:cubicBezTo>
                  <a:pt x="240" y="104"/>
                  <a:pt x="240" y="104"/>
                  <a:pt x="240" y="104"/>
                </a:cubicBezTo>
                <a:cubicBezTo>
                  <a:pt x="240" y="104"/>
                  <a:pt x="241" y="103"/>
                  <a:pt x="241" y="103"/>
                </a:cubicBezTo>
                <a:close/>
                <a:moveTo>
                  <a:pt x="279" y="84"/>
                </a:moveTo>
                <a:cubicBezTo>
                  <a:pt x="375" y="84"/>
                  <a:pt x="375" y="84"/>
                  <a:pt x="375" y="84"/>
                </a:cubicBezTo>
                <a:cubicBezTo>
                  <a:pt x="375" y="88"/>
                  <a:pt x="375" y="88"/>
                  <a:pt x="375" y="88"/>
                </a:cubicBezTo>
                <a:cubicBezTo>
                  <a:pt x="279" y="88"/>
                  <a:pt x="279" y="88"/>
                  <a:pt x="279" y="88"/>
                </a:cubicBezTo>
                <a:lnTo>
                  <a:pt x="279" y="84"/>
                </a:lnTo>
                <a:close/>
                <a:moveTo>
                  <a:pt x="359" y="55"/>
                </a:moveTo>
                <a:cubicBezTo>
                  <a:pt x="362" y="80"/>
                  <a:pt x="362" y="80"/>
                  <a:pt x="362" y="80"/>
                </a:cubicBezTo>
                <a:cubicBezTo>
                  <a:pt x="360" y="80"/>
                  <a:pt x="360" y="80"/>
                  <a:pt x="360" y="80"/>
                </a:cubicBezTo>
                <a:cubicBezTo>
                  <a:pt x="358" y="54"/>
                  <a:pt x="358" y="54"/>
                  <a:pt x="358" y="54"/>
                </a:cubicBezTo>
                <a:lnTo>
                  <a:pt x="359" y="55"/>
                </a:lnTo>
                <a:close/>
                <a:moveTo>
                  <a:pt x="370" y="67"/>
                </a:moveTo>
                <a:cubicBezTo>
                  <a:pt x="397" y="83"/>
                  <a:pt x="397" y="83"/>
                  <a:pt x="397" y="83"/>
                </a:cubicBezTo>
                <a:cubicBezTo>
                  <a:pt x="397" y="85"/>
                  <a:pt x="397" y="85"/>
                  <a:pt x="397" y="85"/>
                </a:cubicBezTo>
                <a:cubicBezTo>
                  <a:pt x="370" y="72"/>
                  <a:pt x="370" y="72"/>
                  <a:pt x="370" y="72"/>
                </a:cubicBezTo>
                <a:lnTo>
                  <a:pt x="370" y="67"/>
                </a:lnTo>
                <a:close/>
                <a:moveTo>
                  <a:pt x="411" y="89"/>
                </a:moveTo>
                <a:cubicBezTo>
                  <a:pt x="412" y="93"/>
                  <a:pt x="412" y="93"/>
                  <a:pt x="412" y="93"/>
                </a:cubicBezTo>
                <a:cubicBezTo>
                  <a:pt x="382" y="99"/>
                  <a:pt x="382" y="99"/>
                  <a:pt x="382" y="99"/>
                </a:cubicBezTo>
                <a:cubicBezTo>
                  <a:pt x="378" y="97"/>
                  <a:pt x="378" y="97"/>
                  <a:pt x="378" y="97"/>
                </a:cubicBezTo>
                <a:lnTo>
                  <a:pt x="411" y="89"/>
                </a:lnTo>
                <a:close/>
                <a:moveTo>
                  <a:pt x="431" y="95"/>
                </a:moveTo>
                <a:cubicBezTo>
                  <a:pt x="403" y="130"/>
                  <a:pt x="403" y="130"/>
                  <a:pt x="403" y="130"/>
                </a:cubicBezTo>
                <a:cubicBezTo>
                  <a:pt x="400" y="127"/>
                  <a:pt x="400" y="127"/>
                  <a:pt x="400" y="127"/>
                </a:cubicBezTo>
                <a:cubicBezTo>
                  <a:pt x="428" y="91"/>
                  <a:pt x="428" y="91"/>
                  <a:pt x="428" y="91"/>
                </a:cubicBezTo>
                <a:lnTo>
                  <a:pt x="431" y="95"/>
                </a:lnTo>
                <a:close/>
                <a:moveTo>
                  <a:pt x="447" y="98"/>
                </a:moveTo>
                <a:cubicBezTo>
                  <a:pt x="432" y="144"/>
                  <a:pt x="432" y="144"/>
                  <a:pt x="432" y="144"/>
                </a:cubicBezTo>
                <a:cubicBezTo>
                  <a:pt x="430" y="143"/>
                  <a:pt x="430" y="143"/>
                  <a:pt x="430" y="143"/>
                </a:cubicBezTo>
                <a:cubicBezTo>
                  <a:pt x="445" y="96"/>
                  <a:pt x="445" y="96"/>
                  <a:pt x="445" y="96"/>
                </a:cubicBezTo>
                <a:lnTo>
                  <a:pt x="447" y="98"/>
                </a:lnTo>
                <a:close/>
                <a:moveTo>
                  <a:pt x="461" y="95"/>
                </a:moveTo>
                <a:cubicBezTo>
                  <a:pt x="463" y="95"/>
                  <a:pt x="463" y="95"/>
                  <a:pt x="463" y="95"/>
                </a:cubicBezTo>
                <a:cubicBezTo>
                  <a:pt x="463" y="155"/>
                  <a:pt x="463" y="155"/>
                  <a:pt x="463" y="155"/>
                </a:cubicBezTo>
                <a:cubicBezTo>
                  <a:pt x="461" y="155"/>
                  <a:pt x="461" y="155"/>
                  <a:pt x="461" y="155"/>
                </a:cubicBezTo>
                <a:lnTo>
                  <a:pt x="461" y="95"/>
                </a:lnTo>
                <a:close/>
                <a:moveTo>
                  <a:pt x="207" y="286"/>
                </a:moveTo>
                <a:cubicBezTo>
                  <a:pt x="217" y="286"/>
                  <a:pt x="217" y="286"/>
                  <a:pt x="217" y="286"/>
                </a:cubicBezTo>
                <a:cubicBezTo>
                  <a:pt x="217" y="307"/>
                  <a:pt x="217" y="307"/>
                  <a:pt x="217" y="307"/>
                </a:cubicBezTo>
                <a:cubicBezTo>
                  <a:pt x="207" y="307"/>
                  <a:pt x="207" y="307"/>
                  <a:pt x="207" y="307"/>
                </a:cubicBezTo>
                <a:lnTo>
                  <a:pt x="207" y="286"/>
                </a:lnTo>
                <a:close/>
                <a:moveTo>
                  <a:pt x="222" y="279"/>
                </a:moveTo>
                <a:cubicBezTo>
                  <a:pt x="226" y="276"/>
                  <a:pt x="226" y="276"/>
                  <a:pt x="226" y="276"/>
                </a:cubicBezTo>
                <a:cubicBezTo>
                  <a:pt x="226" y="311"/>
                  <a:pt x="226" y="311"/>
                  <a:pt x="226" y="311"/>
                </a:cubicBezTo>
                <a:cubicBezTo>
                  <a:pt x="222" y="309"/>
                  <a:pt x="222" y="309"/>
                  <a:pt x="222" y="309"/>
                </a:cubicBezTo>
                <a:lnTo>
                  <a:pt x="222" y="279"/>
                </a:lnTo>
                <a:close/>
                <a:moveTo>
                  <a:pt x="345" y="260"/>
                </a:moveTo>
                <a:cubicBezTo>
                  <a:pt x="345" y="236"/>
                  <a:pt x="345" y="236"/>
                  <a:pt x="345" y="236"/>
                </a:cubicBezTo>
                <a:cubicBezTo>
                  <a:pt x="348" y="236"/>
                  <a:pt x="348" y="236"/>
                  <a:pt x="348" y="236"/>
                </a:cubicBezTo>
                <a:cubicBezTo>
                  <a:pt x="350" y="257"/>
                  <a:pt x="350" y="257"/>
                  <a:pt x="350" y="257"/>
                </a:cubicBezTo>
                <a:cubicBezTo>
                  <a:pt x="365" y="285"/>
                  <a:pt x="365" y="285"/>
                  <a:pt x="365" y="285"/>
                </a:cubicBezTo>
                <a:lnTo>
                  <a:pt x="345" y="260"/>
                </a:lnTo>
                <a:close/>
                <a:moveTo>
                  <a:pt x="397" y="192"/>
                </a:moveTo>
                <a:cubicBezTo>
                  <a:pt x="397" y="182"/>
                  <a:pt x="397" y="182"/>
                  <a:pt x="397" y="182"/>
                </a:cubicBezTo>
                <a:cubicBezTo>
                  <a:pt x="401" y="182"/>
                  <a:pt x="401" y="182"/>
                  <a:pt x="401" y="182"/>
                </a:cubicBezTo>
                <a:cubicBezTo>
                  <a:pt x="409" y="190"/>
                  <a:pt x="409" y="190"/>
                  <a:pt x="409" y="190"/>
                </a:cubicBezTo>
                <a:cubicBezTo>
                  <a:pt x="407" y="204"/>
                  <a:pt x="407" y="204"/>
                  <a:pt x="407" y="204"/>
                </a:cubicBezTo>
                <a:cubicBezTo>
                  <a:pt x="398" y="210"/>
                  <a:pt x="398" y="210"/>
                  <a:pt x="398" y="210"/>
                </a:cubicBezTo>
                <a:cubicBezTo>
                  <a:pt x="395" y="210"/>
                  <a:pt x="395" y="210"/>
                  <a:pt x="395" y="210"/>
                </a:cubicBezTo>
                <a:cubicBezTo>
                  <a:pt x="395" y="203"/>
                  <a:pt x="395" y="203"/>
                  <a:pt x="395" y="203"/>
                </a:cubicBezTo>
                <a:cubicBezTo>
                  <a:pt x="400" y="203"/>
                  <a:pt x="400" y="203"/>
                  <a:pt x="400" y="203"/>
                </a:cubicBezTo>
                <a:cubicBezTo>
                  <a:pt x="400" y="201"/>
                  <a:pt x="400" y="201"/>
                  <a:pt x="400" y="201"/>
                </a:cubicBezTo>
                <a:cubicBezTo>
                  <a:pt x="395" y="201"/>
                  <a:pt x="395" y="201"/>
                  <a:pt x="395" y="201"/>
                </a:cubicBezTo>
                <a:cubicBezTo>
                  <a:pt x="395" y="192"/>
                  <a:pt x="395" y="192"/>
                  <a:pt x="395" y="192"/>
                </a:cubicBezTo>
                <a:lnTo>
                  <a:pt x="397" y="192"/>
                </a:lnTo>
                <a:close/>
                <a:moveTo>
                  <a:pt x="407" y="219"/>
                </a:moveTo>
                <a:cubicBezTo>
                  <a:pt x="401" y="219"/>
                  <a:pt x="401" y="219"/>
                  <a:pt x="401" y="219"/>
                </a:cubicBezTo>
                <a:cubicBezTo>
                  <a:pt x="401" y="212"/>
                  <a:pt x="401" y="212"/>
                  <a:pt x="401" y="212"/>
                </a:cubicBezTo>
                <a:cubicBezTo>
                  <a:pt x="412" y="206"/>
                  <a:pt x="412" y="206"/>
                  <a:pt x="412" y="206"/>
                </a:cubicBezTo>
                <a:lnTo>
                  <a:pt x="407" y="219"/>
                </a:lnTo>
                <a:close/>
                <a:moveTo>
                  <a:pt x="413" y="497"/>
                </a:moveTo>
                <a:cubicBezTo>
                  <a:pt x="426" y="428"/>
                  <a:pt x="426" y="428"/>
                  <a:pt x="426" y="428"/>
                </a:cubicBezTo>
                <a:cubicBezTo>
                  <a:pt x="423" y="403"/>
                  <a:pt x="423" y="403"/>
                  <a:pt x="423" y="403"/>
                </a:cubicBezTo>
                <a:cubicBezTo>
                  <a:pt x="412" y="451"/>
                  <a:pt x="412" y="451"/>
                  <a:pt x="412" y="451"/>
                </a:cubicBezTo>
                <a:cubicBezTo>
                  <a:pt x="406" y="451"/>
                  <a:pt x="406" y="451"/>
                  <a:pt x="406" y="451"/>
                </a:cubicBezTo>
                <a:cubicBezTo>
                  <a:pt x="406" y="408"/>
                  <a:pt x="406" y="408"/>
                  <a:pt x="406" y="408"/>
                </a:cubicBezTo>
                <a:cubicBezTo>
                  <a:pt x="424" y="395"/>
                  <a:pt x="424" y="395"/>
                  <a:pt x="424" y="395"/>
                </a:cubicBezTo>
                <a:cubicBezTo>
                  <a:pt x="433" y="320"/>
                  <a:pt x="433" y="320"/>
                  <a:pt x="433" y="320"/>
                </a:cubicBezTo>
                <a:cubicBezTo>
                  <a:pt x="398" y="400"/>
                  <a:pt x="398" y="400"/>
                  <a:pt x="398" y="400"/>
                </a:cubicBezTo>
                <a:cubicBezTo>
                  <a:pt x="395" y="400"/>
                  <a:pt x="395" y="400"/>
                  <a:pt x="395" y="400"/>
                </a:cubicBezTo>
                <a:cubicBezTo>
                  <a:pt x="395" y="351"/>
                  <a:pt x="395" y="351"/>
                  <a:pt x="395" y="351"/>
                </a:cubicBezTo>
                <a:cubicBezTo>
                  <a:pt x="406" y="320"/>
                  <a:pt x="406" y="320"/>
                  <a:pt x="406" y="320"/>
                </a:cubicBezTo>
                <a:cubicBezTo>
                  <a:pt x="385" y="302"/>
                  <a:pt x="385" y="302"/>
                  <a:pt x="385" y="302"/>
                </a:cubicBezTo>
                <a:cubicBezTo>
                  <a:pt x="406" y="280"/>
                  <a:pt x="406" y="280"/>
                  <a:pt x="406" y="280"/>
                </a:cubicBezTo>
                <a:cubicBezTo>
                  <a:pt x="413" y="284"/>
                  <a:pt x="413" y="284"/>
                  <a:pt x="413" y="284"/>
                </a:cubicBezTo>
                <a:cubicBezTo>
                  <a:pt x="404" y="301"/>
                  <a:pt x="404" y="301"/>
                  <a:pt x="404" y="301"/>
                </a:cubicBezTo>
                <a:cubicBezTo>
                  <a:pt x="425" y="319"/>
                  <a:pt x="425" y="319"/>
                  <a:pt x="425" y="319"/>
                </a:cubicBezTo>
                <a:cubicBezTo>
                  <a:pt x="456" y="296"/>
                  <a:pt x="456" y="296"/>
                  <a:pt x="456" y="296"/>
                </a:cubicBezTo>
                <a:cubicBezTo>
                  <a:pt x="478" y="218"/>
                  <a:pt x="478" y="218"/>
                  <a:pt x="478" y="218"/>
                </a:cubicBezTo>
                <a:cubicBezTo>
                  <a:pt x="469" y="184"/>
                  <a:pt x="469" y="184"/>
                  <a:pt x="469" y="184"/>
                </a:cubicBezTo>
                <a:cubicBezTo>
                  <a:pt x="482" y="173"/>
                  <a:pt x="482" y="173"/>
                  <a:pt x="482" y="173"/>
                </a:cubicBezTo>
                <a:cubicBezTo>
                  <a:pt x="486" y="167"/>
                  <a:pt x="486" y="167"/>
                  <a:pt x="486" y="167"/>
                </a:cubicBezTo>
                <a:cubicBezTo>
                  <a:pt x="485" y="167"/>
                  <a:pt x="485" y="167"/>
                  <a:pt x="485" y="167"/>
                </a:cubicBezTo>
                <a:cubicBezTo>
                  <a:pt x="485" y="167"/>
                  <a:pt x="485" y="167"/>
                  <a:pt x="485" y="167"/>
                </a:cubicBezTo>
                <a:cubicBezTo>
                  <a:pt x="462" y="176"/>
                  <a:pt x="462" y="176"/>
                  <a:pt x="462" y="176"/>
                </a:cubicBezTo>
                <a:cubicBezTo>
                  <a:pt x="457" y="226"/>
                  <a:pt x="457" y="226"/>
                  <a:pt x="457" y="226"/>
                </a:cubicBezTo>
                <a:cubicBezTo>
                  <a:pt x="417" y="228"/>
                  <a:pt x="417" y="228"/>
                  <a:pt x="417" y="228"/>
                </a:cubicBezTo>
                <a:cubicBezTo>
                  <a:pt x="460" y="233"/>
                  <a:pt x="460" y="233"/>
                  <a:pt x="460" y="233"/>
                </a:cubicBezTo>
                <a:cubicBezTo>
                  <a:pt x="416" y="240"/>
                  <a:pt x="416" y="240"/>
                  <a:pt x="416" y="240"/>
                </a:cubicBezTo>
                <a:cubicBezTo>
                  <a:pt x="421" y="255"/>
                  <a:pt x="421" y="255"/>
                  <a:pt x="421" y="255"/>
                </a:cubicBezTo>
                <a:cubicBezTo>
                  <a:pt x="413" y="265"/>
                  <a:pt x="413" y="265"/>
                  <a:pt x="413" y="265"/>
                </a:cubicBezTo>
                <a:cubicBezTo>
                  <a:pt x="394" y="257"/>
                  <a:pt x="394" y="257"/>
                  <a:pt x="394" y="257"/>
                </a:cubicBezTo>
                <a:cubicBezTo>
                  <a:pt x="377" y="266"/>
                  <a:pt x="377" y="266"/>
                  <a:pt x="377" y="266"/>
                </a:cubicBezTo>
                <a:cubicBezTo>
                  <a:pt x="368" y="256"/>
                  <a:pt x="368" y="256"/>
                  <a:pt x="368" y="256"/>
                </a:cubicBezTo>
                <a:cubicBezTo>
                  <a:pt x="379" y="222"/>
                  <a:pt x="379" y="222"/>
                  <a:pt x="379" y="222"/>
                </a:cubicBezTo>
                <a:cubicBezTo>
                  <a:pt x="384" y="222"/>
                  <a:pt x="384" y="222"/>
                  <a:pt x="384" y="222"/>
                </a:cubicBezTo>
                <a:cubicBezTo>
                  <a:pt x="387" y="251"/>
                  <a:pt x="387" y="251"/>
                  <a:pt x="387" y="251"/>
                </a:cubicBezTo>
                <a:cubicBezTo>
                  <a:pt x="394" y="230"/>
                  <a:pt x="394" y="230"/>
                  <a:pt x="394" y="230"/>
                </a:cubicBezTo>
                <a:cubicBezTo>
                  <a:pt x="411" y="231"/>
                  <a:pt x="411" y="231"/>
                  <a:pt x="411" y="231"/>
                </a:cubicBezTo>
                <a:cubicBezTo>
                  <a:pt x="404" y="228"/>
                  <a:pt x="404" y="228"/>
                  <a:pt x="404" y="228"/>
                </a:cubicBezTo>
                <a:cubicBezTo>
                  <a:pt x="415" y="227"/>
                  <a:pt x="415" y="227"/>
                  <a:pt x="415" y="227"/>
                </a:cubicBezTo>
                <a:cubicBezTo>
                  <a:pt x="412" y="220"/>
                  <a:pt x="412" y="220"/>
                  <a:pt x="412" y="220"/>
                </a:cubicBezTo>
                <a:cubicBezTo>
                  <a:pt x="418" y="210"/>
                  <a:pt x="418" y="210"/>
                  <a:pt x="418" y="210"/>
                </a:cubicBezTo>
                <a:cubicBezTo>
                  <a:pt x="421" y="188"/>
                  <a:pt x="421" y="188"/>
                  <a:pt x="421" y="188"/>
                </a:cubicBezTo>
                <a:cubicBezTo>
                  <a:pt x="406" y="175"/>
                  <a:pt x="406" y="175"/>
                  <a:pt x="406" y="175"/>
                </a:cubicBezTo>
                <a:cubicBezTo>
                  <a:pt x="394" y="176"/>
                  <a:pt x="394" y="176"/>
                  <a:pt x="394" y="176"/>
                </a:cubicBezTo>
                <a:cubicBezTo>
                  <a:pt x="384" y="184"/>
                  <a:pt x="384" y="184"/>
                  <a:pt x="384" y="184"/>
                </a:cubicBezTo>
                <a:cubicBezTo>
                  <a:pt x="381" y="122"/>
                  <a:pt x="381" y="122"/>
                  <a:pt x="381" y="122"/>
                </a:cubicBezTo>
                <a:cubicBezTo>
                  <a:pt x="378" y="118"/>
                  <a:pt x="378" y="118"/>
                  <a:pt x="378" y="118"/>
                </a:cubicBezTo>
                <a:cubicBezTo>
                  <a:pt x="375" y="221"/>
                  <a:pt x="375" y="221"/>
                  <a:pt x="375" y="221"/>
                </a:cubicBezTo>
                <a:cubicBezTo>
                  <a:pt x="367" y="233"/>
                  <a:pt x="367" y="233"/>
                  <a:pt x="367" y="233"/>
                </a:cubicBezTo>
                <a:cubicBezTo>
                  <a:pt x="367" y="233"/>
                  <a:pt x="366" y="232"/>
                  <a:pt x="364" y="225"/>
                </a:cubicBezTo>
                <a:cubicBezTo>
                  <a:pt x="362" y="218"/>
                  <a:pt x="365" y="200"/>
                  <a:pt x="365" y="200"/>
                </a:cubicBezTo>
                <a:cubicBezTo>
                  <a:pt x="373" y="120"/>
                  <a:pt x="373" y="120"/>
                  <a:pt x="373" y="120"/>
                </a:cubicBezTo>
                <a:cubicBezTo>
                  <a:pt x="367" y="127"/>
                  <a:pt x="367" y="127"/>
                  <a:pt x="367" y="127"/>
                </a:cubicBezTo>
                <a:cubicBezTo>
                  <a:pt x="363" y="176"/>
                  <a:pt x="363" y="176"/>
                  <a:pt x="363" y="176"/>
                </a:cubicBezTo>
                <a:cubicBezTo>
                  <a:pt x="345" y="189"/>
                  <a:pt x="345" y="189"/>
                  <a:pt x="345" y="189"/>
                </a:cubicBezTo>
                <a:cubicBezTo>
                  <a:pt x="340" y="215"/>
                  <a:pt x="340" y="215"/>
                  <a:pt x="340" y="215"/>
                </a:cubicBezTo>
                <a:cubicBezTo>
                  <a:pt x="347" y="195"/>
                  <a:pt x="347" y="195"/>
                  <a:pt x="347" y="195"/>
                </a:cubicBezTo>
                <a:cubicBezTo>
                  <a:pt x="361" y="188"/>
                  <a:pt x="361" y="188"/>
                  <a:pt x="361" y="188"/>
                </a:cubicBezTo>
                <a:cubicBezTo>
                  <a:pt x="359" y="201"/>
                  <a:pt x="359" y="201"/>
                  <a:pt x="359" y="201"/>
                </a:cubicBezTo>
                <a:cubicBezTo>
                  <a:pt x="350" y="207"/>
                  <a:pt x="350" y="207"/>
                  <a:pt x="350" y="207"/>
                </a:cubicBezTo>
                <a:cubicBezTo>
                  <a:pt x="332" y="230"/>
                  <a:pt x="332" y="230"/>
                  <a:pt x="332" y="230"/>
                </a:cubicBezTo>
                <a:cubicBezTo>
                  <a:pt x="330" y="270"/>
                  <a:pt x="330" y="270"/>
                  <a:pt x="330" y="270"/>
                </a:cubicBezTo>
                <a:cubicBezTo>
                  <a:pt x="370" y="304"/>
                  <a:pt x="370" y="304"/>
                  <a:pt x="370" y="304"/>
                </a:cubicBezTo>
                <a:cubicBezTo>
                  <a:pt x="361" y="327"/>
                  <a:pt x="361" y="327"/>
                  <a:pt x="361" y="327"/>
                </a:cubicBezTo>
                <a:cubicBezTo>
                  <a:pt x="394" y="351"/>
                  <a:pt x="394" y="351"/>
                  <a:pt x="394" y="351"/>
                </a:cubicBezTo>
                <a:cubicBezTo>
                  <a:pt x="387" y="356"/>
                  <a:pt x="387" y="356"/>
                  <a:pt x="387" y="356"/>
                </a:cubicBezTo>
                <a:cubicBezTo>
                  <a:pt x="350" y="337"/>
                  <a:pt x="350" y="337"/>
                  <a:pt x="350" y="337"/>
                </a:cubicBezTo>
                <a:cubicBezTo>
                  <a:pt x="361" y="327"/>
                  <a:pt x="361" y="327"/>
                  <a:pt x="361" y="327"/>
                </a:cubicBezTo>
                <a:cubicBezTo>
                  <a:pt x="290" y="318"/>
                  <a:pt x="290" y="318"/>
                  <a:pt x="290" y="318"/>
                </a:cubicBezTo>
                <a:cubicBezTo>
                  <a:pt x="253" y="336"/>
                  <a:pt x="253" y="336"/>
                  <a:pt x="253" y="336"/>
                </a:cubicBezTo>
                <a:cubicBezTo>
                  <a:pt x="253" y="350"/>
                  <a:pt x="253" y="350"/>
                  <a:pt x="253" y="350"/>
                </a:cubicBezTo>
                <a:cubicBezTo>
                  <a:pt x="253" y="367"/>
                  <a:pt x="253" y="367"/>
                  <a:pt x="253" y="367"/>
                </a:cubicBezTo>
                <a:cubicBezTo>
                  <a:pt x="229" y="367"/>
                  <a:pt x="229" y="367"/>
                  <a:pt x="229" y="367"/>
                </a:cubicBezTo>
                <a:cubicBezTo>
                  <a:pt x="220" y="351"/>
                  <a:pt x="220" y="351"/>
                  <a:pt x="220" y="351"/>
                </a:cubicBezTo>
                <a:cubicBezTo>
                  <a:pt x="207" y="351"/>
                  <a:pt x="207" y="351"/>
                  <a:pt x="207" y="351"/>
                </a:cubicBezTo>
                <a:cubicBezTo>
                  <a:pt x="207" y="326"/>
                  <a:pt x="207" y="326"/>
                  <a:pt x="207" y="326"/>
                </a:cubicBezTo>
                <a:cubicBezTo>
                  <a:pt x="227" y="326"/>
                  <a:pt x="227" y="326"/>
                  <a:pt x="227" y="326"/>
                </a:cubicBezTo>
                <a:cubicBezTo>
                  <a:pt x="227" y="326"/>
                  <a:pt x="227" y="326"/>
                  <a:pt x="227" y="326"/>
                </a:cubicBezTo>
                <a:cubicBezTo>
                  <a:pt x="232" y="326"/>
                  <a:pt x="235" y="323"/>
                  <a:pt x="235" y="318"/>
                </a:cubicBezTo>
                <a:cubicBezTo>
                  <a:pt x="235" y="318"/>
                  <a:pt x="235" y="318"/>
                  <a:pt x="235" y="318"/>
                </a:cubicBezTo>
                <a:cubicBezTo>
                  <a:pt x="235" y="315"/>
                  <a:pt x="235" y="315"/>
                  <a:pt x="235" y="315"/>
                </a:cubicBezTo>
                <a:cubicBezTo>
                  <a:pt x="236" y="315"/>
                  <a:pt x="236" y="315"/>
                  <a:pt x="236" y="315"/>
                </a:cubicBezTo>
                <a:cubicBezTo>
                  <a:pt x="236" y="286"/>
                  <a:pt x="236" y="286"/>
                  <a:pt x="236" y="286"/>
                </a:cubicBezTo>
                <a:cubicBezTo>
                  <a:pt x="236" y="286"/>
                  <a:pt x="236" y="286"/>
                  <a:pt x="236" y="286"/>
                </a:cubicBezTo>
                <a:cubicBezTo>
                  <a:pt x="236" y="275"/>
                  <a:pt x="236" y="275"/>
                  <a:pt x="236" y="275"/>
                </a:cubicBezTo>
                <a:cubicBezTo>
                  <a:pt x="236" y="275"/>
                  <a:pt x="236" y="275"/>
                  <a:pt x="236" y="274"/>
                </a:cubicBezTo>
                <a:cubicBezTo>
                  <a:pt x="236" y="270"/>
                  <a:pt x="232" y="266"/>
                  <a:pt x="228" y="266"/>
                </a:cubicBezTo>
                <a:cubicBezTo>
                  <a:pt x="227" y="266"/>
                  <a:pt x="227" y="266"/>
                  <a:pt x="227" y="266"/>
                </a:cubicBezTo>
                <a:cubicBezTo>
                  <a:pt x="207" y="266"/>
                  <a:pt x="207" y="266"/>
                  <a:pt x="207" y="266"/>
                </a:cubicBezTo>
                <a:cubicBezTo>
                  <a:pt x="207" y="171"/>
                  <a:pt x="207" y="171"/>
                  <a:pt x="207" y="171"/>
                </a:cubicBezTo>
                <a:cubicBezTo>
                  <a:pt x="205" y="171"/>
                  <a:pt x="205" y="171"/>
                  <a:pt x="205" y="171"/>
                </a:cubicBezTo>
                <a:cubicBezTo>
                  <a:pt x="205" y="138"/>
                  <a:pt x="205" y="138"/>
                  <a:pt x="205" y="138"/>
                </a:cubicBezTo>
                <a:cubicBezTo>
                  <a:pt x="206" y="137"/>
                  <a:pt x="208" y="137"/>
                  <a:pt x="209" y="137"/>
                </a:cubicBezTo>
                <a:cubicBezTo>
                  <a:pt x="221" y="168"/>
                  <a:pt x="221" y="168"/>
                  <a:pt x="221" y="168"/>
                </a:cubicBezTo>
                <a:cubicBezTo>
                  <a:pt x="219" y="169"/>
                  <a:pt x="219" y="169"/>
                  <a:pt x="219" y="169"/>
                </a:cubicBezTo>
                <a:cubicBezTo>
                  <a:pt x="219" y="169"/>
                  <a:pt x="219" y="169"/>
                  <a:pt x="219" y="169"/>
                </a:cubicBezTo>
                <a:cubicBezTo>
                  <a:pt x="220" y="173"/>
                  <a:pt x="220" y="173"/>
                  <a:pt x="220" y="173"/>
                </a:cubicBezTo>
                <a:cubicBezTo>
                  <a:pt x="239" y="166"/>
                  <a:pt x="239" y="166"/>
                  <a:pt x="239" y="166"/>
                </a:cubicBezTo>
                <a:cubicBezTo>
                  <a:pt x="237" y="162"/>
                  <a:pt x="237" y="162"/>
                  <a:pt x="237" y="162"/>
                </a:cubicBezTo>
                <a:cubicBezTo>
                  <a:pt x="235" y="163"/>
                  <a:pt x="235" y="163"/>
                  <a:pt x="235" y="163"/>
                </a:cubicBezTo>
                <a:cubicBezTo>
                  <a:pt x="223" y="131"/>
                  <a:pt x="223" y="131"/>
                  <a:pt x="223" y="131"/>
                </a:cubicBezTo>
                <a:cubicBezTo>
                  <a:pt x="224" y="130"/>
                  <a:pt x="225" y="129"/>
                  <a:pt x="226" y="129"/>
                </a:cubicBezTo>
                <a:cubicBezTo>
                  <a:pt x="250" y="153"/>
                  <a:pt x="250" y="153"/>
                  <a:pt x="250" y="153"/>
                </a:cubicBezTo>
                <a:cubicBezTo>
                  <a:pt x="249" y="155"/>
                  <a:pt x="249" y="155"/>
                  <a:pt x="249" y="155"/>
                </a:cubicBezTo>
                <a:cubicBezTo>
                  <a:pt x="249" y="155"/>
                  <a:pt x="249" y="155"/>
                  <a:pt x="249" y="155"/>
                </a:cubicBezTo>
                <a:cubicBezTo>
                  <a:pt x="252" y="158"/>
                  <a:pt x="252" y="158"/>
                  <a:pt x="252" y="158"/>
                </a:cubicBezTo>
                <a:cubicBezTo>
                  <a:pt x="265" y="144"/>
                  <a:pt x="265" y="144"/>
                  <a:pt x="265" y="144"/>
                </a:cubicBezTo>
                <a:cubicBezTo>
                  <a:pt x="262" y="141"/>
                  <a:pt x="262" y="141"/>
                  <a:pt x="262" y="141"/>
                </a:cubicBezTo>
                <a:cubicBezTo>
                  <a:pt x="261" y="142"/>
                  <a:pt x="261" y="142"/>
                  <a:pt x="261" y="142"/>
                </a:cubicBezTo>
                <a:cubicBezTo>
                  <a:pt x="236" y="118"/>
                  <a:pt x="236" y="118"/>
                  <a:pt x="236" y="118"/>
                </a:cubicBezTo>
                <a:cubicBezTo>
                  <a:pt x="237" y="117"/>
                  <a:pt x="237" y="116"/>
                  <a:pt x="238" y="115"/>
                </a:cubicBezTo>
                <a:cubicBezTo>
                  <a:pt x="271" y="128"/>
                  <a:pt x="271" y="128"/>
                  <a:pt x="271" y="128"/>
                </a:cubicBezTo>
                <a:cubicBezTo>
                  <a:pt x="270" y="130"/>
                  <a:pt x="270" y="130"/>
                  <a:pt x="270" y="130"/>
                </a:cubicBezTo>
                <a:cubicBezTo>
                  <a:pt x="270" y="130"/>
                  <a:pt x="270" y="130"/>
                  <a:pt x="270" y="130"/>
                </a:cubicBezTo>
                <a:cubicBezTo>
                  <a:pt x="274" y="132"/>
                  <a:pt x="274" y="132"/>
                  <a:pt x="274" y="132"/>
                </a:cubicBezTo>
                <a:cubicBezTo>
                  <a:pt x="281" y="114"/>
                  <a:pt x="281" y="114"/>
                  <a:pt x="281" y="114"/>
                </a:cubicBezTo>
                <a:cubicBezTo>
                  <a:pt x="277" y="112"/>
                  <a:pt x="277" y="112"/>
                  <a:pt x="277" y="112"/>
                </a:cubicBezTo>
                <a:cubicBezTo>
                  <a:pt x="277" y="114"/>
                  <a:pt x="277" y="114"/>
                  <a:pt x="277" y="114"/>
                </a:cubicBezTo>
                <a:cubicBezTo>
                  <a:pt x="244" y="101"/>
                  <a:pt x="244" y="101"/>
                  <a:pt x="244" y="101"/>
                </a:cubicBezTo>
                <a:cubicBezTo>
                  <a:pt x="244" y="100"/>
                  <a:pt x="244" y="99"/>
                  <a:pt x="244" y="98"/>
                </a:cubicBezTo>
                <a:cubicBezTo>
                  <a:pt x="279" y="98"/>
                  <a:pt x="279" y="98"/>
                  <a:pt x="279" y="98"/>
                </a:cubicBezTo>
                <a:cubicBezTo>
                  <a:pt x="279" y="100"/>
                  <a:pt x="279" y="100"/>
                  <a:pt x="279" y="100"/>
                </a:cubicBezTo>
                <a:cubicBezTo>
                  <a:pt x="368" y="100"/>
                  <a:pt x="368" y="100"/>
                  <a:pt x="368" y="100"/>
                </a:cubicBezTo>
                <a:cubicBezTo>
                  <a:pt x="369" y="101"/>
                  <a:pt x="369" y="103"/>
                  <a:pt x="370" y="105"/>
                </a:cubicBezTo>
                <a:cubicBezTo>
                  <a:pt x="371" y="109"/>
                  <a:pt x="374" y="112"/>
                  <a:pt x="375" y="112"/>
                </a:cubicBezTo>
                <a:cubicBezTo>
                  <a:pt x="375" y="112"/>
                  <a:pt x="375" y="112"/>
                  <a:pt x="375" y="112"/>
                </a:cubicBezTo>
                <a:cubicBezTo>
                  <a:pt x="375" y="112"/>
                  <a:pt x="375" y="112"/>
                  <a:pt x="375" y="112"/>
                </a:cubicBezTo>
                <a:cubicBezTo>
                  <a:pt x="406" y="100"/>
                  <a:pt x="406" y="100"/>
                  <a:pt x="406" y="100"/>
                </a:cubicBezTo>
                <a:cubicBezTo>
                  <a:pt x="416" y="100"/>
                  <a:pt x="416" y="100"/>
                  <a:pt x="416" y="100"/>
                </a:cubicBezTo>
                <a:cubicBezTo>
                  <a:pt x="394" y="130"/>
                  <a:pt x="394" y="130"/>
                  <a:pt x="394" y="130"/>
                </a:cubicBezTo>
                <a:cubicBezTo>
                  <a:pt x="394" y="130"/>
                  <a:pt x="394" y="130"/>
                  <a:pt x="394" y="130"/>
                </a:cubicBezTo>
                <a:cubicBezTo>
                  <a:pt x="394" y="130"/>
                  <a:pt x="394" y="130"/>
                  <a:pt x="394" y="130"/>
                </a:cubicBezTo>
                <a:cubicBezTo>
                  <a:pt x="394" y="130"/>
                  <a:pt x="394" y="130"/>
                  <a:pt x="394" y="130"/>
                </a:cubicBezTo>
                <a:cubicBezTo>
                  <a:pt x="394" y="130"/>
                  <a:pt x="394" y="130"/>
                  <a:pt x="394" y="130"/>
                </a:cubicBezTo>
                <a:cubicBezTo>
                  <a:pt x="393" y="131"/>
                  <a:pt x="395" y="134"/>
                  <a:pt x="399" y="136"/>
                </a:cubicBezTo>
                <a:cubicBezTo>
                  <a:pt x="403" y="139"/>
                  <a:pt x="406" y="140"/>
                  <a:pt x="407" y="139"/>
                </a:cubicBezTo>
                <a:cubicBezTo>
                  <a:pt x="407" y="139"/>
                  <a:pt x="407" y="139"/>
                  <a:pt x="407" y="139"/>
                </a:cubicBezTo>
                <a:cubicBezTo>
                  <a:pt x="438" y="100"/>
                  <a:pt x="438" y="100"/>
                  <a:pt x="438" y="100"/>
                </a:cubicBezTo>
                <a:cubicBezTo>
                  <a:pt x="439" y="100"/>
                  <a:pt x="439" y="100"/>
                  <a:pt x="439" y="100"/>
                </a:cubicBezTo>
                <a:cubicBezTo>
                  <a:pt x="423" y="147"/>
                  <a:pt x="423" y="147"/>
                  <a:pt x="423" y="147"/>
                </a:cubicBezTo>
                <a:cubicBezTo>
                  <a:pt x="423" y="147"/>
                  <a:pt x="423" y="147"/>
                  <a:pt x="423" y="147"/>
                </a:cubicBezTo>
                <a:cubicBezTo>
                  <a:pt x="423" y="147"/>
                  <a:pt x="423" y="147"/>
                  <a:pt x="423" y="147"/>
                </a:cubicBezTo>
                <a:cubicBezTo>
                  <a:pt x="422" y="149"/>
                  <a:pt x="426" y="151"/>
                  <a:pt x="430" y="153"/>
                </a:cubicBezTo>
                <a:cubicBezTo>
                  <a:pt x="434" y="154"/>
                  <a:pt x="438" y="155"/>
                  <a:pt x="439" y="153"/>
                </a:cubicBezTo>
                <a:cubicBezTo>
                  <a:pt x="439" y="153"/>
                  <a:pt x="439" y="153"/>
                  <a:pt x="439" y="153"/>
                </a:cubicBezTo>
                <a:cubicBezTo>
                  <a:pt x="439" y="153"/>
                  <a:pt x="439" y="153"/>
                  <a:pt x="439" y="153"/>
                </a:cubicBezTo>
                <a:cubicBezTo>
                  <a:pt x="439" y="153"/>
                  <a:pt x="439" y="153"/>
                  <a:pt x="439" y="153"/>
                </a:cubicBezTo>
                <a:cubicBezTo>
                  <a:pt x="439" y="153"/>
                  <a:pt x="439" y="153"/>
                  <a:pt x="439" y="153"/>
                </a:cubicBezTo>
                <a:cubicBezTo>
                  <a:pt x="457" y="100"/>
                  <a:pt x="457" y="100"/>
                  <a:pt x="457" y="100"/>
                </a:cubicBezTo>
                <a:cubicBezTo>
                  <a:pt x="457" y="100"/>
                  <a:pt x="457" y="100"/>
                  <a:pt x="457" y="100"/>
                </a:cubicBezTo>
                <a:cubicBezTo>
                  <a:pt x="457" y="159"/>
                  <a:pt x="457" y="159"/>
                  <a:pt x="457" y="159"/>
                </a:cubicBezTo>
                <a:cubicBezTo>
                  <a:pt x="457" y="159"/>
                  <a:pt x="457" y="159"/>
                  <a:pt x="457" y="159"/>
                </a:cubicBezTo>
                <a:cubicBezTo>
                  <a:pt x="457" y="159"/>
                  <a:pt x="457" y="159"/>
                  <a:pt x="457" y="159"/>
                </a:cubicBezTo>
                <a:cubicBezTo>
                  <a:pt x="457" y="159"/>
                  <a:pt x="457" y="159"/>
                  <a:pt x="457" y="159"/>
                </a:cubicBezTo>
                <a:cubicBezTo>
                  <a:pt x="457" y="159"/>
                  <a:pt x="457" y="159"/>
                  <a:pt x="457" y="159"/>
                </a:cubicBezTo>
                <a:cubicBezTo>
                  <a:pt x="457" y="160"/>
                  <a:pt x="461" y="161"/>
                  <a:pt x="466" y="161"/>
                </a:cubicBezTo>
                <a:cubicBezTo>
                  <a:pt x="471" y="161"/>
                  <a:pt x="474" y="160"/>
                  <a:pt x="475" y="159"/>
                </a:cubicBezTo>
                <a:cubicBezTo>
                  <a:pt x="475" y="159"/>
                  <a:pt x="475" y="159"/>
                  <a:pt x="475" y="159"/>
                </a:cubicBezTo>
                <a:cubicBezTo>
                  <a:pt x="475" y="159"/>
                  <a:pt x="475" y="159"/>
                  <a:pt x="475" y="159"/>
                </a:cubicBezTo>
                <a:cubicBezTo>
                  <a:pt x="475" y="159"/>
                  <a:pt x="475" y="159"/>
                  <a:pt x="475" y="159"/>
                </a:cubicBezTo>
                <a:cubicBezTo>
                  <a:pt x="475" y="159"/>
                  <a:pt x="475" y="159"/>
                  <a:pt x="475" y="159"/>
                </a:cubicBezTo>
                <a:cubicBezTo>
                  <a:pt x="475" y="100"/>
                  <a:pt x="475" y="100"/>
                  <a:pt x="475" y="100"/>
                </a:cubicBezTo>
                <a:cubicBezTo>
                  <a:pt x="481" y="100"/>
                  <a:pt x="481" y="100"/>
                  <a:pt x="481" y="100"/>
                </a:cubicBezTo>
                <a:cubicBezTo>
                  <a:pt x="481" y="88"/>
                  <a:pt x="481" y="88"/>
                  <a:pt x="481" y="88"/>
                </a:cubicBezTo>
                <a:cubicBezTo>
                  <a:pt x="412" y="88"/>
                  <a:pt x="412" y="88"/>
                  <a:pt x="412" y="88"/>
                </a:cubicBezTo>
                <a:cubicBezTo>
                  <a:pt x="412" y="84"/>
                  <a:pt x="412" y="84"/>
                  <a:pt x="412" y="84"/>
                </a:cubicBezTo>
                <a:cubicBezTo>
                  <a:pt x="481" y="84"/>
                  <a:pt x="481" y="84"/>
                  <a:pt x="481" y="84"/>
                </a:cubicBezTo>
                <a:cubicBezTo>
                  <a:pt x="481" y="80"/>
                  <a:pt x="481" y="80"/>
                  <a:pt x="481" y="80"/>
                </a:cubicBezTo>
                <a:cubicBezTo>
                  <a:pt x="456" y="80"/>
                  <a:pt x="456" y="80"/>
                  <a:pt x="456" y="80"/>
                </a:cubicBezTo>
                <a:cubicBezTo>
                  <a:pt x="456" y="80"/>
                  <a:pt x="456" y="80"/>
                  <a:pt x="456" y="80"/>
                </a:cubicBezTo>
                <a:cubicBezTo>
                  <a:pt x="411" y="80"/>
                  <a:pt x="411" y="80"/>
                  <a:pt x="411" y="80"/>
                </a:cubicBezTo>
                <a:cubicBezTo>
                  <a:pt x="404" y="79"/>
                  <a:pt x="386" y="75"/>
                  <a:pt x="374" y="63"/>
                </a:cubicBezTo>
                <a:cubicBezTo>
                  <a:pt x="357" y="46"/>
                  <a:pt x="357" y="34"/>
                  <a:pt x="357" y="34"/>
                </a:cubicBezTo>
                <a:cubicBezTo>
                  <a:pt x="354" y="34"/>
                  <a:pt x="354" y="34"/>
                  <a:pt x="354" y="34"/>
                </a:cubicBezTo>
                <a:cubicBezTo>
                  <a:pt x="354" y="80"/>
                  <a:pt x="354" y="80"/>
                  <a:pt x="354" y="80"/>
                </a:cubicBezTo>
                <a:cubicBezTo>
                  <a:pt x="350" y="80"/>
                  <a:pt x="350" y="80"/>
                  <a:pt x="350" y="80"/>
                </a:cubicBezTo>
                <a:cubicBezTo>
                  <a:pt x="350" y="34"/>
                  <a:pt x="350" y="34"/>
                  <a:pt x="350" y="34"/>
                </a:cubicBezTo>
                <a:cubicBezTo>
                  <a:pt x="344" y="34"/>
                  <a:pt x="344" y="34"/>
                  <a:pt x="344" y="34"/>
                </a:cubicBezTo>
                <a:cubicBezTo>
                  <a:pt x="344" y="80"/>
                  <a:pt x="344" y="80"/>
                  <a:pt x="344" y="80"/>
                </a:cubicBezTo>
                <a:cubicBezTo>
                  <a:pt x="279" y="80"/>
                  <a:pt x="279" y="80"/>
                  <a:pt x="279" y="80"/>
                </a:cubicBezTo>
                <a:cubicBezTo>
                  <a:pt x="279" y="82"/>
                  <a:pt x="279" y="82"/>
                  <a:pt x="279" y="82"/>
                </a:cubicBezTo>
                <a:cubicBezTo>
                  <a:pt x="244" y="82"/>
                  <a:pt x="244" y="82"/>
                  <a:pt x="244" y="82"/>
                </a:cubicBezTo>
                <a:cubicBezTo>
                  <a:pt x="241" y="62"/>
                  <a:pt x="225" y="46"/>
                  <a:pt x="205" y="43"/>
                </a:cubicBezTo>
                <a:cubicBezTo>
                  <a:pt x="205" y="4"/>
                  <a:pt x="205" y="4"/>
                  <a:pt x="205" y="4"/>
                </a:cubicBezTo>
                <a:cubicBezTo>
                  <a:pt x="207" y="4"/>
                  <a:pt x="207" y="4"/>
                  <a:pt x="207" y="4"/>
                </a:cubicBezTo>
                <a:cubicBezTo>
                  <a:pt x="207" y="0"/>
                  <a:pt x="207" y="0"/>
                  <a:pt x="207" y="0"/>
                </a:cubicBezTo>
                <a:cubicBezTo>
                  <a:pt x="187" y="0"/>
                  <a:pt x="187" y="0"/>
                  <a:pt x="187" y="0"/>
                </a:cubicBezTo>
                <a:cubicBezTo>
                  <a:pt x="187" y="4"/>
                  <a:pt x="187" y="4"/>
                  <a:pt x="187" y="4"/>
                </a:cubicBezTo>
                <a:cubicBezTo>
                  <a:pt x="190" y="4"/>
                  <a:pt x="190" y="4"/>
                  <a:pt x="190" y="4"/>
                </a:cubicBezTo>
                <a:cubicBezTo>
                  <a:pt x="190" y="43"/>
                  <a:pt x="190" y="43"/>
                  <a:pt x="190" y="43"/>
                </a:cubicBezTo>
                <a:cubicBezTo>
                  <a:pt x="188" y="43"/>
                  <a:pt x="187" y="43"/>
                  <a:pt x="186" y="43"/>
                </a:cubicBezTo>
                <a:cubicBezTo>
                  <a:pt x="171" y="8"/>
                  <a:pt x="171" y="8"/>
                  <a:pt x="171" y="8"/>
                </a:cubicBezTo>
                <a:cubicBezTo>
                  <a:pt x="173" y="7"/>
                  <a:pt x="173" y="7"/>
                  <a:pt x="173" y="7"/>
                </a:cubicBezTo>
                <a:cubicBezTo>
                  <a:pt x="173" y="7"/>
                  <a:pt x="173" y="7"/>
                  <a:pt x="173" y="7"/>
                </a:cubicBezTo>
                <a:cubicBezTo>
                  <a:pt x="172" y="3"/>
                  <a:pt x="172" y="3"/>
                  <a:pt x="172" y="3"/>
                </a:cubicBezTo>
                <a:cubicBezTo>
                  <a:pt x="154" y="11"/>
                  <a:pt x="154" y="11"/>
                  <a:pt x="154" y="11"/>
                </a:cubicBezTo>
                <a:cubicBezTo>
                  <a:pt x="155" y="15"/>
                  <a:pt x="155" y="15"/>
                  <a:pt x="155" y="15"/>
                </a:cubicBezTo>
                <a:cubicBezTo>
                  <a:pt x="157" y="14"/>
                  <a:pt x="157" y="14"/>
                  <a:pt x="157" y="14"/>
                </a:cubicBezTo>
                <a:cubicBezTo>
                  <a:pt x="172" y="49"/>
                  <a:pt x="172" y="49"/>
                  <a:pt x="172" y="49"/>
                </a:cubicBezTo>
                <a:cubicBezTo>
                  <a:pt x="171" y="49"/>
                  <a:pt x="170" y="50"/>
                  <a:pt x="169" y="51"/>
                </a:cubicBezTo>
                <a:cubicBezTo>
                  <a:pt x="142" y="24"/>
                  <a:pt x="142" y="24"/>
                  <a:pt x="142" y="24"/>
                </a:cubicBezTo>
                <a:cubicBezTo>
                  <a:pt x="144" y="23"/>
                  <a:pt x="144" y="23"/>
                  <a:pt x="144" y="23"/>
                </a:cubicBezTo>
                <a:cubicBezTo>
                  <a:pt x="144" y="23"/>
                  <a:pt x="144" y="23"/>
                  <a:pt x="144" y="23"/>
                </a:cubicBezTo>
                <a:cubicBezTo>
                  <a:pt x="141" y="20"/>
                  <a:pt x="141" y="20"/>
                  <a:pt x="141" y="20"/>
                </a:cubicBezTo>
                <a:cubicBezTo>
                  <a:pt x="127" y="34"/>
                  <a:pt x="127" y="34"/>
                  <a:pt x="127" y="34"/>
                </a:cubicBezTo>
                <a:cubicBezTo>
                  <a:pt x="130" y="37"/>
                  <a:pt x="130" y="37"/>
                  <a:pt x="130" y="37"/>
                </a:cubicBezTo>
                <a:cubicBezTo>
                  <a:pt x="132" y="35"/>
                  <a:pt x="132" y="35"/>
                  <a:pt x="132" y="35"/>
                </a:cubicBezTo>
                <a:cubicBezTo>
                  <a:pt x="158" y="61"/>
                  <a:pt x="158" y="61"/>
                  <a:pt x="158" y="61"/>
                </a:cubicBezTo>
                <a:cubicBezTo>
                  <a:pt x="157" y="62"/>
                  <a:pt x="157" y="63"/>
                  <a:pt x="156" y="64"/>
                </a:cubicBezTo>
                <a:cubicBezTo>
                  <a:pt x="122" y="51"/>
                  <a:pt x="122" y="51"/>
                  <a:pt x="122" y="51"/>
                </a:cubicBezTo>
                <a:cubicBezTo>
                  <a:pt x="123" y="48"/>
                  <a:pt x="123" y="48"/>
                  <a:pt x="123" y="48"/>
                </a:cubicBezTo>
                <a:cubicBezTo>
                  <a:pt x="123" y="48"/>
                  <a:pt x="123" y="48"/>
                  <a:pt x="123" y="48"/>
                </a:cubicBezTo>
                <a:cubicBezTo>
                  <a:pt x="119" y="47"/>
                  <a:pt x="119" y="47"/>
                  <a:pt x="119" y="47"/>
                </a:cubicBezTo>
                <a:cubicBezTo>
                  <a:pt x="112" y="65"/>
                  <a:pt x="112" y="65"/>
                  <a:pt x="112" y="65"/>
                </a:cubicBezTo>
                <a:cubicBezTo>
                  <a:pt x="116" y="66"/>
                  <a:pt x="116" y="66"/>
                  <a:pt x="116" y="66"/>
                </a:cubicBezTo>
                <a:cubicBezTo>
                  <a:pt x="116" y="64"/>
                  <a:pt x="116" y="64"/>
                  <a:pt x="116" y="64"/>
                </a:cubicBezTo>
                <a:cubicBezTo>
                  <a:pt x="150" y="78"/>
                  <a:pt x="150" y="78"/>
                  <a:pt x="150" y="78"/>
                </a:cubicBezTo>
                <a:cubicBezTo>
                  <a:pt x="150" y="79"/>
                  <a:pt x="149" y="81"/>
                  <a:pt x="149" y="82"/>
                </a:cubicBezTo>
                <a:cubicBezTo>
                  <a:pt x="110" y="82"/>
                  <a:pt x="110" y="82"/>
                  <a:pt x="110" y="82"/>
                </a:cubicBezTo>
                <a:cubicBezTo>
                  <a:pt x="110" y="80"/>
                  <a:pt x="110" y="80"/>
                  <a:pt x="110" y="80"/>
                </a:cubicBezTo>
                <a:cubicBezTo>
                  <a:pt x="68" y="80"/>
                  <a:pt x="68" y="80"/>
                  <a:pt x="68" y="80"/>
                </a:cubicBezTo>
                <a:cubicBezTo>
                  <a:pt x="68" y="80"/>
                  <a:pt x="68" y="80"/>
                  <a:pt x="67" y="80"/>
                </a:cubicBezTo>
                <a:cubicBezTo>
                  <a:pt x="63" y="80"/>
                  <a:pt x="59" y="84"/>
                  <a:pt x="59" y="89"/>
                </a:cubicBezTo>
                <a:cubicBezTo>
                  <a:pt x="59" y="89"/>
                  <a:pt x="59" y="89"/>
                  <a:pt x="59" y="89"/>
                </a:cubicBezTo>
                <a:cubicBezTo>
                  <a:pt x="59" y="98"/>
                  <a:pt x="59" y="98"/>
                  <a:pt x="59" y="98"/>
                </a:cubicBezTo>
                <a:cubicBezTo>
                  <a:pt x="59" y="98"/>
                  <a:pt x="59" y="98"/>
                  <a:pt x="59" y="98"/>
                </a:cubicBezTo>
                <a:cubicBezTo>
                  <a:pt x="59" y="266"/>
                  <a:pt x="59" y="266"/>
                  <a:pt x="59" y="266"/>
                </a:cubicBezTo>
                <a:cubicBezTo>
                  <a:pt x="59" y="266"/>
                  <a:pt x="59" y="266"/>
                  <a:pt x="59" y="266"/>
                </a:cubicBezTo>
                <a:cubicBezTo>
                  <a:pt x="59" y="277"/>
                  <a:pt x="59" y="277"/>
                  <a:pt x="59" y="277"/>
                </a:cubicBezTo>
                <a:cubicBezTo>
                  <a:pt x="59" y="277"/>
                  <a:pt x="59" y="277"/>
                  <a:pt x="59" y="277"/>
                </a:cubicBezTo>
                <a:cubicBezTo>
                  <a:pt x="59" y="282"/>
                  <a:pt x="63" y="286"/>
                  <a:pt x="67" y="286"/>
                </a:cubicBezTo>
                <a:cubicBezTo>
                  <a:pt x="68" y="286"/>
                  <a:pt x="68" y="286"/>
                  <a:pt x="68" y="286"/>
                </a:cubicBezTo>
                <a:cubicBezTo>
                  <a:pt x="108" y="286"/>
                  <a:pt x="108" y="286"/>
                  <a:pt x="108" y="286"/>
                </a:cubicBezTo>
                <a:cubicBezTo>
                  <a:pt x="108" y="286"/>
                  <a:pt x="108" y="286"/>
                  <a:pt x="108" y="286"/>
                </a:cubicBezTo>
                <a:cubicBezTo>
                  <a:pt x="185" y="286"/>
                  <a:pt x="185" y="286"/>
                  <a:pt x="185" y="286"/>
                </a:cubicBezTo>
                <a:cubicBezTo>
                  <a:pt x="185" y="286"/>
                  <a:pt x="185" y="286"/>
                  <a:pt x="185" y="286"/>
                </a:cubicBezTo>
                <a:cubicBezTo>
                  <a:pt x="187" y="286"/>
                  <a:pt x="187" y="286"/>
                  <a:pt x="187" y="286"/>
                </a:cubicBezTo>
                <a:cubicBezTo>
                  <a:pt x="187" y="307"/>
                  <a:pt x="187" y="307"/>
                  <a:pt x="187" y="307"/>
                </a:cubicBezTo>
                <a:cubicBezTo>
                  <a:pt x="185" y="307"/>
                  <a:pt x="185" y="307"/>
                  <a:pt x="185" y="307"/>
                </a:cubicBezTo>
                <a:cubicBezTo>
                  <a:pt x="185" y="307"/>
                  <a:pt x="185" y="307"/>
                  <a:pt x="185" y="307"/>
                </a:cubicBezTo>
                <a:cubicBezTo>
                  <a:pt x="153" y="307"/>
                  <a:pt x="153" y="307"/>
                  <a:pt x="153" y="307"/>
                </a:cubicBezTo>
                <a:cubicBezTo>
                  <a:pt x="153" y="307"/>
                  <a:pt x="153" y="307"/>
                  <a:pt x="153" y="307"/>
                </a:cubicBezTo>
                <a:cubicBezTo>
                  <a:pt x="148" y="307"/>
                  <a:pt x="145" y="310"/>
                  <a:pt x="145" y="315"/>
                </a:cubicBezTo>
                <a:cubicBezTo>
                  <a:pt x="145" y="315"/>
                  <a:pt x="145" y="315"/>
                  <a:pt x="145" y="315"/>
                </a:cubicBezTo>
                <a:cubicBezTo>
                  <a:pt x="145" y="326"/>
                  <a:pt x="145" y="326"/>
                  <a:pt x="145" y="326"/>
                </a:cubicBezTo>
                <a:cubicBezTo>
                  <a:pt x="145" y="326"/>
                  <a:pt x="145" y="326"/>
                  <a:pt x="145" y="326"/>
                </a:cubicBezTo>
                <a:cubicBezTo>
                  <a:pt x="145" y="351"/>
                  <a:pt x="145" y="351"/>
                  <a:pt x="145" y="351"/>
                </a:cubicBezTo>
                <a:cubicBezTo>
                  <a:pt x="86" y="351"/>
                  <a:pt x="86" y="351"/>
                  <a:pt x="86" y="351"/>
                </a:cubicBezTo>
                <a:cubicBezTo>
                  <a:pt x="87" y="400"/>
                  <a:pt x="87" y="400"/>
                  <a:pt x="87" y="400"/>
                </a:cubicBezTo>
                <a:cubicBezTo>
                  <a:pt x="103" y="418"/>
                  <a:pt x="103" y="418"/>
                  <a:pt x="103" y="418"/>
                </a:cubicBezTo>
                <a:cubicBezTo>
                  <a:pt x="103" y="451"/>
                  <a:pt x="103" y="451"/>
                  <a:pt x="103" y="451"/>
                </a:cubicBezTo>
                <a:cubicBezTo>
                  <a:pt x="122" y="459"/>
                  <a:pt x="122" y="459"/>
                  <a:pt x="122" y="459"/>
                </a:cubicBezTo>
                <a:cubicBezTo>
                  <a:pt x="122" y="505"/>
                  <a:pt x="122" y="505"/>
                  <a:pt x="122" y="505"/>
                </a:cubicBezTo>
                <a:cubicBezTo>
                  <a:pt x="38" y="520"/>
                  <a:pt x="7" y="539"/>
                  <a:pt x="4" y="540"/>
                </a:cubicBezTo>
                <a:cubicBezTo>
                  <a:pt x="0" y="540"/>
                  <a:pt x="19" y="543"/>
                  <a:pt x="46" y="556"/>
                </a:cubicBezTo>
                <a:cubicBezTo>
                  <a:pt x="80" y="572"/>
                  <a:pt x="76" y="581"/>
                  <a:pt x="76" y="581"/>
                </a:cubicBezTo>
                <a:cubicBezTo>
                  <a:pt x="76" y="581"/>
                  <a:pt x="135" y="543"/>
                  <a:pt x="263" y="520"/>
                </a:cubicBezTo>
                <a:cubicBezTo>
                  <a:pt x="330" y="508"/>
                  <a:pt x="451" y="503"/>
                  <a:pt x="495" y="512"/>
                </a:cubicBezTo>
                <a:cubicBezTo>
                  <a:pt x="495" y="512"/>
                  <a:pt x="461" y="504"/>
                  <a:pt x="413" y="497"/>
                </a:cubicBezTo>
                <a:close/>
              </a:path>
            </a:pathLst>
          </a:custGeom>
          <a:solidFill>
            <a:srgbClr val="003778"/>
          </a:solidFill>
          <a:ln>
            <a:noFill/>
          </a:ln>
        </p:spPr>
        <p:txBody>
          <a:bodyPr vert="horz" wrap="square" lIns="91440" tIns="45720" rIns="91440" bIns="45720" numCol="1" anchor="t" anchorCtr="0" compatLnSpc="1">
            <a:prstTxWarp prst="textNoShape">
              <a:avLst/>
            </a:prstTxWarp>
          </a:bodyPr>
          <a:lstStyle/>
          <a:p>
            <a:endParaRPr lang="zh-CN" altLang="en-US" dirty="0"/>
          </a:p>
        </p:txBody>
      </p:sp>
      <p:cxnSp>
        <p:nvCxnSpPr>
          <p:cNvPr id="16" name="直接连接符 15">
            <a:extLst>
              <a:ext uri="{FF2B5EF4-FFF2-40B4-BE49-F238E27FC236}">
                <a16:creationId xmlns:a16="http://schemas.microsoft.com/office/drawing/2014/main" id="{37B9A614-BC4E-4B23-B9D1-2B209AB0743B}"/>
              </a:ext>
            </a:extLst>
          </p:cNvPr>
          <p:cNvCxnSpPr>
            <a:cxnSpLocks/>
          </p:cNvCxnSpPr>
          <p:nvPr userDrawn="1"/>
        </p:nvCxnSpPr>
        <p:spPr>
          <a:xfrm>
            <a:off x="659130" y="1027048"/>
            <a:ext cx="10864850" cy="0"/>
          </a:xfrm>
          <a:prstGeom prst="line">
            <a:avLst/>
          </a:prstGeom>
          <a:ln cap="rnd">
            <a:solidFill>
              <a:schemeClr val="accent1"/>
            </a:solidFill>
          </a:ln>
        </p:spPr>
        <p:style>
          <a:lnRef idx="1">
            <a:schemeClr val="accent1"/>
          </a:lnRef>
          <a:fillRef idx="0">
            <a:schemeClr val="accent1"/>
          </a:fillRef>
          <a:effectRef idx="0">
            <a:schemeClr val="accent1"/>
          </a:effectRef>
          <a:fontRef idx="minor">
            <a:schemeClr val="tx1"/>
          </a:fontRef>
        </p:style>
      </p:cxnSp>
      <p:sp>
        <p:nvSpPr>
          <p:cNvPr id="14" name="Freeform 45">
            <a:extLst>
              <a:ext uri="{FF2B5EF4-FFF2-40B4-BE49-F238E27FC236}">
                <a16:creationId xmlns:a16="http://schemas.microsoft.com/office/drawing/2014/main" id="{221EB8A2-4E91-4E4F-A387-46AB7ACD13EA}"/>
              </a:ext>
            </a:extLst>
          </p:cNvPr>
          <p:cNvSpPr>
            <a:spLocks/>
          </p:cNvSpPr>
          <p:nvPr/>
        </p:nvSpPr>
        <p:spPr bwMode="auto">
          <a:xfrm>
            <a:off x="2891583" y="5252070"/>
            <a:ext cx="3004934" cy="132606"/>
          </a:xfrm>
          <a:custGeom>
            <a:avLst/>
            <a:gdLst>
              <a:gd name="T0" fmla="*/ 0 w 885"/>
              <a:gd name="T1" fmla="*/ 16 h 39"/>
              <a:gd name="T2" fmla="*/ 78 w 885"/>
              <a:gd name="T3" fmla="*/ 39 h 39"/>
              <a:gd name="T4" fmla="*/ 885 w 885"/>
              <a:gd name="T5" fmla="*/ 39 h 39"/>
              <a:gd name="T6" fmla="*/ 885 w 885"/>
              <a:gd name="T7" fmla="*/ 0 h 39"/>
              <a:gd name="T8" fmla="*/ 0 w 885"/>
              <a:gd name="T9" fmla="*/ 0 h 39"/>
              <a:gd name="T10" fmla="*/ 0 w 885"/>
              <a:gd name="T11" fmla="*/ 16 h 39"/>
            </a:gdLst>
            <a:ahLst/>
            <a:cxnLst>
              <a:cxn ang="0">
                <a:pos x="T0" y="T1"/>
              </a:cxn>
              <a:cxn ang="0">
                <a:pos x="T2" y="T3"/>
              </a:cxn>
              <a:cxn ang="0">
                <a:pos x="T4" y="T5"/>
              </a:cxn>
              <a:cxn ang="0">
                <a:pos x="T6" y="T7"/>
              </a:cxn>
              <a:cxn ang="0">
                <a:pos x="T8" y="T9"/>
              </a:cxn>
              <a:cxn ang="0">
                <a:pos x="T10" y="T11"/>
              </a:cxn>
            </a:cxnLst>
            <a:rect l="0" t="0" r="r" b="b"/>
            <a:pathLst>
              <a:path w="885" h="39">
                <a:moveTo>
                  <a:pt x="0" y="16"/>
                </a:moveTo>
                <a:cubicBezTo>
                  <a:pt x="0" y="23"/>
                  <a:pt x="30" y="39"/>
                  <a:pt x="78" y="39"/>
                </a:cubicBezTo>
                <a:cubicBezTo>
                  <a:pt x="126" y="39"/>
                  <a:pt x="885" y="39"/>
                  <a:pt x="885" y="39"/>
                </a:cubicBezTo>
                <a:cubicBezTo>
                  <a:pt x="885" y="0"/>
                  <a:pt x="885" y="0"/>
                  <a:pt x="885" y="0"/>
                </a:cubicBezTo>
                <a:cubicBezTo>
                  <a:pt x="0" y="0"/>
                  <a:pt x="0" y="0"/>
                  <a:pt x="0" y="0"/>
                </a:cubicBezTo>
                <a:lnTo>
                  <a:pt x="0" y="16"/>
                </a:lnTo>
                <a:close/>
              </a:path>
            </a:pathLst>
          </a:custGeom>
          <a:solidFill>
            <a:srgbClr val="2E2E35"/>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828434" eaLnBrk="1" fontAlgn="auto" latinLnBrk="0" hangingPunct="1">
              <a:lnSpc>
                <a:spcPct val="100000"/>
              </a:lnSpc>
              <a:spcBef>
                <a:spcPts val="0"/>
              </a:spcBef>
              <a:spcAft>
                <a:spcPts val="0"/>
              </a:spcAft>
              <a:buClrTx/>
              <a:buSzTx/>
              <a:buFontTx/>
              <a:buNone/>
              <a:tabLst/>
              <a:defRPr/>
            </a:pPr>
            <a:endParaRPr kumimoji="0" lang="id-ID" sz="3600" b="0" i="0" u="none" strike="noStrike" kern="0" cap="none" spc="0" normalizeH="0" baseline="0" noProof="0">
              <a:ln>
                <a:noFill/>
              </a:ln>
              <a:solidFill>
                <a:srgbClr val="7F7F7F"/>
              </a:solidFill>
              <a:effectLst/>
              <a:uLnTx/>
              <a:uFillTx/>
              <a:latin typeface="Roboto Light"/>
            </a:endParaRPr>
          </a:p>
        </p:txBody>
      </p:sp>
      <p:sp>
        <p:nvSpPr>
          <p:cNvPr id="15" name="Freeform 46">
            <a:extLst>
              <a:ext uri="{FF2B5EF4-FFF2-40B4-BE49-F238E27FC236}">
                <a16:creationId xmlns:a16="http://schemas.microsoft.com/office/drawing/2014/main" id="{1ACA4D26-9BB4-46B9-915C-702783F63E9D}"/>
              </a:ext>
            </a:extLst>
          </p:cNvPr>
          <p:cNvSpPr>
            <a:spLocks/>
          </p:cNvSpPr>
          <p:nvPr/>
        </p:nvSpPr>
        <p:spPr bwMode="auto">
          <a:xfrm>
            <a:off x="5852327" y="5252070"/>
            <a:ext cx="3004934" cy="132606"/>
          </a:xfrm>
          <a:custGeom>
            <a:avLst/>
            <a:gdLst>
              <a:gd name="T0" fmla="*/ 884 w 884"/>
              <a:gd name="T1" fmla="*/ 16 h 39"/>
              <a:gd name="T2" fmla="*/ 806 w 884"/>
              <a:gd name="T3" fmla="*/ 39 h 39"/>
              <a:gd name="T4" fmla="*/ 0 w 884"/>
              <a:gd name="T5" fmla="*/ 39 h 39"/>
              <a:gd name="T6" fmla="*/ 0 w 884"/>
              <a:gd name="T7" fmla="*/ 0 h 39"/>
              <a:gd name="T8" fmla="*/ 884 w 884"/>
              <a:gd name="T9" fmla="*/ 0 h 39"/>
              <a:gd name="T10" fmla="*/ 884 w 884"/>
              <a:gd name="T11" fmla="*/ 16 h 39"/>
            </a:gdLst>
            <a:ahLst/>
            <a:cxnLst>
              <a:cxn ang="0">
                <a:pos x="T0" y="T1"/>
              </a:cxn>
              <a:cxn ang="0">
                <a:pos x="T2" y="T3"/>
              </a:cxn>
              <a:cxn ang="0">
                <a:pos x="T4" y="T5"/>
              </a:cxn>
              <a:cxn ang="0">
                <a:pos x="T6" y="T7"/>
              </a:cxn>
              <a:cxn ang="0">
                <a:pos x="T8" y="T9"/>
              </a:cxn>
              <a:cxn ang="0">
                <a:pos x="T10" y="T11"/>
              </a:cxn>
            </a:cxnLst>
            <a:rect l="0" t="0" r="r" b="b"/>
            <a:pathLst>
              <a:path w="884" h="39">
                <a:moveTo>
                  <a:pt x="884" y="16"/>
                </a:moveTo>
                <a:cubicBezTo>
                  <a:pt x="884" y="23"/>
                  <a:pt x="854" y="39"/>
                  <a:pt x="806" y="39"/>
                </a:cubicBezTo>
                <a:cubicBezTo>
                  <a:pt x="758" y="39"/>
                  <a:pt x="0" y="39"/>
                  <a:pt x="0" y="39"/>
                </a:cubicBezTo>
                <a:cubicBezTo>
                  <a:pt x="0" y="0"/>
                  <a:pt x="0" y="0"/>
                  <a:pt x="0" y="0"/>
                </a:cubicBezTo>
                <a:cubicBezTo>
                  <a:pt x="884" y="0"/>
                  <a:pt x="884" y="0"/>
                  <a:pt x="884" y="0"/>
                </a:cubicBezTo>
                <a:lnTo>
                  <a:pt x="884" y="16"/>
                </a:lnTo>
                <a:close/>
              </a:path>
            </a:pathLst>
          </a:custGeom>
          <a:solidFill>
            <a:srgbClr val="2E2E35"/>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828434" eaLnBrk="1" fontAlgn="auto" latinLnBrk="0" hangingPunct="1">
              <a:lnSpc>
                <a:spcPct val="100000"/>
              </a:lnSpc>
              <a:spcBef>
                <a:spcPts val="0"/>
              </a:spcBef>
              <a:spcAft>
                <a:spcPts val="0"/>
              </a:spcAft>
              <a:buClrTx/>
              <a:buSzTx/>
              <a:buFontTx/>
              <a:buNone/>
              <a:tabLst/>
              <a:defRPr/>
            </a:pPr>
            <a:endParaRPr kumimoji="0" lang="id-ID" sz="3600" b="0" i="0" u="none" strike="noStrike" kern="0" cap="none" spc="0" normalizeH="0" baseline="0" noProof="0">
              <a:ln>
                <a:noFill/>
              </a:ln>
              <a:solidFill>
                <a:srgbClr val="7F7F7F"/>
              </a:solidFill>
              <a:effectLst/>
              <a:uLnTx/>
              <a:uFillTx/>
              <a:latin typeface="Roboto Light"/>
            </a:endParaRPr>
          </a:p>
        </p:txBody>
      </p:sp>
      <p:sp>
        <p:nvSpPr>
          <p:cNvPr id="17" name="Freeform 47">
            <a:extLst>
              <a:ext uri="{FF2B5EF4-FFF2-40B4-BE49-F238E27FC236}">
                <a16:creationId xmlns:a16="http://schemas.microsoft.com/office/drawing/2014/main" id="{A4B8622A-3DE8-4531-B546-514E71E2DE78}"/>
              </a:ext>
            </a:extLst>
          </p:cNvPr>
          <p:cNvSpPr>
            <a:spLocks/>
          </p:cNvSpPr>
          <p:nvPr/>
        </p:nvSpPr>
        <p:spPr bwMode="auto">
          <a:xfrm>
            <a:off x="3479652" y="1950543"/>
            <a:ext cx="4833729" cy="3311728"/>
          </a:xfrm>
          <a:custGeom>
            <a:avLst/>
            <a:gdLst>
              <a:gd name="T0" fmla="*/ 1378 w 1423"/>
              <a:gd name="T1" fmla="*/ 0 h 974"/>
              <a:gd name="T2" fmla="*/ 45 w 1423"/>
              <a:gd name="T3" fmla="*/ 0 h 974"/>
              <a:gd name="T4" fmla="*/ 0 w 1423"/>
              <a:gd name="T5" fmla="*/ 45 h 974"/>
              <a:gd name="T6" fmla="*/ 0 w 1423"/>
              <a:gd name="T7" fmla="*/ 218 h 974"/>
              <a:gd name="T8" fmla="*/ 0 w 1423"/>
              <a:gd name="T9" fmla="*/ 929 h 974"/>
              <a:gd name="T10" fmla="*/ 45 w 1423"/>
              <a:gd name="T11" fmla="*/ 974 h 974"/>
              <a:gd name="T12" fmla="*/ 1378 w 1423"/>
              <a:gd name="T13" fmla="*/ 974 h 974"/>
              <a:gd name="T14" fmla="*/ 1423 w 1423"/>
              <a:gd name="T15" fmla="*/ 929 h 974"/>
              <a:gd name="T16" fmla="*/ 1423 w 1423"/>
              <a:gd name="T17" fmla="*/ 45 h 974"/>
              <a:gd name="T18" fmla="*/ 1378 w 1423"/>
              <a:gd name="T19" fmla="*/ 0 h 9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23" h="974">
                <a:moveTo>
                  <a:pt x="1378" y="0"/>
                </a:moveTo>
                <a:cubicBezTo>
                  <a:pt x="45" y="0"/>
                  <a:pt x="45" y="0"/>
                  <a:pt x="45" y="0"/>
                </a:cubicBezTo>
                <a:cubicBezTo>
                  <a:pt x="20" y="0"/>
                  <a:pt x="0" y="20"/>
                  <a:pt x="0" y="45"/>
                </a:cubicBezTo>
                <a:cubicBezTo>
                  <a:pt x="0" y="218"/>
                  <a:pt x="0" y="218"/>
                  <a:pt x="0" y="218"/>
                </a:cubicBezTo>
                <a:cubicBezTo>
                  <a:pt x="0" y="929"/>
                  <a:pt x="0" y="929"/>
                  <a:pt x="0" y="929"/>
                </a:cubicBezTo>
                <a:cubicBezTo>
                  <a:pt x="0" y="954"/>
                  <a:pt x="20" y="974"/>
                  <a:pt x="45" y="974"/>
                </a:cubicBezTo>
                <a:cubicBezTo>
                  <a:pt x="1378" y="974"/>
                  <a:pt x="1378" y="974"/>
                  <a:pt x="1378" y="974"/>
                </a:cubicBezTo>
                <a:cubicBezTo>
                  <a:pt x="1403" y="974"/>
                  <a:pt x="1423" y="954"/>
                  <a:pt x="1423" y="929"/>
                </a:cubicBezTo>
                <a:cubicBezTo>
                  <a:pt x="1423" y="45"/>
                  <a:pt x="1423" y="45"/>
                  <a:pt x="1423" y="45"/>
                </a:cubicBezTo>
                <a:cubicBezTo>
                  <a:pt x="1423" y="20"/>
                  <a:pt x="1403" y="0"/>
                  <a:pt x="1378" y="0"/>
                </a:cubicBezTo>
                <a:close/>
              </a:path>
            </a:pathLst>
          </a:custGeom>
          <a:solidFill>
            <a:srgbClr val="D2D3D5"/>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828434" eaLnBrk="1" fontAlgn="auto" latinLnBrk="0" hangingPunct="1">
              <a:lnSpc>
                <a:spcPct val="100000"/>
              </a:lnSpc>
              <a:spcBef>
                <a:spcPts val="0"/>
              </a:spcBef>
              <a:spcAft>
                <a:spcPts val="0"/>
              </a:spcAft>
              <a:buClrTx/>
              <a:buSzTx/>
              <a:buFontTx/>
              <a:buNone/>
              <a:tabLst/>
              <a:defRPr/>
            </a:pPr>
            <a:endParaRPr kumimoji="0" lang="id-ID" sz="3600" b="0" i="0" u="none" strike="noStrike" kern="0" cap="none" spc="0" normalizeH="0" baseline="0" noProof="0">
              <a:ln>
                <a:noFill/>
              </a:ln>
              <a:solidFill>
                <a:srgbClr val="7F7F7F"/>
              </a:solidFill>
              <a:effectLst/>
              <a:uLnTx/>
              <a:uFillTx/>
              <a:latin typeface="Roboto Light"/>
            </a:endParaRPr>
          </a:p>
        </p:txBody>
      </p:sp>
      <p:sp>
        <p:nvSpPr>
          <p:cNvPr id="18" name="Freeform 48">
            <a:extLst>
              <a:ext uri="{FF2B5EF4-FFF2-40B4-BE49-F238E27FC236}">
                <a16:creationId xmlns:a16="http://schemas.microsoft.com/office/drawing/2014/main" id="{93D0A57E-1120-46BB-ABE4-724F388C7662}"/>
              </a:ext>
            </a:extLst>
          </p:cNvPr>
          <p:cNvSpPr>
            <a:spLocks/>
          </p:cNvSpPr>
          <p:nvPr/>
        </p:nvSpPr>
        <p:spPr bwMode="auto">
          <a:xfrm>
            <a:off x="3496649" y="1967543"/>
            <a:ext cx="4803138" cy="3277727"/>
          </a:xfrm>
          <a:custGeom>
            <a:avLst/>
            <a:gdLst>
              <a:gd name="T0" fmla="*/ 40 w 1414"/>
              <a:gd name="T1" fmla="*/ 964 h 964"/>
              <a:gd name="T2" fmla="*/ 0 w 1414"/>
              <a:gd name="T3" fmla="*/ 924 h 964"/>
              <a:gd name="T4" fmla="*/ 0 w 1414"/>
              <a:gd name="T5" fmla="*/ 40 h 964"/>
              <a:gd name="T6" fmla="*/ 40 w 1414"/>
              <a:gd name="T7" fmla="*/ 0 h 964"/>
              <a:gd name="T8" fmla="*/ 1373 w 1414"/>
              <a:gd name="T9" fmla="*/ 0 h 964"/>
              <a:gd name="T10" fmla="*/ 1414 w 1414"/>
              <a:gd name="T11" fmla="*/ 40 h 964"/>
              <a:gd name="T12" fmla="*/ 1414 w 1414"/>
              <a:gd name="T13" fmla="*/ 924 h 964"/>
              <a:gd name="T14" fmla="*/ 1373 w 1414"/>
              <a:gd name="T15" fmla="*/ 964 h 964"/>
              <a:gd name="T16" fmla="*/ 40 w 1414"/>
              <a:gd name="T17" fmla="*/ 964 h 9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14" h="964">
                <a:moveTo>
                  <a:pt x="40" y="964"/>
                </a:moveTo>
                <a:cubicBezTo>
                  <a:pt x="18" y="964"/>
                  <a:pt x="0" y="946"/>
                  <a:pt x="0" y="924"/>
                </a:cubicBezTo>
                <a:cubicBezTo>
                  <a:pt x="0" y="40"/>
                  <a:pt x="0" y="40"/>
                  <a:pt x="0" y="40"/>
                </a:cubicBezTo>
                <a:cubicBezTo>
                  <a:pt x="0" y="18"/>
                  <a:pt x="18" y="0"/>
                  <a:pt x="40" y="0"/>
                </a:cubicBezTo>
                <a:cubicBezTo>
                  <a:pt x="1373" y="0"/>
                  <a:pt x="1373" y="0"/>
                  <a:pt x="1373" y="0"/>
                </a:cubicBezTo>
                <a:cubicBezTo>
                  <a:pt x="1396" y="0"/>
                  <a:pt x="1414" y="18"/>
                  <a:pt x="1414" y="40"/>
                </a:cubicBezTo>
                <a:cubicBezTo>
                  <a:pt x="1414" y="924"/>
                  <a:pt x="1414" y="924"/>
                  <a:pt x="1414" y="924"/>
                </a:cubicBezTo>
                <a:cubicBezTo>
                  <a:pt x="1414" y="946"/>
                  <a:pt x="1396" y="964"/>
                  <a:pt x="1373" y="964"/>
                </a:cubicBezTo>
                <a:lnTo>
                  <a:pt x="40" y="964"/>
                </a:lnTo>
                <a:close/>
              </a:path>
            </a:pathLst>
          </a:custGeom>
          <a:solidFill>
            <a:srgbClr val="2E2E35"/>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828434" eaLnBrk="1" fontAlgn="auto" latinLnBrk="0" hangingPunct="1">
              <a:lnSpc>
                <a:spcPct val="100000"/>
              </a:lnSpc>
              <a:spcBef>
                <a:spcPts val="0"/>
              </a:spcBef>
              <a:spcAft>
                <a:spcPts val="0"/>
              </a:spcAft>
              <a:buClrTx/>
              <a:buSzTx/>
              <a:buFontTx/>
              <a:buNone/>
              <a:tabLst/>
              <a:defRPr/>
            </a:pPr>
            <a:endParaRPr kumimoji="0" lang="id-ID" sz="3600" b="0" i="0" u="none" strike="noStrike" kern="0" cap="none" spc="0" normalizeH="0" baseline="0" noProof="0">
              <a:ln>
                <a:noFill/>
              </a:ln>
              <a:solidFill>
                <a:srgbClr val="7F7F7F"/>
              </a:solidFill>
              <a:effectLst/>
              <a:uLnTx/>
              <a:uFillTx/>
              <a:latin typeface="Roboto Light"/>
            </a:endParaRPr>
          </a:p>
        </p:txBody>
      </p:sp>
      <p:sp>
        <p:nvSpPr>
          <p:cNvPr id="19" name="Rectangle 50">
            <a:extLst>
              <a:ext uri="{FF2B5EF4-FFF2-40B4-BE49-F238E27FC236}">
                <a16:creationId xmlns:a16="http://schemas.microsoft.com/office/drawing/2014/main" id="{2D04603D-E9F6-4705-8F37-93266BAC2758}"/>
              </a:ext>
            </a:extLst>
          </p:cNvPr>
          <p:cNvSpPr>
            <a:spLocks noChangeArrowheads="1"/>
          </p:cNvSpPr>
          <p:nvPr/>
        </p:nvSpPr>
        <p:spPr bwMode="auto">
          <a:xfrm>
            <a:off x="2891583" y="5197667"/>
            <a:ext cx="5965680" cy="108804"/>
          </a:xfrm>
          <a:prstGeom prst="rect">
            <a:avLst/>
          </a:prstGeom>
          <a:solidFill>
            <a:srgbClr val="FFFFFF">
              <a:lumMod val="95000"/>
            </a:srgbClr>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1828434" eaLnBrk="1" fontAlgn="auto" latinLnBrk="0" hangingPunct="1">
              <a:lnSpc>
                <a:spcPct val="100000"/>
              </a:lnSpc>
              <a:spcBef>
                <a:spcPts val="0"/>
              </a:spcBef>
              <a:spcAft>
                <a:spcPts val="0"/>
              </a:spcAft>
              <a:buClrTx/>
              <a:buSzTx/>
              <a:buFontTx/>
              <a:buNone/>
              <a:tabLst/>
              <a:defRPr/>
            </a:pPr>
            <a:endParaRPr kumimoji="0" lang="id-ID" sz="3600" b="0" i="0" u="none" strike="noStrike" kern="0" cap="none" spc="0" normalizeH="0" baseline="0" noProof="0">
              <a:ln>
                <a:noFill/>
              </a:ln>
              <a:solidFill>
                <a:srgbClr val="7F7F7F"/>
              </a:solidFill>
              <a:effectLst/>
              <a:uLnTx/>
              <a:uFillTx/>
              <a:latin typeface="Roboto Light"/>
            </a:endParaRPr>
          </a:p>
        </p:txBody>
      </p:sp>
      <p:sp>
        <p:nvSpPr>
          <p:cNvPr id="5" name="图片占位符 4">
            <a:extLst>
              <a:ext uri="{FF2B5EF4-FFF2-40B4-BE49-F238E27FC236}">
                <a16:creationId xmlns:a16="http://schemas.microsoft.com/office/drawing/2014/main" id="{61B863E5-CC91-49CB-BB6B-E263486E6531}"/>
              </a:ext>
            </a:extLst>
          </p:cNvPr>
          <p:cNvSpPr>
            <a:spLocks noGrp="1"/>
          </p:cNvSpPr>
          <p:nvPr>
            <p:ph type="pic" sz="quarter" idx="10"/>
          </p:nvPr>
        </p:nvSpPr>
        <p:spPr>
          <a:xfrm>
            <a:off x="3656414" y="2174950"/>
            <a:ext cx="4483608" cy="2832311"/>
          </a:xfrm>
        </p:spPr>
        <p:txBody>
          <a:bodyPr/>
          <a:lstStyle/>
          <a:p>
            <a:endParaRPr lang="zh-CN" altLang="en-US"/>
          </a:p>
        </p:txBody>
      </p:sp>
      <p:sp>
        <p:nvSpPr>
          <p:cNvPr id="20" name="Freeform 51">
            <a:extLst>
              <a:ext uri="{FF2B5EF4-FFF2-40B4-BE49-F238E27FC236}">
                <a16:creationId xmlns:a16="http://schemas.microsoft.com/office/drawing/2014/main" id="{54A6738D-D833-42A9-A2F9-DCEE5CD00470}"/>
              </a:ext>
            </a:extLst>
          </p:cNvPr>
          <p:cNvSpPr>
            <a:spLocks/>
          </p:cNvSpPr>
          <p:nvPr/>
        </p:nvSpPr>
        <p:spPr bwMode="auto">
          <a:xfrm>
            <a:off x="5444416" y="5197667"/>
            <a:ext cx="856610" cy="61202"/>
          </a:xfrm>
          <a:custGeom>
            <a:avLst/>
            <a:gdLst>
              <a:gd name="T0" fmla="*/ 0 w 252"/>
              <a:gd name="T1" fmla="*/ 0 h 18"/>
              <a:gd name="T2" fmla="*/ 22 w 252"/>
              <a:gd name="T3" fmla="*/ 18 h 18"/>
              <a:gd name="T4" fmla="*/ 230 w 252"/>
              <a:gd name="T5" fmla="*/ 18 h 18"/>
              <a:gd name="T6" fmla="*/ 252 w 252"/>
              <a:gd name="T7" fmla="*/ 0 h 18"/>
              <a:gd name="T8" fmla="*/ 0 w 252"/>
              <a:gd name="T9" fmla="*/ 0 h 18"/>
            </a:gdLst>
            <a:ahLst/>
            <a:cxnLst>
              <a:cxn ang="0">
                <a:pos x="T0" y="T1"/>
              </a:cxn>
              <a:cxn ang="0">
                <a:pos x="T2" y="T3"/>
              </a:cxn>
              <a:cxn ang="0">
                <a:pos x="T4" y="T5"/>
              </a:cxn>
              <a:cxn ang="0">
                <a:pos x="T6" y="T7"/>
              </a:cxn>
              <a:cxn ang="0">
                <a:pos x="T8" y="T9"/>
              </a:cxn>
            </a:cxnLst>
            <a:rect l="0" t="0" r="r" b="b"/>
            <a:pathLst>
              <a:path w="252" h="18">
                <a:moveTo>
                  <a:pt x="0" y="0"/>
                </a:moveTo>
                <a:cubicBezTo>
                  <a:pt x="2" y="10"/>
                  <a:pt x="11" y="18"/>
                  <a:pt x="22" y="18"/>
                </a:cubicBezTo>
                <a:cubicBezTo>
                  <a:pt x="230" y="18"/>
                  <a:pt x="230" y="18"/>
                  <a:pt x="230" y="18"/>
                </a:cubicBezTo>
                <a:cubicBezTo>
                  <a:pt x="241" y="18"/>
                  <a:pt x="250" y="10"/>
                  <a:pt x="252" y="0"/>
                </a:cubicBezTo>
                <a:lnTo>
                  <a:pt x="0" y="0"/>
                </a:lnTo>
                <a:close/>
              </a:path>
            </a:pathLst>
          </a:custGeom>
          <a:solidFill>
            <a:srgbClr val="B3B4B5"/>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828434" eaLnBrk="1" fontAlgn="auto" latinLnBrk="0" hangingPunct="1">
              <a:lnSpc>
                <a:spcPct val="100000"/>
              </a:lnSpc>
              <a:spcBef>
                <a:spcPts val="0"/>
              </a:spcBef>
              <a:spcAft>
                <a:spcPts val="0"/>
              </a:spcAft>
              <a:buClrTx/>
              <a:buSzTx/>
              <a:buFontTx/>
              <a:buNone/>
              <a:tabLst/>
              <a:defRPr/>
            </a:pPr>
            <a:endParaRPr kumimoji="0" lang="id-ID" sz="3600" b="0" i="0" u="none" strike="noStrike" kern="0" cap="none" spc="0" normalizeH="0" baseline="0" noProof="0">
              <a:ln>
                <a:noFill/>
              </a:ln>
              <a:solidFill>
                <a:srgbClr val="7F7F7F"/>
              </a:solidFill>
              <a:effectLst/>
              <a:uLnTx/>
              <a:uFillTx/>
              <a:latin typeface="Roboto Light"/>
            </a:endParaRPr>
          </a:p>
        </p:txBody>
      </p:sp>
      <p:sp>
        <p:nvSpPr>
          <p:cNvPr id="22" name="Oval 54">
            <a:extLst>
              <a:ext uri="{FF2B5EF4-FFF2-40B4-BE49-F238E27FC236}">
                <a16:creationId xmlns:a16="http://schemas.microsoft.com/office/drawing/2014/main" id="{A52C5F2B-3C52-4FB4-AB57-0D540D3334A6}"/>
              </a:ext>
            </a:extLst>
          </p:cNvPr>
          <p:cNvSpPr>
            <a:spLocks noChangeArrowheads="1"/>
          </p:cNvSpPr>
          <p:nvPr/>
        </p:nvSpPr>
        <p:spPr bwMode="auto">
          <a:xfrm>
            <a:off x="5869324" y="2055946"/>
            <a:ext cx="50989" cy="51003"/>
          </a:xfrm>
          <a:prstGeom prst="ellipse">
            <a:avLst/>
          </a:prstGeom>
          <a:solidFill>
            <a:srgbClr val="2C2C2C"/>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828434" eaLnBrk="1" fontAlgn="auto" latinLnBrk="0" hangingPunct="1">
              <a:lnSpc>
                <a:spcPct val="100000"/>
              </a:lnSpc>
              <a:spcBef>
                <a:spcPts val="0"/>
              </a:spcBef>
              <a:spcAft>
                <a:spcPts val="0"/>
              </a:spcAft>
              <a:buClrTx/>
              <a:buSzTx/>
              <a:buFontTx/>
              <a:buNone/>
              <a:tabLst/>
              <a:defRPr/>
            </a:pPr>
            <a:endParaRPr kumimoji="0" lang="id-ID" sz="3600" b="0" i="0" u="none" strike="noStrike" kern="0" cap="none" spc="0" normalizeH="0" baseline="0" noProof="0">
              <a:ln>
                <a:noFill/>
              </a:ln>
              <a:solidFill>
                <a:srgbClr val="7F7F7F"/>
              </a:solidFill>
              <a:effectLst/>
              <a:uLnTx/>
              <a:uFillTx/>
              <a:latin typeface="Roboto Light"/>
            </a:endParaRPr>
          </a:p>
        </p:txBody>
      </p:sp>
      <p:sp>
        <p:nvSpPr>
          <p:cNvPr id="23" name="Oval 55">
            <a:extLst>
              <a:ext uri="{FF2B5EF4-FFF2-40B4-BE49-F238E27FC236}">
                <a16:creationId xmlns:a16="http://schemas.microsoft.com/office/drawing/2014/main" id="{D795516F-1E01-4018-9B71-B5741DC2EEF1}"/>
              </a:ext>
            </a:extLst>
          </p:cNvPr>
          <p:cNvSpPr>
            <a:spLocks noChangeArrowheads="1"/>
          </p:cNvSpPr>
          <p:nvPr/>
        </p:nvSpPr>
        <p:spPr bwMode="auto">
          <a:xfrm>
            <a:off x="5869324" y="2052547"/>
            <a:ext cx="50989" cy="47602"/>
          </a:xfrm>
          <a:prstGeom prst="ellipse">
            <a:avLst/>
          </a:prstGeom>
          <a:solidFill>
            <a:srgbClr val="0A0A0A"/>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828434" eaLnBrk="1" fontAlgn="auto" latinLnBrk="0" hangingPunct="1">
              <a:lnSpc>
                <a:spcPct val="100000"/>
              </a:lnSpc>
              <a:spcBef>
                <a:spcPts val="0"/>
              </a:spcBef>
              <a:spcAft>
                <a:spcPts val="0"/>
              </a:spcAft>
              <a:buClrTx/>
              <a:buSzTx/>
              <a:buFontTx/>
              <a:buNone/>
              <a:tabLst/>
              <a:defRPr/>
            </a:pPr>
            <a:endParaRPr kumimoji="0" lang="id-ID" sz="3600" b="0" i="0" u="none" strike="noStrike" kern="0" cap="none" spc="0" normalizeH="0" baseline="0" noProof="0">
              <a:ln>
                <a:noFill/>
              </a:ln>
              <a:solidFill>
                <a:srgbClr val="7F7F7F"/>
              </a:solidFill>
              <a:effectLst/>
              <a:uLnTx/>
              <a:uFillTx/>
              <a:latin typeface="Roboto Light"/>
            </a:endParaRPr>
          </a:p>
        </p:txBody>
      </p:sp>
      <p:sp>
        <p:nvSpPr>
          <p:cNvPr id="24" name="Oval 56">
            <a:extLst>
              <a:ext uri="{FF2B5EF4-FFF2-40B4-BE49-F238E27FC236}">
                <a16:creationId xmlns:a16="http://schemas.microsoft.com/office/drawing/2014/main" id="{28CADEAE-2D10-4A72-AAA3-F94B33359708}"/>
              </a:ext>
            </a:extLst>
          </p:cNvPr>
          <p:cNvSpPr>
            <a:spLocks noChangeArrowheads="1"/>
          </p:cNvSpPr>
          <p:nvPr/>
        </p:nvSpPr>
        <p:spPr bwMode="auto">
          <a:xfrm>
            <a:off x="5879520" y="2059347"/>
            <a:ext cx="30595" cy="34001"/>
          </a:xfrm>
          <a:prstGeom prst="ellipse">
            <a:avLst/>
          </a:pr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828434" eaLnBrk="1" fontAlgn="auto" latinLnBrk="0" hangingPunct="1">
              <a:lnSpc>
                <a:spcPct val="100000"/>
              </a:lnSpc>
              <a:spcBef>
                <a:spcPts val="0"/>
              </a:spcBef>
              <a:spcAft>
                <a:spcPts val="0"/>
              </a:spcAft>
              <a:buClrTx/>
              <a:buSzTx/>
              <a:buFontTx/>
              <a:buNone/>
              <a:tabLst/>
              <a:defRPr/>
            </a:pPr>
            <a:endParaRPr kumimoji="0" lang="id-ID" sz="3600" b="0" i="0" u="none" strike="noStrike" kern="0" cap="none" spc="0" normalizeH="0" baseline="0" noProof="0">
              <a:ln>
                <a:noFill/>
              </a:ln>
              <a:solidFill>
                <a:srgbClr val="7F7F7F"/>
              </a:solidFill>
              <a:effectLst/>
              <a:uLnTx/>
              <a:uFillTx/>
              <a:latin typeface="Roboto Light"/>
            </a:endParaRPr>
          </a:p>
        </p:txBody>
      </p:sp>
      <p:sp>
        <p:nvSpPr>
          <p:cNvPr id="25" name="Oval 57">
            <a:extLst>
              <a:ext uri="{FF2B5EF4-FFF2-40B4-BE49-F238E27FC236}">
                <a16:creationId xmlns:a16="http://schemas.microsoft.com/office/drawing/2014/main" id="{343F6F32-0741-42E6-9CA7-B6C8894002D9}"/>
              </a:ext>
            </a:extLst>
          </p:cNvPr>
          <p:cNvSpPr>
            <a:spLocks noChangeArrowheads="1"/>
          </p:cNvSpPr>
          <p:nvPr/>
        </p:nvSpPr>
        <p:spPr bwMode="auto">
          <a:xfrm>
            <a:off x="5886318" y="2069547"/>
            <a:ext cx="16998" cy="17002"/>
          </a:xfrm>
          <a:prstGeom prst="ellipse">
            <a:avLst/>
          </a:prstGeom>
          <a:solidFill>
            <a:srgbClr val="2C99B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828434" eaLnBrk="1" fontAlgn="auto" latinLnBrk="0" hangingPunct="1">
              <a:lnSpc>
                <a:spcPct val="100000"/>
              </a:lnSpc>
              <a:spcBef>
                <a:spcPts val="0"/>
              </a:spcBef>
              <a:spcAft>
                <a:spcPts val="0"/>
              </a:spcAft>
              <a:buClrTx/>
              <a:buSzTx/>
              <a:buFontTx/>
              <a:buNone/>
              <a:tabLst/>
              <a:defRPr/>
            </a:pPr>
            <a:endParaRPr kumimoji="0" lang="id-ID" sz="3600" b="0" i="0" u="none" strike="noStrike" kern="0" cap="none" spc="0" normalizeH="0" baseline="0" noProof="0">
              <a:ln>
                <a:noFill/>
              </a:ln>
              <a:solidFill>
                <a:srgbClr val="7F7F7F"/>
              </a:solidFill>
              <a:effectLst/>
              <a:uLnTx/>
              <a:uFillTx/>
              <a:latin typeface="Roboto Light"/>
            </a:endParaRPr>
          </a:p>
        </p:txBody>
      </p:sp>
      <p:sp>
        <p:nvSpPr>
          <p:cNvPr id="26" name="Freeform 58">
            <a:extLst>
              <a:ext uri="{FF2B5EF4-FFF2-40B4-BE49-F238E27FC236}">
                <a16:creationId xmlns:a16="http://schemas.microsoft.com/office/drawing/2014/main" id="{8BFE0A9B-A41F-4A60-85B6-DE6990F0154D}"/>
              </a:ext>
            </a:extLst>
          </p:cNvPr>
          <p:cNvSpPr>
            <a:spLocks/>
          </p:cNvSpPr>
          <p:nvPr/>
        </p:nvSpPr>
        <p:spPr bwMode="auto">
          <a:xfrm>
            <a:off x="5893117" y="2072948"/>
            <a:ext cx="3400" cy="6801"/>
          </a:xfrm>
          <a:custGeom>
            <a:avLst/>
            <a:gdLst>
              <a:gd name="T0" fmla="*/ 1 w 1"/>
              <a:gd name="T1" fmla="*/ 1 h 2"/>
              <a:gd name="T2" fmla="*/ 1 w 1"/>
              <a:gd name="T3" fmla="*/ 2 h 2"/>
              <a:gd name="T4" fmla="*/ 0 w 1"/>
              <a:gd name="T5" fmla="*/ 1 h 2"/>
              <a:gd name="T6" fmla="*/ 1 w 1"/>
              <a:gd name="T7" fmla="*/ 0 h 2"/>
              <a:gd name="T8" fmla="*/ 1 w 1"/>
              <a:gd name="T9" fmla="*/ 1 h 2"/>
            </a:gdLst>
            <a:ahLst/>
            <a:cxnLst>
              <a:cxn ang="0">
                <a:pos x="T0" y="T1"/>
              </a:cxn>
              <a:cxn ang="0">
                <a:pos x="T2" y="T3"/>
              </a:cxn>
              <a:cxn ang="0">
                <a:pos x="T4" y="T5"/>
              </a:cxn>
              <a:cxn ang="0">
                <a:pos x="T6" y="T7"/>
              </a:cxn>
              <a:cxn ang="0">
                <a:pos x="T8" y="T9"/>
              </a:cxn>
            </a:cxnLst>
            <a:rect l="0" t="0" r="r" b="b"/>
            <a:pathLst>
              <a:path w="1" h="2">
                <a:moveTo>
                  <a:pt x="1" y="1"/>
                </a:moveTo>
                <a:lnTo>
                  <a:pt x="1" y="2"/>
                </a:lnTo>
                <a:lnTo>
                  <a:pt x="0" y="1"/>
                </a:lnTo>
                <a:lnTo>
                  <a:pt x="1" y="0"/>
                </a:lnTo>
                <a:lnTo>
                  <a:pt x="1" y="1"/>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828434" eaLnBrk="1" fontAlgn="auto" latinLnBrk="0" hangingPunct="1">
              <a:lnSpc>
                <a:spcPct val="100000"/>
              </a:lnSpc>
              <a:spcBef>
                <a:spcPts val="0"/>
              </a:spcBef>
              <a:spcAft>
                <a:spcPts val="0"/>
              </a:spcAft>
              <a:buClrTx/>
              <a:buSzTx/>
              <a:buFontTx/>
              <a:buNone/>
              <a:tabLst/>
              <a:defRPr/>
            </a:pPr>
            <a:endParaRPr kumimoji="0" lang="id-ID" sz="3600" b="0" i="0" u="none" strike="noStrike" kern="0" cap="none" spc="0" normalizeH="0" baseline="0" noProof="0">
              <a:ln>
                <a:noFill/>
              </a:ln>
              <a:solidFill>
                <a:srgbClr val="7F7F7F"/>
              </a:solidFill>
              <a:effectLst/>
              <a:uLnTx/>
              <a:uFillTx/>
              <a:latin typeface="Roboto Light"/>
            </a:endParaRPr>
          </a:p>
        </p:txBody>
      </p:sp>
      <p:sp>
        <p:nvSpPr>
          <p:cNvPr id="30" name="Oval 61">
            <a:extLst>
              <a:ext uri="{FF2B5EF4-FFF2-40B4-BE49-F238E27FC236}">
                <a16:creationId xmlns:a16="http://schemas.microsoft.com/office/drawing/2014/main" id="{6F4C7AF5-5D45-4698-A829-8D21B8449FA2}"/>
              </a:ext>
            </a:extLst>
          </p:cNvPr>
          <p:cNvSpPr>
            <a:spLocks noChangeArrowheads="1"/>
          </p:cNvSpPr>
          <p:nvPr/>
        </p:nvSpPr>
        <p:spPr bwMode="auto">
          <a:xfrm>
            <a:off x="8791476" y="3186115"/>
            <a:ext cx="36151" cy="36161"/>
          </a:xfrm>
          <a:prstGeom prst="ellipse">
            <a:avLst/>
          </a:prstGeom>
          <a:solidFill>
            <a:srgbClr val="FFFFFF">
              <a:lumMod val="95000"/>
            </a:srgbClr>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828434" eaLnBrk="1" fontAlgn="auto" latinLnBrk="0" hangingPunct="1">
              <a:lnSpc>
                <a:spcPct val="100000"/>
              </a:lnSpc>
              <a:spcBef>
                <a:spcPts val="0"/>
              </a:spcBef>
              <a:spcAft>
                <a:spcPts val="0"/>
              </a:spcAft>
              <a:buClrTx/>
              <a:buSzTx/>
              <a:buFontTx/>
              <a:buNone/>
              <a:tabLst/>
              <a:defRPr/>
            </a:pPr>
            <a:endParaRPr kumimoji="0" lang="id-ID" sz="3600" b="0" i="0" u="none" strike="noStrike" kern="0" cap="none" spc="0" normalizeH="0" baseline="0" noProof="0">
              <a:ln>
                <a:noFill/>
              </a:ln>
              <a:solidFill>
                <a:srgbClr val="7F7F7F"/>
              </a:solidFill>
              <a:effectLst/>
              <a:uLnTx/>
              <a:uFillTx/>
              <a:latin typeface="Roboto Light"/>
            </a:endParaRPr>
          </a:p>
        </p:txBody>
      </p:sp>
      <p:sp>
        <p:nvSpPr>
          <p:cNvPr id="31" name="Oval 62">
            <a:extLst>
              <a:ext uri="{FF2B5EF4-FFF2-40B4-BE49-F238E27FC236}">
                <a16:creationId xmlns:a16="http://schemas.microsoft.com/office/drawing/2014/main" id="{31D76F62-4CA1-4689-B82B-D37D4F3581C0}"/>
              </a:ext>
            </a:extLst>
          </p:cNvPr>
          <p:cNvSpPr>
            <a:spLocks noChangeArrowheads="1"/>
          </p:cNvSpPr>
          <p:nvPr/>
        </p:nvSpPr>
        <p:spPr bwMode="auto">
          <a:xfrm>
            <a:off x="8803526" y="3198168"/>
            <a:ext cx="9039" cy="9041"/>
          </a:xfrm>
          <a:prstGeom prst="ellipse">
            <a:avLst/>
          </a:prstGeom>
          <a:solidFill>
            <a:srgbClr val="FFFFFF">
              <a:lumMod val="95000"/>
            </a:srgbClr>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828434" eaLnBrk="1" fontAlgn="auto" latinLnBrk="0" hangingPunct="1">
              <a:lnSpc>
                <a:spcPct val="100000"/>
              </a:lnSpc>
              <a:spcBef>
                <a:spcPts val="0"/>
              </a:spcBef>
              <a:spcAft>
                <a:spcPts val="0"/>
              </a:spcAft>
              <a:buClrTx/>
              <a:buSzTx/>
              <a:buFontTx/>
              <a:buNone/>
              <a:tabLst/>
              <a:defRPr/>
            </a:pPr>
            <a:endParaRPr kumimoji="0" lang="id-ID" sz="3600" b="0" i="0" u="none" strike="noStrike" kern="0" cap="none" spc="0" normalizeH="0" baseline="0" noProof="0">
              <a:ln>
                <a:noFill/>
              </a:ln>
              <a:solidFill>
                <a:srgbClr val="7F7F7F"/>
              </a:solidFill>
              <a:effectLst/>
              <a:uLnTx/>
              <a:uFillTx/>
              <a:latin typeface="Roboto Light"/>
            </a:endParaRPr>
          </a:p>
        </p:txBody>
      </p:sp>
      <p:sp>
        <p:nvSpPr>
          <p:cNvPr id="32" name="Oval 63">
            <a:extLst>
              <a:ext uri="{FF2B5EF4-FFF2-40B4-BE49-F238E27FC236}">
                <a16:creationId xmlns:a16="http://schemas.microsoft.com/office/drawing/2014/main" id="{4425A9F4-E7C9-43D7-ACB5-A34091E652FF}"/>
              </a:ext>
            </a:extLst>
          </p:cNvPr>
          <p:cNvSpPr>
            <a:spLocks noChangeArrowheads="1"/>
          </p:cNvSpPr>
          <p:nvPr/>
        </p:nvSpPr>
        <p:spPr bwMode="auto">
          <a:xfrm>
            <a:off x="8791476" y="3183100"/>
            <a:ext cx="36151" cy="36161"/>
          </a:xfrm>
          <a:prstGeom prst="ellipse">
            <a:avLst/>
          </a:prstGeom>
          <a:solidFill>
            <a:srgbClr val="FFFFFF">
              <a:lumMod val="95000"/>
            </a:srgbClr>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828434" eaLnBrk="1" fontAlgn="auto" latinLnBrk="0" hangingPunct="1">
              <a:lnSpc>
                <a:spcPct val="100000"/>
              </a:lnSpc>
              <a:spcBef>
                <a:spcPts val="0"/>
              </a:spcBef>
              <a:spcAft>
                <a:spcPts val="0"/>
              </a:spcAft>
              <a:buClrTx/>
              <a:buSzTx/>
              <a:buFontTx/>
              <a:buNone/>
              <a:tabLst/>
              <a:defRPr/>
            </a:pPr>
            <a:endParaRPr kumimoji="0" lang="id-ID" sz="3600" b="0" i="0" u="none" strike="noStrike" kern="0" cap="none" spc="0" normalizeH="0" baseline="0" noProof="0">
              <a:ln>
                <a:noFill/>
              </a:ln>
              <a:solidFill>
                <a:srgbClr val="7F7F7F"/>
              </a:solidFill>
              <a:effectLst/>
              <a:uLnTx/>
              <a:uFillTx/>
              <a:latin typeface="Roboto Light"/>
            </a:endParaRPr>
          </a:p>
        </p:txBody>
      </p:sp>
      <p:sp>
        <p:nvSpPr>
          <p:cNvPr id="33" name="Oval 64">
            <a:extLst>
              <a:ext uri="{FF2B5EF4-FFF2-40B4-BE49-F238E27FC236}">
                <a16:creationId xmlns:a16="http://schemas.microsoft.com/office/drawing/2014/main" id="{10E40350-C9B7-4E62-900A-9D9416EAD8A6}"/>
              </a:ext>
            </a:extLst>
          </p:cNvPr>
          <p:cNvSpPr>
            <a:spLocks noChangeArrowheads="1"/>
          </p:cNvSpPr>
          <p:nvPr/>
        </p:nvSpPr>
        <p:spPr bwMode="auto">
          <a:xfrm>
            <a:off x="8803526" y="3195154"/>
            <a:ext cx="9039" cy="9041"/>
          </a:xfrm>
          <a:prstGeom prst="ellipse">
            <a:avLst/>
          </a:prstGeom>
          <a:solidFill>
            <a:srgbClr val="FFFFFF">
              <a:lumMod val="95000"/>
            </a:srgbClr>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828434" eaLnBrk="1" fontAlgn="auto" latinLnBrk="0" hangingPunct="1">
              <a:lnSpc>
                <a:spcPct val="100000"/>
              </a:lnSpc>
              <a:spcBef>
                <a:spcPts val="0"/>
              </a:spcBef>
              <a:spcAft>
                <a:spcPts val="0"/>
              </a:spcAft>
              <a:buClrTx/>
              <a:buSzTx/>
              <a:buFontTx/>
              <a:buNone/>
              <a:tabLst/>
              <a:defRPr/>
            </a:pPr>
            <a:endParaRPr kumimoji="0" lang="id-ID" sz="3600" b="0" i="0" u="none" strike="noStrike" kern="0" cap="none" spc="0" normalizeH="0" baseline="0" noProof="0">
              <a:ln>
                <a:noFill/>
              </a:ln>
              <a:solidFill>
                <a:srgbClr val="7F7F7F"/>
              </a:solidFill>
              <a:effectLst/>
              <a:uLnTx/>
              <a:uFillTx/>
              <a:latin typeface="Roboto Light"/>
            </a:endParaRPr>
          </a:p>
        </p:txBody>
      </p:sp>
      <p:sp>
        <p:nvSpPr>
          <p:cNvPr id="34" name="Oval 65">
            <a:extLst>
              <a:ext uri="{FF2B5EF4-FFF2-40B4-BE49-F238E27FC236}">
                <a16:creationId xmlns:a16="http://schemas.microsoft.com/office/drawing/2014/main" id="{9E2E22DC-4F3A-4790-A30F-046FBF96B2AE}"/>
              </a:ext>
            </a:extLst>
          </p:cNvPr>
          <p:cNvSpPr>
            <a:spLocks noChangeArrowheads="1"/>
          </p:cNvSpPr>
          <p:nvPr/>
        </p:nvSpPr>
        <p:spPr bwMode="auto">
          <a:xfrm>
            <a:off x="8797501" y="3189127"/>
            <a:ext cx="24101" cy="24107"/>
          </a:xfrm>
          <a:prstGeom prst="ellipse">
            <a:avLst/>
          </a:prstGeom>
          <a:solidFill>
            <a:srgbClr val="FFFFFF">
              <a:lumMod val="95000"/>
            </a:srgbClr>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828434" eaLnBrk="1" fontAlgn="auto" latinLnBrk="0" hangingPunct="1">
              <a:lnSpc>
                <a:spcPct val="100000"/>
              </a:lnSpc>
              <a:spcBef>
                <a:spcPts val="0"/>
              </a:spcBef>
              <a:spcAft>
                <a:spcPts val="0"/>
              </a:spcAft>
              <a:buClrTx/>
              <a:buSzTx/>
              <a:buFontTx/>
              <a:buNone/>
              <a:tabLst/>
              <a:defRPr/>
            </a:pPr>
            <a:endParaRPr kumimoji="0" lang="id-ID" sz="3600" b="0" i="0" u="none" strike="noStrike" kern="0" cap="none" spc="0" normalizeH="0" baseline="0" noProof="0">
              <a:ln>
                <a:noFill/>
              </a:ln>
              <a:solidFill>
                <a:srgbClr val="7F7F7F"/>
              </a:solidFill>
              <a:effectLst/>
              <a:uLnTx/>
              <a:uFillTx/>
              <a:latin typeface="Roboto Light"/>
            </a:endParaRPr>
          </a:p>
        </p:txBody>
      </p:sp>
      <p:sp>
        <p:nvSpPr>
          <p:cNvPr id="35" name="Oval 66">
            <a:extLst>
              <a:ext uri="{FF2B5EF4-FFF2-40B4-BE49-F238E27FC236}">
                <a16:creationId xmlns:a16="http://schemas.microsoft.com/office/drawing/2014/main" id="{057FA838-5568-42E9-8B65-A812AE22ABC4}"/>
              </a:ext>
            </a:extLst>
          </p:cNvPr>
          <p:cNvSpPr>
            <a:spLocks noChangeArrowheads="1"/>
          </p:cNvSpPr>
          <p:nvPr/>
        </p:nvSpPr>
        <p:spPr bwMode="auto">
          <a:xfrm>
            <a:off x="8797501" y="3189127"/>
            <a:ext cx="24101" cy="24107"/>
          </a:xfrm>
          <a:prstGeom prst="ellipse">
            <a:avLst/>
          </a:prstGeom>
          <a:solidFill>
            <a:srgbClr val="FFFFFF">
              <a:lumMod val="95000"/>
            </a:srgbClr>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828434" eaLnBrk="1" fontAlgn="auto" latinLnBrk="0" hangingPunct="1">
              <a:lnSpc>
                <a:spcPct val="100000"/>
              </a:lnSpc>
              <a:spcBef>
                <a:spcPts val="0"/>
              </a:spcBef>
              <a:spcAft>
                <a:spcPts val="0"/>
              </a:spcAft>
              <a:buClrTx/>
              <a:buSzTx/>
              <a:buFontTx/>
              <a:buNone/>
              <a:tabLst/>
              <a:defRPr/>
            </a:pPr>
            <a:endParaRPr kumimoji="0" lang="id-ID" sz="3600" b="0" i="0" u="none" strike="noStrike" kern="0" cap="none" spc="0" normalizeH="0" baseline="0" noProof="0">
              <a:ln>
                <a:noFill/>
              </a:ln>
              <a:solidFill>
                <a:srgbClr val="7F7F7F"/>
              </a:solidFill>
              <a:effectLst/>
              <a:uLnTx/>
              <a:uFillTx/>
              <a:latin typeface="Roboto Light"/>
            </a:endParaRPr>
          </a:p>
        </p:txBody>
      </p:sp>
      <p:sp>
        <p:nvSpPr>
          <p:cNvPr id="36" name="Oval 67">
            <a:extLst>
              <a:ext uri="{FF2B5EF4-FFF2-40B4-BE49-F238E27FC236}">
                <a16:creationId xmlns:a16="http://schemas.microsoft.com/office/drawing/2014/main" id="{51624F16-2207-4181-8EC3-0A03CB5B45C4}"/>
              </a:ext>
            </a:extLst>
          </p:cNvPr>
          <p:cNvSpPr>
            <a:spLocks noChangeArrowheads="1"/>
          </p:cNvSpPr>
          <p:nvPr/>
        </p:nvSpPr>
        <p:spPr bwMode="auto">
          <a:xfrm>
            <a:off x="8803526" y="3195154"/>
            <a:ext cx="12050" cy="12054"/>
          </a:xfrm>
          <a:prstGeom prst="ellipse">
            <a:avLst/>
          </a:prstGeom>
          <a:solidFill>
            <a:srgbClr val="FFFFFF">
              <a:lumMod val="95000"/>
            </a:srgbClr>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828434" eaLnBrk="1" fontAlgn="auto" latinLnBrk="0" hangingPunct="1">
              <a:lnSpc>
                <a:spcPct val="100000"/>
              </a:lnSpc>
              <a:spcBef>
                <a:spcPts val="0"/>
              </a:spcBef>
              <a:spcAft>
                <a:spcPts val="0"/>
              </a:spcAft>
              <a:buClrTx/>
              <a:buSzTx/>
              <a:buFontTx/>
              <a:buNone/>
              <a:tabLst/>
              <a:defRPr/>
            </a:pPr>
            <a:endParaRPr kumimoji="0" lang="id-ID" sz="3600" b="0" i="0" u="none" strike="noStrike" kern="0" cap="none" spc="0" normalizeH="0" baseline="0" noProof="0">
              <a:ln>
                <a:noFill/>
              </a:ln>
              <a:solidFill>
                <a:srgbClr val="7F7F7F"/>
              </a:solidFill>
              <a:effectLst/>
              <a:uLnTx/>
              <a:uFillTx/>
              <a:latin typeface="Roboto Light"/>
            </a:endParaRPr>
          </a:p>
        </p:txBody>
      </p:sp>
      <p:sp>
        <p:nvSpPr>
          <p:cNvPr id="37" name="Oval 68">
            <a:extLst>
              <a:ext uri="{FF2B5EF4-FFF2-40B4-BE49-F238E27FC236}">
                <a16:creationId xmlns:a16="http://schemas.microsoft.com/office/drawing/2014/main" id="{8AD5CD56-41B4-4B06-BC24-90E697781C45}"/>
              </a:ext>
            </a:extLst>
          </p:cNvPr>
          <p:cNvSpPr>
            <a:spLocks noChangeArrowheads="1"/>
          </p:cNvSpPr>
          <p:nvPr/>
        </p:nvSpPr>
        <p:spPr bwMode="auto">
          <a:xfrm>
            <a:off x="8803526" y="3195154"/>
            <a:ext cx="12050" cy="12054"/>
          </a:xfrm>
          <a:prstGeom prst="ellipse">
            <a:avLst/>
          </a:prstGeom>
          <a:solidFill>
            <a:srgbClr val="FFFFFF">
              <a:lumMod val="95000"/>
            </a:srgbClr>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828434" eaLnBrk="1" fontAlgn="auto" latinLnBrk="0" hangingPunct="1">
              <a:lnSpc>
                <a:spcPct val="100000"/>
              </a:lnSpc>
              <a:spcBef>
                <a:spcPts val="0"/>
              </a:spcBef>
              <a:spcAft>
                <a:spcPts val="0"/>
              </a:spcAft>
              <a:buClrTx/>
              <a:buSzTx/>
              <a:buFontTx/>
              <a:buNone/>
              <a:tabLst/>
              <a:defRPr/>
            </a:pPr>
            <a:endParaRPr kumimoji="0" lang="id-ID" sz="3600" b="0" i="0" u="none" strike="noStrike" kern="0" cap="none" spc="0" normalizeH="0" baseline="0" noProof="0">
              <a:ln>
                <a:noFill/>
              </a:ln>
              <a:solidFill>
                <a:srgbClr val="7F7F7F"/>
              </a:solidFill>
              <a:effectLst/>
              <a:uLnTx/>
              <a:uFillTx/>
              <a:latin typeface="Roboto Light"/>
            </a:endParaRPr>
          </a:p>
        </p:txBody>
      </p:sp>
      <p:sp>
        <p:nvSpPr>
          <p:cNvPr id="38" name="Freeform 69">
            <a:extLst>
              <a:ext uri="{FF2B5EF4-FFF2-40B4-BE49-F238E27FC236}">
                <a16:creationId xmlns:a16="http://schemas.microsoft.com/office/drawing/2014/main" id="{C1E2B9AE-A46B-44BC-8D69-174286DE3389}"/>
              </a:ext>
            </a:extLst>
          </p:cNvPr>
          <p:cNvSpPr>
            <a:spLocks/>
          </p:cNvSpPr>
          <p:nvPr/>
        </p:nvSpPr>
        <p:spPr bwMode="auto">
          <a:xfrm>
            <a:off x="8806540" y="3198168"/>
            <a:ext cx="3013" cy="3014"/>
          </a:xfrm>
          <a:custGeom>
            <a:avLst/>
            <a:gdLst>
              <a:gd name="T0" fmla="*/ 1 w 1"/>
              <a:gd name="T1" fmla="*/ 1 h 1"/>
              <a:gd name="T2" fmla="*/ 1 w 1"/>
              <a:gd name="T3" fmla="*/ 1 h 1"/>
              <a:gd name="T4" fmla="*/ 0 w 1"/>
              <a:gd name="T5" fmla="*/ 1 h 1"/>
              <a:gd name="T6" fmla="*/ 1 w 1"/>
              <a:gd name="T7" fmla="*/ 0 h 1"/>
              <a:gd name="T8" fmla="*/ 1 w 1"/>
              <a:gd name="T9" fmla="*/ 1 h 1"/>
            </a:gdLst>
            <a:ahLst/>
            <a:cxnLst>
              <a:cxn ang="0">
                <a:pos x="T0" y="T1"/>
              </a:cxn>
              <a:cxn ang="0">
                <a:pos x="T2" y="T3"/>
              </a:cxn>
              <a:cxn ang="0">
                <a:pos x="T4" y="T5"/>
              </a:cxn>
              <a:cxn ang="0">
                <a:pos x="T6" y="T7"/>
              </a:cxn>
              <a:cxn ang="0">
                <a:pos x="T8" y="T9"/>
              </a:cxn>
            </a:cxnLst>
            <a:rect l="0" t="0" r="r" b="b"/>
            <a:pathLst>
              <a:path w="1" h="1">
                <a:moveTo>
                  <a:pt x="1" y="1"/>
                </a:moveTo>
                <a:lnTo>
                  <a:pt x="1" y="1"/>
                </a:lnTo>
                <a:lnTo>
                  <a:pt x="0" y="1"/>
                </a:lnTo>
                <a:lnTo>
                  <a:pt x="1" y="0"/>
                </a:lnTo>
                <a:lnTo>
                  <a:pt x="1" y="1"/>
                </a:lnTo>
                <a:close/>
              </a:path>
            </a:pathLst>
          </a:custGeom>
          <a:solidFill>
            <a:srgbClr val="FFFFFF">
              <a:lumMod val="95000"/>
            </a:srgbClr>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828434" eaLnBrk="1" fontAlgn="auto" latinLnBrk="0" hangingPunct="1">
              <a:lnSpc>
                <a:spcPct val="100000"/>
              </a:lnSpc>
              <a:spcBef>
                <a:spcPts val="0"/>
              </a:spcBef>
              <a:spcAft>
                <a:spcPts val="0"/>
              </a:spcAft>
              <a:buClrTx/>
              <a:buSzTx/>
              <a:buFontTx/>
              <a:buNone/>
              <a:tabLst/>
              <a:defRPr/>
            </a:pPr>
            <a:endParaRPr kumimoji="0" lang="id-ID" sz="3600" b="0" i="0" u="none" strike="noStrike" kern="0" cap="none" spc="0" normalizeH="0" baseline="0" noProof="0">
              <a:ln>
                <a:noFill/>
              </a:ln>
              <a:solidFill>
                <a:srgbClr val="7F7F7F"/>
              </a:solidFill>
              <a:effectLst/>
              <a:uLnTx/>
              <a:uFillTx/>
              <a:latin typeface="Roboto Light"/>
            </a:endParaRPr>
          </a:p>
        </p:txBody>
      </p:sp>
      <p:sp>
        <p:nvSpPr>
          <p:cNvPr id="39" name="Freeform 70">
            <a:extLst>
              <a:ext uri="{FF2B5EF4-FFF2-40B4-BE49-F238E27FC236}">
                <a16:creationId xmlns:a16="http://schemas.microsoft.com/office/drawing/2014/main" id="{F3523725-B51B-46CC-AD09-D73B14308E79}"/>
              </a:ext>
            </a:extLst>
          </p:cNvPr>
          <p:cNvSpPr>
            <a:spLocks/>
          </p:cNvSpPr>
          <p:nvPr/>
        </p:nvSpPr>
        <p:spPr bwMode="auto">
          <a:xfrm>
            <a:off x="8806540" y="3198168"/>
            <a:ext cx="3013" cy="3014"/>
          </a:xfrm>
          <a:custGeom>
            <a:avLst/>
            <a:gdLst>
              <a:gd name="T0" fmla="*/ 1 w 1"/>
              <a:gd name="T1" fmla="*/ 1 h 1"/>
              <a:gd name="T2" fmla="*/ 1 w 1"/>
              <a:gd name="T3" fmla="*/ 1 h 1"/>
              <a:gd name="T4" fmla="*/ 0 w 1"/>
              <a:gd name="T5" fmla="*/ 1 h 1"/>
              <a:gd name="T6" fmla="*/ 1 w 1"/>
              <a:gd name="T7" fmla="*/ 0 h 1"/>
              <a:gd name="T8" fmla="*/ 1 w 1"/>
              <a:gd name="T9" fmla="*/ 1 h 1"/>
            </a:gdLst>
            <a:ahLst/>
            <a:cxnLst>
              <a:cxn ang="0">
                <a:pos x="T0" y="T1"/>
              </a:cxn>
              <a:cxn ang="0">
                <a:pos x="T2" y="T3"/>
              </a:cxn>
              <a:cxn ang="0">
                <a:pos x="T4" y="T5"/>
              </a:cxn>
              <a:cxn ang="0">
                <a:pos x="T6" y="T7"/>
              </a:cxn>
              <a:cxn ang="0">
                <a:pos x="T8" y="T9"/>
              </a:cxn>
            </a:cxnLst>
            <a:rect l="0" t="0" r="r" b="b"/>
            <a:pathLst>
              <a:path w="1" h="1">
                <a:moveTo>
                  <a:pt x="1" y="1"/>
                </a:moveTo>
                <a:lnTo>
                  <a:pt x="1" y="1"/>
                </a:lnTo>
                <a:lnTo>
                  <a:pt x="0" y="1"/>
                </a:lnTo>
                <a:lnTo>
                  <a:pt x="1" y="0"/>
                </a:lnTo>
                <a:lnTo>
                  <a:pt x="1" y="1"/>
                </a:lnTo>
                <a:close/>
              </a:path>
            </a:pathLst>
          </a:custGeom>
          <a:solidFill>
            <a:srgbClr val="FFFFFF">
              <a:lumMod val="95000"/>
            </a:srgbClr>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828434" eaLnBrk="1" fontAlgn="auto" latinLnBrk="0" hangingPunct="1">
              <a:lnSpc>
                <a:spcPct val="100000"/>
              </a:lnSpc>
              <a:spcBef>
                <a:spcPts val="0"/>
              </a:spcBef>
              <a:spcAft>
                <a:spcPts val="0"/>
              </a:spcAft>
              <a:buClrTx/>
              <a:buSzTx/>
              <a:buFontTx/>
              <a:buNone/>
              <a:tabLst/>
              <a:defRPr/>
            </a:pPr>
            <a:endParaRPr kumimoji="0" lang="id-ID" sz="3600" b="0" i="0" u="none" strike="noStrike" kern="0" cap="none" spc="0" normalizeH="0" baseline="0" noProof="0">
              <a:ln>
                <a:noFill/>
              </a:ln>
              <a:solidFill>
                <a:srgbClr val="7F7F7F"/>
              </a:solidFill>
              <a:effectLst/>
              <a:uLnTx/>
              <a:uFillTx/>
              <a:latin typeface="Roboto Light"/>
            </a:endParaRPr>
          </a:p>
        </p:txBody>
      </p:sp>
      <p:sp>
        <p:nvSpPr>
          <p:cNvPr id="40" name="Oval 71">
            <a:extLst>
              <a:ext uri="{FF2B5EF4-FFF2-40B4-BE49-F238E27FC236}">
                <a16:creationId xmlns:a16="http://schemas.microsoft.com/office/drawing/2014/main" id="{DE7F9372-38EA-41BC-834A-69FE1B7FF812}"/>
              </a:ext>
            </a:extLst>
          </p:cNvPr>
          <p:cNvSpPr>
            <a:spLocks noChangeArrowheads="1"/>
          </p:cNvSpPr>
          <p:nvPr/>
        </p:nvSpPr>
        <p:spPr bwMode="auto">
          <a:xfrm>
            <a:off x="8710136" y="5361792"/>
            <a:ext cx="195821" cy="195872"/>
          </a:xfrm>
          <a:prstGeom prst="ellipse">
            <a:avLst/>
          </a:prstGeom>
          <a:solidFill>
            <a:srgbClr val="FFFFFF">
              <a:lumMod val="95000"/>
            </a:srgbClr>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828434" eaLnBrk="1" fontAlgn="auto" latinLnBrk="0" hangingPunct="1">
              <a:lnSpc>
                <a:spcPct val="100000"/>
              </a:lnSpc>
              <a:spcBef>
                <a:spcPts val="0"/>
              </a:spcBef>
              <a:spcAft>
                <a:spcPts val="0"/>
              </a:spcAft>
              <a:buClrTx/>
              <a:buSzTx/>
              <a:buFontTx/>
              <a:buNone/>
              <a:tabLst/>
              <a:defRPr/>
            </a:pPr>
            <a:endParaRPr kumimoji="0" lang="id-ID" sz="3600" b="0" i="0" u="none" strike="noStrike" kern="0" cap="none" spc="0" normalizeH="0" baseline="0" noProof="0">
              <a:ln>
                <a:noFill/>
              </a:ln>
              <a:solidFill>
                <a:srgbClr val="7F7F7F"/>
              </a:solidFill>
              <a:effectLst/>
              <a:uLnTx/>
              <a:uFillTx/>
              <a:latin typeface="Roboto Light"/>
            </a:endParaRPr>
          </a:p>
        </p:txBody>
      </p:sp>
      <p:sp>
        <p:nvSpPr>
          <p:cNvPr id="41" name="Freeform 72">
            <a:extLst>
              <a:ext uri="{FF2B5EF4-FFF2-40B4-BE49-F238E27FC236}">
                <a16:creationId xmlns:a16="http://schemas.microsoft.com/office/drawing/2014/main" id="{43709C02-BBB4-4F21-A5CF-D707FE4A9133}"/>
              </a:ext>
            </a:extLst>
          </p:cNvPr>
          <p:cNvSpPr>
            <a:spLocks/>
          </p:cNvSpPr>
          <p:nvPr/>
        </p:nvSpPr>
        <p:spPr bwMode="auto">
          <a:xfrm>
            <a:off x="8758338" y="5410006"/>
            <a:ext cx="99417" cy="99443"/>
          </a:xfrm>
          <a:custGeom>
            <a:avLst/>
            <a:gdLst>
              <a:gd name="T0" fmla="*/ 31 w 33"/>
              <a:gd name="T1" fmla="*/ 22 h 33"/>
              <a:gd name="T2" fmla="*/ 29 w 33"/>
              <a:gd name="T3" fmla="*/ 22 h 33"/>
              <a:gd name="T4" fmla="*/ 22 w 33"/>
              <a:gd name="T5" fmla="*/ 29 h 33"/>
              <a:gd name="T6" fmla="*/ 11 w 33"/>
              <a:gd name="T7" fmla="*/ 29 h 33"/>
              <a:gd name="T8" fmla="*/ 4 w 33"/>
              <a:gd name="T9" fmla="*/ 22 h 33"/>
              <a:gd name="T10" fmla="*/ 4 w 33"/>
              <a:gd name="T11" fmla="*/ 11 h 33"/>
              <a:gd name="T12" fmla="*/ 11 w 33"/>
              <a:gd name="T13" fmla="*/ 4 h 33"/>
              <a:gd name="T14" fmla="*/ 22 w 33"/>
              <a:gd name="T15" fmla="*/ 4 h 33"/>
              <a:gd name="T16" fmla="*/ 29 w 33"/>
              <a:gd name="T17" fmla="*/ 11 h 33"/>
              <a:gd name="T18" fmla="*/ 29 w 33"/>
              <a:gd name="T19" fmla="*/ 22 h 33"/>
              <a:gd name="T20" fmla="*/ 31 w 33"/>
              <a:gd name="T21" fmla="*/ 22 h 33"/>
              <a:gd name="T22" fmla="*/ 33 w 33"/>
              <a:gd name="T23" fmla="*/ 22 h 33"/>
              <a:gd name="T24" fmla="*/ 33 w 33"/>
              <a:gd name="T25" fmla="*/ 11 h 33"/>
              <a:gd name="T26" fmla="*/ 22 w 33"/>
              <a:gd name="T27" fmla="*/ 0 h 33"/>
              <a:gd name="T28" fmla="*/ 11 w 33"/>
              <a:gd name="T29" fmla="*/ 0 h 33"/>
              <a:gd name="T30" fmla="*/ 0 w 33"/>
              <a:gd name="T31" fmla="*/ 11 h 33"/>
              <a:gd name="T32" fmla="*/ 0 w 33"/>
              <a:gd name="T33" fmla="*/ 22 h 33"/>
              <a:gd name="T34" fmla="*/ 11 w 33"/>
              <a:gd name="T35" fmla="*/ 33 h 33"/>
              <a:gd name="T36" fmla="*/ 22 w 33"/>
              <a:gd name="T37" fmla="*/ 33 h 33"/>
              <a:gd name="T38" fmla="*/ 33 w 33"/>
              <a:gd name="T39" fmla="*/ 22 h 33"/>
              <a:gd name="T40" fmla="*/ 31 w 33"/>
              <a:gd name="T41" fmla="*/ 22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3" h="33">
                <a:moveTo>
                  <a:pt x="31" y="22"/>
                </a:moveTo>
                <a:cubicBezTo>
                  <a:pt x="29" y="22"/>
                  <a:pt x="29" y="22"/>
                  <a:pt x="29" y="22"/>
                </a:cubicBezTo>
                <a:cubicBezTo>
                  <a:pt x="29" y="26"/>
                  <a:pt x="26" y="29"/>
                  <a:pt x="22" y="29"/>
                </a:cubicBezTo>
                <a:cubicBezTo>
                  <a:pt x="11" y="29"/>
                  <a:pt x="11" y="29"/>
                  <a:pt x="11" y="29"/>
                </a:cubicBezTo>
                <a:cubicBezTo>
                  <a:pt x="7" y="29"/>
                  <a:pt x="4" y="26"/>
                  <a:pt x="4" y="22"/>
                </a:cubicBezTo>
                <a:cubicBezTo>
                  <a:pt x="4" y="11"/>
                  <a:pt x="4" y="11"/>
                  <a:pt x="4" y="11"/>
                </a:cubicBezTo>
                <a:cubicBezTo>
                  <a:pt x="4" y="7"/>
                  <a:pt x="7" y="4"/>
                  <a:pt x="11" y="4"/>
                </a:cubicBezTo>
                <a:cubicBezTo>
                  <a:pt x="22" y="4"/>
                  <a:pt x="22" y="4"/>
                  <a:pt x="22" y="4"/>
                </a:cubicBezTo>
                <a:cubicBezTo>
                  <a:pt x="26" y="4"/>
                  <a:pt x="29" y="7"/>
                  <a:pt x="29" y="11"/>
                </a:cubicBezTo>
                <a:cubicBezTo>
                  <a:pt x="29" y="22"/>
                  <a:pt x="29" y="22"/>
                  <a:pt x="29" y="22"/>
                </a:cubicBezTo>
                <a:cubicBezTo>
                  <a:pt x="31" y="22"/>
                  <a:pt x="31" y="22"/>
                  <a:pt x="31" y="22"/>
                </a:cubicBezTo>
                <a:cubicBezTo>
                  <a:pt x="33" y="22"/>
                  <a:pt x="33" y="22"/>
                  <a:pt x="33" y="22"/>
                </a:cubicBezTo>
                <a:cubicBezTo>
                  <a:pt x="33" y="11"/>
                  <a:pt x="33" y="11"/>
                  <a:pt x="33" y="11"/>
                </a:cubicBezTo>
                <a:cubicBezTo>
                  <a:pt x="33" y="5"/>
                  <a:pt x="28" y="0"/>
                  <a:pt x="22" y="0"/>
                </a:cubicBezTo>
                <a:cubicBezTo>
                  <a:pt x="11" y="0"/>
                  <a:pt x="11" y="0"/>
                  <a:pt x="11" y="0"/>
                </a:cubicBezTo>
                <a:cubicBezTo>
                  <a:pt x="5" y="0"/>
                  <a:pt x="0" y="5"/>
                  <a:pt x="0" y="11"/>
                </a:cubicBezTo>
                <a:cubicBezTo>
                  <a:pt x="0" y="22"/>
                  <a:pt x="0" y="22"/>
                  <a:pt x="0" y="22"/>
                </a:cubicBezTo>
                <a:cubicBezTo>
                  <a:pt x="0" y="28"/>
                  <a:pt x="5" y="33"/>
                  <a:pt x="11" y="33"/>
                </a:cubicBezTo>
                <a:cubicBezTo>
                  <a:pt x="22" y="33"/>
                  <a:pt x="22" y="33"/>
                  <a:pt x="22" y="33"/>
                </a:cubicBezTo>
                <a:cubicBezTo>
                  <a:pt x="28" y="33"/>
                  <a:pt x="33" y="28"/>
                  <a:pt x="33" y="22"/>
                </a:cubicBezTo>
                <a:lnTo>
                  <a:pt x="31" y="22"/>
                </a:lnTo>
                <a:close/>
              </a:path>
            </a:pathLst>
          </a:custGeom>
          <a:solidFill>
            <a:srgbClr val="FFFFFF">
              <a:lumMod val="75000"/>
            </a:srgbClr>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828434" eaLnBrk="1" fontAlgn="auto" latinLnBrk="0" hangingPunct="1">
              <a:lnSpc>
                <a:spcPct val="100000"/>
              </a:lnSpc>
              <a:spcBef>
                <a:spcPts val="0"/>
              </a:spcBef>
              <a:spcAft>
                <a:spcPts val="0"/>
              </a:spcAft>
              <a:buClrTx/>
              <a:buSzTx/>
              <a:buFontTx/>
              <a:buNone/>
              <a:tabLst/>
              <a:defRPr/>
            </a:pPr>
            <a:endParaRPr kumimoji="0" lang="id-ID" sz="3600" b="0" i="0" u="none" strike="noStrike" kern="0" cap="none" spc="0" normalizeH="0" baseline="0" noProof="0">
              <a:ln>
                <a:noFill/>
              </a:ln>
              <a:solidFill>
                <a:srgbClr val="7F7F7F"/>
              </a:solidFill>
              <a:effectLst/>
              <a:uLnTx/>
              <a:uFillTx/>
              <a:latin typeface="Roboto Light"/>
            </a:endParaRPr>
          </a:p>
        </p:txBody>
      </p:sp>
      <p:sp>
        <p:nvSpPr>
          <p:cNvPr id="43" name="Freeform 75">
            <a:extLst>
              <a:ext uri="{FF2B5EF4-FFF2-40B4-BE49-F238E27FC236}">
                <a16:creationId xmlns:a16="http://schemas.microsoft.com/office/drawing/2014/main" id="{53A1ED6B-E44B-48D4-BD29-6FE94F70D839}"/>
              </a:ext>
            </a:extLst>
          </p:cNvPr>
          <p:cNvSpPr>
            <a:spLocks/>
          </p:cNvSpPr>
          <p:nvPr/>
        </p:nvSpPr>
        <p:spPr bwMode="auto">
          <a:xfrm>
            <a:off x="8716162" y="3273502"/>
            <a:ext cx="219923" cy="51229"/>
          </a:xfrm>
          <a:custGeom>
            <a:avLst/>
            <a:gdLst>
              <a:gd name="T0" fmla="*/ 8 w 73"/>
              <a:gd name="T1" fmla="*/ 17 h 17"/>
              <a:gd name="T2" fmla="*/ 0 w 73"/>
              <a:gd name="T3" fmla="*/ 9 h 17"/>
              <a:gd name="T4" fmla="*/ 8 w 73"/>
              <a:gd name="T5" fmla="*/ 0 h 17"/>
              <a:gd name="T6" fmla="*/ 65 w 73"/>
              <a:gd name="T7" fmla="*/ 0 h 17"/>
              <a:gd name="T8" fmla="*/ 73 w 73"/>
              <a:gd name="T9" fmla="*/ 9 h 17"/>
              <a:gd name="T10" fmla="*/ 65 w 73"/>
              <a:gd name="T11" fmla="*/ 17 h 17"/>
              <a:gd name="T12" fmla="*/ 8 w 73"/>
              <a:gd name="T13" fmla="*/ 17 h 17"/>
            </a:gdLst>
            <a:ahLst/>
            <a:cxnLst>
              <a:cxn ang="0">
                <a:pos x="T0" y="T1"/>
              </a:cxn>
              <a:cxn ang="0">
                <a:pos x="T2" y="T3"/>
              </a:cxn>
              <a:cxn ang="0">
                <a:pos x="T4" y="T5"/>
              </a:cxn>
              <a:cxn ang="0">
                <a:pos x="T6" y="T7"/>
              </a:cxn>
              <a:cxn ang="0">
                <a:pos x="T8" y="T9"/>
              </a:cxn>
              <a:cxn ang="0">
                <a:pos x="T10" y="T11"/>
              </a:cxn>
              <a:cxn ang="0">
                <a:pos x="T12" y="T13"/>
              </a:cxn>
            </a:cxnLst>
            <a:rect l="0" t="0" r="r" b="b"/>
            <a:pathLst>
              <a:path w="73" h="17">
                <a:moveTo>
                  <a:pt x="8" y="17"/>
                </a:moveTo>
                <a:cubicBezTo>
                  <a:pt x="3" y="17"/>
                  <a:pt x="0" y="13"/>
                  <a:pt x="0" y="9"/>
                </a:cubicBezTo>
                <a:cubicBezTo>
                  <a:pt x="0" y="4"/>
                  <a:pt x="3" y="0"/>
                  <a:pt x="8" y="0"/>
                </a:cubicBezTo>
                <a:cubicBezTo>
                  <a:pt x="65" y="0"/>
                  <a:pt x="65" y="0"/>
                  <a:pt x="65" y="0"/>
                </a:cubicBezTo>
                <a:cubicBezTo>
                  <a:pt x="70" y="0"/>
                  <a:pt x="73" y="4"/>
                  <a:pt x="73" y="9"/>
                </a:cubicBezTo>
                <a:cubicBezTo>
                  <a:pt x="73" y="13"/>
                  <a:pt x="70" y="17"/>
                  <a:pt x="65" y="17"/>
                </a:cubicBezTo>
                <a:lnTo>
                  <a:pt x="8" y="17"/>
                </a:lnTo>
                <a:close/>
              </a:path>
            </a:pathLst>
          </a:custGeom>
          <a:solidFill>
            <a:srgbClr val="FFFFFF">
              <a:lumMod val="95000"/>
            </a:srgbClr>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828434" eaLnBrk="1" fontAlgn="auto" latinLnBrk="0" hangingPunct="1">
              <a:lnSpc>
                <a:spcPct val="100000"/>
              </a:lnSpc>
              <a:spcBef>
                <a:spcPts val="0"/>
              </a:spcBef>
              <a:spcAft>
                <a:spcPts val="0"/>
              </a:spcAft>
              <a:buClrTx/>
              <a:buSzTx/>
              <a:buFontTx/>
              <a:buNone/>
              <a:tabLst/>
              <a:defRPr/>
            </a:pPr>
            <a:endParaRPr kumimoji="0" lang="id-ID" sz="3600" b="0" i="0" u="none" strike="noStrike" kern="0" cap="none" spc="0" normalizeH="0" baseline="0" noProof="0">
              <a:ln>
                <a:noFill/>
              </a:ln>
              <a:solidFill>
                <a:srgbClr val="7F7F7F"/>
              </a:solidFill>
              <a:effectLst/>
              <a:uLnTx/>
              <a:uFillTx/>
              <a:latin typeface="Roboto Light"/>
            </a:endParaRPr>
          </a:p>
        </p:txBody>
      </p:sp>
      <p:sp>
        <p:nvSpPr>
          <p:cNvPr id="44" name="Freeform 76">
            <a:extLst>
              <a:ext uri="{FF2B5EF4-FFF2-40B4-BE49-F238E27FC236}">
                <a16:creationId xmlns:a16="http://schemas.microsoft.com/office/drawing/2014/main" id="{3A966E8F-6CB7-459B-917B-6A4AE1734DE9}"/>
              </a:ext>
            </a:extLst>
          </p:cNvPr>
          <p:cNvSpPr>
            <a:spLocks/>
          </p:cNvSpPr>
          <p:nvPr/>
        </p:nvSpPr>
        <p:spPr bwMode="auto">
          <a:xfrm>
            <a:off x="8728212" y="3288570"/>
            <a:ext cx="195821" cy="21095"/>
          </a:xfrm>
          <a:custGeom>
            <a:avLst/>
            <a:gdLst>
              <a:gd name="T0" fmla="*/ 65 w 65"/>
              <a:gd name="T1" fmla="*/ 4 h 7"/>
              <a:gd name="T2" fmla="*/ 61 w 65"/>
              <a:gd name="T3" fmla="*/ 7 h 7"/>
              <a:gd name="T4" fmla="*/ 4 w 65"/>
              <a:gd name="T5" fmla="*/ 7 h 7"/>
              <a:gd name="T6" fmla="*/ 0 w 65"/>
              <a:gd name="T7" fmla="*/ 4 h 7"/>
              <a:gd name="T8" fmla="*/ 4 w 65"/>
              <a:gd name="T9" fmla="*/ 0 h 7"/>
              <a:gd name="T10" fmla="*/ 61 w 65"/>
              <a:gd name="T11" fmla="*/ 0 h 7"/>
              <a:gd name="T12" fmla="*/ 65 w 65"/>
              <a:gd name="T13" fmla="*/ 4 h 7"/>
            </a:gdLst>
            <a:ahLst/>
            <a:cxnLst>
              <a:cxn ang="0">
                <a:pos x="T0" y="T1"/>
              </a:cxn>
              <a:cxn ang="0">
                <a:pos x="T2" y="T3"/>
              </a:cxn>
              <a:cxn ang="0">
                <a:pos x="T4" y="T5"/>
              </a:cxn>
              <a:cxn ang="0">
                <a:pos x="T6" y="T7"/>
              </a:cxn>
              <a:cxn ang="0">
                <a:pos x="T8" y="T9"/>
              </a:cxn>
              <a:cxn ang="0">
                <a:pos x="T10" y="T11"/>
              </a:cxn>
              <a:cxn ang="0">
                <a:pos x="T12" y="T13"/>
              </a:cxn>
            </a:cxnLst>
            <a:rect l="0" t="0" r="r" b="b"/>
            <a:pathLst>
              <a:path w="65" h="7">
                <a:moveTo>
                  <a:pt x="65" y="4"/>
                </a:moveTo>
                <a:cubicBezTo>
                  <a:pt x="65" y="6"/>
                  <a:pt x="63" y="7"/>
                  <a:pt x="61" y="7"/>
                </a:cubicBezTo>
                <a:cubicBezTo>
                  <a:pt x="4" y="7"/>
                  <a:pt x="4" y="7"/>
                  <a:pt x="4" y="7"/>
                </a:cubicBezTo>
                <a:cubicBezTo>
                  <a:pt x="2" y="7"/>
                  <a:pt x="0" y="6"/>
                  <a:pt x="0" y="4"/>
                </a:cubicBezTo>
                <a:cubicBezTo>
                  <a:pt x="0" y="2"/>
                  <a:pt x="2" y="0"/>
                  <a:pt x="4" y="0"/>
                </a:cubicBezTo>
                <a:cubicBezTo>
                  <a:pt x="61" y="0"/>
                  <a:pt x="61" y="0"/>
                  <a:pt x="61" y="0"/>
                </a:cubicBezTo>
                <a:cubicBezTo>
                  <a:pt x="63" y="0"/>
                  <a:pt x="65" y="2"/>
                  <a:pt x="65" y="4"/>
                </a:cubicBezTo>
                <a:close/>
              </a:path>
            </a:pathLst>
          </a:custGeom>
          <a:solidFill>
            <a:srgbClr val="FFFFFF">
              <a:lumMod val="95000"/>
            </a:srgbClr>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828434" eaLnBrk="1" fontAlgn="auto" latinLnBrk="0" hangingPunct="1">
              <a:lnSpc>
                <a:spcPct val="100000"/>
              </a:lnSpc>
              <a:spcBef>
                <a:spcPts val="0"/>
              </a:spcBef>
              <a:spcAft>
                <a:spcPts val="0"/>
              </a:spcAft>
              <a:buClrTx/>
              <a:buSzTx/>
              <a:buFontTx/>
              <a:buNone/>
              <a:tabLst/>
              <a:defRPr/>
            </a:pPr>
            <a:endParaRPr kumimoji="0" lang="id-ID" sz="3600" b="0" i="0" u="none" strike="noStrike" kern="0" cap="none" spc="0" normalizeH="0" baseline="0" noProof="0">
              <a:ln>
                <a:noFill/>
              </a:ln>
              <a:solidFill>
                <a:srgbClr val="7F7F7F"/>
              </a:solidFill>
              <a:effectLst/>
              <a:uLnTx/>
              <a:uFillTx/>
              <a:latin typeface="Roboto Light"/>
            </a:endParaRPr>
          </a:p>
        </p:txBody>
      </p:sp>
      <p:sp>
        <p:nvSpPr>
          <p:cNvPr id="45" name="Oval 77">
            <a:extLst>
              <a:ext uri="{FF2B5EF4-FFF2-40B4-BE49-F238E27FC236}">
                <a16:creationId xmlns:a16="http://schemas.microsoft.com/office/drawing/2014/main" id="{BE19A5BC-A0AD-4202-B9E7-5B9D6592B039}"/>
              </a:ext>
            </a:extLst>
          </p:cNvPr>
          <p:cNvSpPr>
            <a:spLocks noChangeArrowheads="1"/>
          </p:cNvSpPr>
          <p:nvPr/>
        </p:nvSpPr>
        <p:spPr bwMode="auto">
          <a:xfrm>
            <a:off x="8643859" y="3282543"/>
            <a:ext cx="33140" cy="33148"/>
          </a:xfrm>
          <a:prstGeom prst="ellipse">
            <a:avLst/>
          </a:prstGeom>
          <a:solidFill>
            <a:srgbClr val="FFFFFF">
              <a:lumMod val="95000"/>
            </a:srgbClr>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828434" eaLnBrk="1" fontAlgn="auto" latinLnBrk="0" hangingPunct="1">
              <a:lnSpc>
                <a:spcPct val="100000"/>
              </a:lnSpc>
              <a:spcBef>
                <a:spcPts val="0"/>
              </a:spcBef>
              <a:spcAft>
                <a:spcPts val="0"/>
              </a:spcAft>
              <a:buClrTx/>
              <a:buSzTx/>
              <a:buFontTx/>
              <a:buNone/>
              <a:tabLst/>
              <a:defRPr/>
            </a:pPr>
            <a:endParaRPr kumimoji="0" lang="id-ID" sz="3600" b="0" i="0" u="none" strike="noStrike" kern="0" cap="none" spc="0" normalizeH="0" baseline="0" noProof="0">
              <a:ln>
                <a:noFill/>
              </a:ln>
              <a:solidFill>
                <a:srgbClr val="7F7F7F"/>
              </a:solidFill>
              <a:effectLst/>
              <a:uLnTx/>
              <a:uFillTx/>
              <a:latin typeface="Roboto Light"/>
            </a:endParaRPr>
          </a:p>
        </p:txBody>
      </p:sp>
    </p:spTree>
    <p:extLst>
      <p:ext uri="{BB962C8B-B14F-4D97-AF65-F5344CB8AC3E}">
        <p14:creationId xmlns:p14="http://schemas.microsoft.com/office/powerpoint/2010/main" val="189338774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视频母版">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40550F8C-09E3-4442-8DC6-E0C639E8B1D8}"/>
              </a:ext>
            </a:extLst>
          </p:cNvPr>
          <p:cNvSpPr/>
          <p:nvPr userDrawn="1"/>
        </p:nvSpPr>
        <p:spPr>
          <a:xfrm>
            <a:off x="0" y="0"/>
            <a:ext cx="12192000" cy="6492875"/>
          </a:xfrm>
          <a:prstGeom prst="rect">
            <a:avLst/>
          </a:prstGeom>
          <a:solidFill>
            <a:schemeClr val="bg1">
              <a:alpha val="93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latin typeface="Microsoft YaHei UI" panose="020B0503020204020204" pitchFamily="34" charset="-122"/>
              <a:ea typeface="Microsoft YaHei UI" panose="020B0503020204020204" pitchFamily="34" charset="-122"/>
            </a:endParaRPr>
          </a:p>
        </p:txBody>
      </p:sp>
      <p:sp>
        <p:nvSpPr>
          <p:cNvPr id="2" name="标题 1">
            <a:extLst>
              <a:ext uri="{FF2B5EF4-FFF2-40B4-BE49-F238E27FC236}">
                <a16:creationId xmlns:a16="http://schemas.microsoft.com/office/drawing/2014/main" id="{F3F78BD0-F462-4621-8C34-D1893B6B97AE}"/>
              </a:ext>
            </a:extLst>
          </p:cNvPr>
          <p:cNvSpPr>
            <a:spLocks noGrp="1"/>
          </p:cNvSpPr>
          <p:nvPr>
            <p:ph type="title"/>
          </p:nvPr>
        </p:nvSpPr>
        <p:spPr>
          <a:xfrm>
            <a:off x="792481" y="574395"/>
            <a:ext cx="7315200" cy="341874"/>
          </a:xfrm>
        </p:spPr>
        <p:txBody>
          <a:bodyPr lIns="0" tIns="0" rIns="0" bIns="0">
            <a:noAutofit/>
          </a:bodyPr>
          <a:lstStyle>
            <a:lvl1pPr>
              <a:defRPr sz="2600" b="1">
                <a:solidFill>
                  <a:schemeClr val="accent1"/>
                </a:solidFill>
              </a:defRPr>
            </a:lvl1pPr>
          </a:lstStyle>
          <a:p>
            <a:r>
              <a:rPr lang="zh-CN" altLang="en-US" dirty="0"/>
              <a:t>单击此处编辑母版标题样式</a:t>
            </a:r>
          </a:p>
        </p:txBody>
      </p:sp>
      <p:sp>
        <p:nvSpPr>
          <p:cNvPr id="7" name="矩形 6">
            <a:extLst>
              <a:ext uri="{FF2B5EF4-FFF2-40B4-BE49-F238E27FC236}">
                <a16:creationId xmlns:a16="http://schemas.microsoft.com/office/drawing/2014/main" id="{273664E7-E6D5-4929-9178-9AD3110374FA}"/>
              </a:ext>
            </a:extLst>
          </p:cNvPr>
          <p:cNvSpPr/>
          <p:nvPr userDrawn="1"/>
        </p:nvSpPr>
        <p:spPr>
          <a:xfrm>
            <a:off x="0" y="6492875"/>
            <a:ext cx="12192000" cy="365125"/>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a:extLst>
              <a:ext uri="{FF2B5EF4-FFF2-40B4-BE49-F238E27FC236}">
                <a16:creationId xmlns:a16="http://schemas.microsoft.com/office/drawing/2014/main" id="{CC1AFDE3-17F7-4C68-81A1-E196F75F6412}"/>
              </a:ext>
            </a:extLst>
          </p:cNvPr>
          <p:cNvPicPr>
            <a:picLocks noChangeAspect="1"/>
          </p:cNvPicPr>
          <p:nvPr userDrawn="1"/>
        </p:nvPicPr>
        <p:blipFill>
          <a:blip r:embed="rId2"/>
          <a:stretch>
            <a:fillRect/>
          </a:stretch>
        </p:blipFill>
        <p:spPr>
          <a:xfrm>
            <a:off x="673100" y="6580054"/>
            <a:ext cx="1330959" cy="203465"/>
          </a:xfrm>
          <a:prstGeom prst="rect">
            <a:avLst/>
          </a:prstGeom>
        </p:spPr>
      </p:pic>
      <p:pic>
        <p:nvPicPr>
          <p:cNvPr id="9" name="图片 8">
            <a:extLst>
              <a:ext uri="{FF2B5EF4-FFF2-40B4-BE49-F238E27FC236}">
                <a16:creationId xmlns:a16="http://schemas.microsoft.com/office/drawing/2014/main" id="{F17405B7-37A0-4A9E-87D3-E7F07F5B2459}"/>
              </a:ext>
            </a:extLst>
          </p:cNvPr>
          <p:cNvPicPr>
            <a:picLocks noChangeAspect="1"/>
          </p:cNvPicPr>
          <p:nvPr userDrawn="1"/>
        </p:nvPicPr>
        <p:blipFill>
          <a:blip r:embed="rId3"/>
          <a:stretch>
            <a:fillRect/>
          </a:stretch>
        </p:blipFill>
        <p:spPr>
          <a:xfrm>
            <a:off x="9997440" y="530517"/>
            <a:ext cx="1521460" cy="380209"/>
          </a:xfrm>
          <a:prstGeom prst="rect">
            <a:avLst/>
          </a:prstGeom>
        </p:spPr>
      </p:pic>
      <p:pic>
        <p:nvPicPr>
          <p:cNvPr id="12" name="图片 11">
            <a:extLst>
              <a:ext uri="{FF2B5EF4-FFF2-40B4-BE49-F238E27FC236}">
                <a16:creationId xmlns:a16="http://schemas.microsoft.com/office/drawing/2014/main" id="{A4F36DF7-8FB7-494A-AB7D-676726F71429}"/>
              </a:ext>
            </a:extLst>
          </p:cNvPr>
          <p:cNvPicPr>
            <a:picLocks noChangeAspect="1"/>
          </p:cNvPicPr>
          <p:nvPr userDrawn="1"/>
        </p:nvPicPr>
        <p:blipFill>
          <a:blip r:embed="rId4"/>
          <a:stretch>
            <a:fillRect/>
          </a:stretch>
        </p:blipFill>
        <p:spPr>
          <a:xfrm>
            <a:off x="8610600" y="6626002"/>
            <a:ext cx="2908300" cy="111568"/>
          </a:xfrm>
          <a:prstGeom prst="rect">
            <a:avLst/>
          </a:prstGeom>
        </p:spPr>
      </p:pic>
      <p:sp>
        <p:nvSpPr>
          <p:cNvPr id="13" name="Freeform 52">
            <a:extLst>
              <a:ext uri="{FF2B5EF4-FFF2-40B4-BE49-F238E27FC236}">
                <a16:creationId xmlns:a16="http://schemas.microsoft.com/office/drawing/2014/main" id="{8C821F99-9CAC-4AF4-A510-C489D83FB6B7}"/>
              </a:ext>
            </a:extLst>
          </p:cNvPr>
          <p:cNvSpPr>
            <a:spLocks noEditPoints="1"/>
          </p:cNvSpPr>
          <p:nvPr userDrawn="1"/>
        </p:nvSpPr>
        <p:spPr bwMode="auto">
          <a:xfrm>
            <a:off x="114520" y="450603"/>
            <a:ext cx="563441" cy="659948"/>
          </a:xfrm>
          <a:custGeom>
            <a:avLst/>
            <a:gdLst>
              <a:gd name="T0" fmla="*/ 342 w 495"/>
              <a:gd name="T1" fmla="*/ 490 h 581"/>
              <a:gd name="T2" fmla="*/ 267 w 495"/>
              <a:gd name="T3" fmla="*/ 393 h 581"/>
              <a:gd name="T4" fmla="*/ 155 w 495"/>
              <a:gd name="T5" fmla="*/ 426 h 581"/>
              <a:gd name="T6" fmla="*/ 159 w 495"/>
              <a:gd name="T7" fmla="*/ 351 h 581"/>
              <a:gd name="T8" fmla="*/ 108 w 495"/>
              <a:gd name="T9" fmla="*/ 266 h 581"/>
              <a:gd name="T10" fmla="*/ 118 w 495"/>
              <a:gd name="T11" fmla="*/ 114 h 581"/>
              <a:gd name="T12" fmla="*/ 157 w 495"/>
              <a:gd name="T13" fmla="*/ 118 h 581"/>
              <a:gd name="T14" fmla="*/ 168 w 495"/>
              <a:gd name="T15" fmla="*/ 129 h 581"/>
              <a:gd name="T16" fmla="*/ 173 w 495"/>
              <a:gd name="T17" fmla="*/ 168 h 581"/>
              <a:gd name="T18" fmla="*/ 68 w 495"/>
              <a:gd name="T19" fmla="*/ 266 h 581"/>
              <a:gd name="T20" fmla="*/ 153 w 495"/>
              <a:gd name="T21" fmla="*/ 111 h 581"/>
              <a:gd name="T22" fmla="*/ 142 w 495"/>
              <a:gd name="T23" fmla="*/ 149 h 581"/>
              <a:gd name="T24" fmla="*/ 181 w 495"/>
              <a:gd name="T25" fmla="*/ 133 h 581"/>
              <a:gd name="T26" fmla="*/ 182 w 495"/>
              <a:gd name="T27" fmla="*/ 47 h 581"/>
              <a:gd name="T28" fmla="*/ 197 w 495"/>
              <a:gd name="T29" fmla="*/ 282 h 581"/>
              <a:gd name="T30" fmla="*/ 199 w 495"/>
              <a:gd name="T31" fmla="*/ 136 h 581"/>
              <a:gd name="T32" fmla="*/ 201 w 495"/>
              <a:gd name="T33" fmla="*/ 5 h 581"/>
              <a:gd name="T34" fmla="*/ 212 w 495"/>
              <a:gd name="T35" fmla="*/ 61 h 581"/>
              <a:gd name="T36" fmla="*/ 256 w 495"/>
              <a:gd name="T37" fmla="*/ 145 h 581"/>
              <a:gd name="T38" fmla="*/ 279 w 495"/>
              <a:gd name="T39" fmla="*/ 84 h 581"/>
              <a:gd name="T40" fmla="*/ 358 w 495"/>
              <a:gd name="T41" fmla="*/ 54 h 581"/>
              <a:gd name="T42" fmla="*/ 412 w 495"/>
              <a:gd name="T43" fmla="*/ 93 h 581"/>
              <a:gd name="T44" fmla="*/ 431 w 495"/>
              <a:gd name="T45" fmla="*/ 95 h 581"/>
              <a:gd name="T46" fmla="*/ 463 w 495"/>
              <a:gd name="T47" fmla="*/ 155 h 581"/>
              <a:gd name="T48" fmla="*/ 222 w 495"/>
              <a:gd name="T49" fmla="*/ 279 h 581"/>
              <a:gd name="T50" fmla="*/ 350 w 495"/>
              <a:gd name="T51" fmla="*/ 257 h 581"/>
              <a:gd name="T52" fmla="*/ 398 w 495"/>
              <a:gd name="T53" fmla="*/ 210 h 581"/>
              <a:gd name="T54" fmla="*/ 407 w 495"/>
              <a:gd name="T55" fmla="*/ 219 h 581"/>
              <a:gd name="T56" fmla="*/ 412 w 495"/>
              <a:gd name="T57" fmla="*/ 451 h 581"/>
              <a:gd name="T58" fmla="*/ 406 w 495"/>
              <a:gd name="T59" fmla="*/ 320 h 581"/>
              <a:gd name="T60" fmla="*/ 469 w 495"/>
              <a:gd name="T61" fmla="*/ 184 h 581"/>
              <a:gd name="T62" fmla="*/ 460 w 495"/>
              <a:gd name="T63" fmla="*/ 233 h 581"/>
              <a:gd name="T64" fmla="*/ 384 w 495"/>
              <a:gd name="T65" fmla="*/ 222 h 581"/>
              <a:gd name="T66" fmla="*/ 421 w 495"/>
              <a:gd name="T67" fmla="*/ 188 h 581"/>
              <a:gd name="T68" fmla="*/ 364 w 495"/>
              <a:gd name="T69" fmla="*/ 225 h 581"/>
              <a:gd name="T70" fmla="*/ 361 w 495"/>
              <a:gd name="T71" fmla="*/ 188 h 581"/>
              <a:gd name="T72" fmla="*/ 387 w 495"/>
              <a:gd name="T73" fmla="*/ 356 h 581"/>
              <a:gd name="T74" fmla="*/ 220 w 495"/>
              <a:gd name="T75" fmla="*/ 351 h 581"/>
              <a:gd name="T76" fmla="*/ 236 w 495"/>
              <a:gd name="T77" fmla="*/ 315 h 581"/>
              <a:gd name="T78" fmla="*/ 207 w 495"/>
              <a:gd name="T79" fmla="*/ 171 h 581"/>
              <a:gd name="T80" fmla="*/ 239 w 495"/>
              <a:gd name="T81" fmla="*/ 166 h 581"/>
              <a:gd name="T82" fmla="*/ 252 w 495"/>
              <a:gd name="T83" fmla="*/ 158 h 581"/>
              <a:gd name="T84" fmla="*/ 270 w 495"/>
              <a:gd name="T85" fmla="*/ 130 h 581"/>
              <a:gd name="T86" fmla="*/ 279 w 495"/>
              <a:gd name="T87" fmla="*/ 100 h 581"/>
              <a:gd name="T88" fmla="*/ 394 w 495"/>
              <a:gd name="T89" fmla="*/ 130 h 581"/>
              <a:gd name="T90" fmla="*/ 438 w 495"/>
              <a:gd name="T91" fmla="*/ 100 h 581"/>
              <a:gd name="T92" fmla="*/ 439 w 495"/>
              <a:gd name="T93" fmla="*/ 153 h 581"/>
              <a:gd name="T94" fmla="*/ 457 w 495"/>
              <a:gd name="T95" fmla="*/ 159 h 581"/>
              <a:gd name="T96" fmla="*/ 475 w 495"/>
              <a:gd name="T97" fmla="*/ 100 h 581"/>
              <a:gd name="T98" fmla="*/ 456 w 495"/>
              <a:gd name="T99" fmla="*/ 80 h 581"/>
              <a:gd name="T100" fmla="*/ 344 w 495"/>
              <a:gd name="T101" fmla="*/ 34 h 581"/>
              <a:gd name="T102" fmla="*/ 207 w 495"/>
              <a:gd name="T103" fmla="*/ 0 h 581"/>
              <a:gd name="T104" fmla="*/ 173 w 495"/>
              <a:gd name="T105" fmla="*/ 7 h 581"/>
              <a:gd name="T106" fmla="*/ 144 w 495"/>
              <a:gd name="T107" fmla="*/ 23 h 581"/>
              <a:gd name="T108" fmla="*/ 122 w 495"/>
              <a:gd name="T109" fmla="*/ 51 h 581"/>
              <a:gd name="T110" fmla="*/ 149 w 495"/>
              <a:gd name="T111" fmla="*/ 82 h 581"/>
              <a:gd name="T112" fmla="*/ 59 w 495"/>
              <a:gd name="T113" fmla="*/ 98 h 581"/>
              <a:gd name="T114" fmla="*/ 108 w 495"/>
              <a:gd name="T115" fmla="*/ 286 h 581"/>
              <a:gd name="T116" fmla="*/ 153 w 495"/>
              <a:gd name="T117" fmla="*/ 307 h 581"/>
              <a:gd name="T118" fmla="*/ 103 w 495"/>
              <a:gd name="T119" fmla="*/ 418 h 581"/>
              <a:gd name="T120" fmla="*/ 495 w 495"/>
              <a:gd name="T121" fmla="*/ 512 h 5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95" h="581">
                <a:moveTo>
                  <a:pt x="370" y="368"/>
                </a:moveTo>
                <a:cubicBezTo>
                  <a:pt x="334" y="361"/>
                  <a:pt x="334" y="361"/>
                  <a:pt x="334" y="361"/>
                </a:cubicBezTo>
                <a:cubicBezTo>
                  <a:pt x="290" y="370"/>
                  <a:pt x="290" y="370"/>
                  <a:pt x="290" y="370"/>
                </a:cubicBezTo>
                <a:cubicBezTo>
                  <a:pt x="299" y="361"/>
                  <a:pt x="299" y="361"/>
                  <a:pt x="299" y="361"/>
                </a:cubicBezTo>
                <a:cubicBezTo>
                  <a:pt x="338" y="349"/>
                  <a:pt x="338" y="349"/>
                  <a:pt x="338" y="349"/>
                </a:cubicBezTo>
                <a:cubicBezTo>
                  <a:pt x="377" y="362"/>
                  <a:pt x="377" y="362"/>
                  <a:pt x="377" y="362"/>
                </a:cubicBezTo>
                <a:lnTo>
                  <a:pt x="370" y="368"/>
                </a:lnTo>
                <a:close/>
                <a:moveTo>
                  <a:pt x="342" y="490"/>
                </a:moveTo>
                <a:cubicBezTo>
                  <a:pt x="338" y="469"/>
                  <a:pt x="338" y="469"/>
                  <a:pt x="338" y="469"/>
                </a:cubicBezTo>
                <a:cubicBezTo>
                  <a:pt x="350" y="422"/>
                  <a:pt x="350" y="422"/>
                  <a:pt x="350" y="422"/>
                </a:cubicBezTo>
                <a:cubicBezTo>
                  <a:pt x="350" y="422"/>
                  <a:pt x="350" y="422"/>
                  <a:pt x="350" y="422"/>
                </a:cubicBezTo>
                <a:cubicBezTo>
                  <a:pt x="350" y="422"/>
                  <a:pt x="350" y="422"/>
                  <a:pt x="350" y="422"/>
                </a:cubicBezTo>
                <a:cubicBezTo>
                  <a:pt x="365" y="420"/>
                  <a:pt x="365" y="420"/>
                  <a:pt x="365" y="420"/>
                </a:cubicBezTo>
                <a:cubicBezTo>
                  <a:pt x="376" y="493"/>
                  <a:pt x="376" y="493"/>
                  <a:pt x="376" y="493"/>
                </a:cubicBezTo>
                <a:cubicBezTo>
                  <a:pt x="365" y="492"/>
                  <a:pt x="354" y="491"/>
                  <a:pt x="342" y="490"/>
                </a:cubicBezTo>
                <a:close/>
                <a:moveTo>
                  <a:pt x="267" y="393"/>
                </a:moveTo>
                <a:cubicBezTo>
                  <a:pt x="300" y="401"/>
                  <a:pt x="300" y="401"/>
                  <a:pt x="300" y="401"/>
                </a:cubicBezTo>
                <a:cubicBezTo>
                  <a:pt x="345" y="384"/>
                  <a:pt x="345" y="384"/>
                  <a:pt x="345" y="384"/>
                </a:cubicBezTo>
                <a:cubicBezTo>
                  <a:pt x="370" y="396"/>
                  <a:pt x="370" y="396"/>
                  <a:pt x="370" y="396"/>
                </a:cubicBezTo>
                <a:cubicBezTo>
                  <a:pt x="345" y="392"/>
                  <a:pt x="345" y="392"/>
                  <a:pt x="345" y="392"/>
                </a:cubicBezTo>
                <a:cubicBezTo>
                  <a:pt x="299" y="409"/>
                  <a:pt x="299" y="409"/>
                  <a:pt x="299" y="409"/>
                </a:cubicBezTo>
                <a:lnTo>
                  <a:pt x="267" y="393"/>
                </a:lnTo>
                <a:close/>
                <a:moveTo>
                  <a:pt x="172" y="472"/>
                </a:moveTo>
                <a:cubicBezTo>
                  <a:pt x="155" y="426"/>
                  <a:pt x="155" y="426"/>
                  <a:pt x="155" y="426"/>
                </a:cubicBezTo>
                <a:cubicBezTo>
                  <a:pt x="132" y="419"/>
                  <a:pt x="132" y="419"/>
                  <a:pt x="132" y="419"/>
                </a:cubicBezTo>
                <a:cubicBezTo>
                  <a:pt x="171" y="407"/>
                  <a:pt x="171" y="407"/>
                  <a:pt x="171" y="407"/>
                </a:cubicBezTo>
                <a:cubicBezTo>
                  <a:pt x="186" y="457"/>
                  <a:pt x="186" y="457"/>
                  <a:pt x="186" y="457"/>
                </a:cubicBezTo>
                <a:cubicBezTo>
                  <a:pt x="278" y="443"/>
                  <a:pt x="278" y="443"/>
                  <a:pt x="278" y="443"/>
                </a:cubicBezTo>
                <a:lnTo>
                  <a:pt x="172" y="472"/>
                </a:lnTo>
                <a:close/>
                <a:moveTo>
                  <a:pt x="155" y="326"/>
                </a:moveTo>
                <a:cubicBezTo>
                  <a:pt x="159" y="326"/>
                  <a:pt x="159" y="326"/>
                  <a:pt x="159" y="326"/>
                </a:cubicBezTo>
                <a:cubicBezTo>
                  <a:pt x="159" y="351"/>
                  <a:pt x="159" y="351"/>
                  <a:pt x="159" y="351"/>
                </a:cubicBezTo>
                <a:cubicBezTo>
                  <a:pt x="155" y="351"/>
                  <a:pt x="155" y="351"/>
                  <a:pt x="155" y="351"/>
                </a:cubicBezTo>
                <a:lnTo>
                  <a:pt x="155" y="326"/>
                </a:lnTo>
                <a:close/>
                <a:moveTo>
                  <a:pt x="164" y="326"/>
                </a:moveTo>
                <a:cubicBezTo>
                  <a:pt x="187" y="326"/>
                  <a:pt x="187" y="326"/>
                  <a:pt x="187" y="326"/>
                </a:cubicBezTo>
                <a:cubicBezTo>
                  <a:pt x="187" y="351"/>
                  <a:pt x="187" y="351"/>
                  <a:pt x="187" y="351"/>
                </a:cubicBezTo>
                <a:cubicBezTo>
                  <a:pt x="164" y="351"/>
                  <a:pt x="164" y="351"/>
                  <a:pt x="164" y="351"/>
                </a:cubicBezTo>
                <a:lnTo>
                  <a:pt x="164" y="326"/>
                </a:lnTo>
                <a:close/>
                <a:moveTo>
                  <a:pt x="108" y="266"/>
                </a:moveTo>
                <a:cubicBezTo>
                  <a:pt x="108" y="266"/>
                  <a:pt x="108" y="266"/>
                  <a:pt x="108" y="266"/>
                </a:cubicBezTo>
                <a:cubicBezTo>
                  <a:pt x="79" y="266"/>
                  <a:pt x="79" y="266"/>
                  <a:pt x="79" y="266"/>
                </a:cubicBezTo>
                <a:cubicBezTo>
                  <a:pt x="79" y="100"/>
                  <a:pt x="79" y="100"/>
                  <a:pt x="79" y="100"/>
                </a:cubicBezTo>
                <a:cubicBezTo>
                  <a:pt x="110" y="100"/>
                  <a:pt x="110" y="100"/>
                  <a:pt x="110" y="100"/>
                </a:cubicBezTo>
                <a:cubicBezTo>
                  <a:pt x="110" y="98"/>
                  <a:pt x="110" y="98"/>
                  <a:pt x="110" y="98"/>
                </a:cubicBezTo>
                <a:cubicBezTo>
                  <a:pt x="149" y="98"/>
                  <a:pt x="149" y="98"/>
                  <a:pt x="149" y="98"/>
                </a:cubicBezTo>
                <a:cubicBezTo>
                  <a:pt x="149" y="99"/>
                  <a:pt x="149" y="100"/>
                  <a:pt x="150" y="101"/>
                </a:cubicBezTo>
                <a:cubicBezTo>
                  <a:pt x="118" y="114"/>
                  <a:pt x="118" y="114"/>
                  <a:pt x="118" y="114"/>
                </a:cubicBezTo>
                <a:cubicBezTo>
                  <a:pt x="117" y="112"/>
                  <a:pt x="117" y="112"/>
                  <a:pt x="117" y="112"/>
                </a:cubicBezTo>
                <a:cubicBezTo>
                  <a:pt x="117" y="112"/>
                  <a:pt x="117" y="112"/>
                  <a:pt x="117" y="112"/>
                </a:cubicBezTo>
                <a:cubicBezTo>
                  <a:pt x="113" y="114"/>
                  <a:pt x="113" y="114"/>
                  <a:pt x="113" y="114"/>
                </a:cubicBezTo>
                <a:cubicBezTo>
                  <a:pt x="120" y="132"/>
                  <a:pt x="120" y="132"/>
                  <a:pt x="120" y="132"/>
                </a:cubicBezTo>
                <a:cubicBezTo>
                  <a:pt x="124" y="130"/>
                  <a:pt x="124" y="130"/>
                  <a:pt x="124" y="130"/>
                </a:cubicBezTo>
                <a:cubicBezTo>
                  <a:pt x="123" y="128"/>
                  <a:pt x="123" y="128"/>
                  <a:pt x="123" y="128"/>
                </a:cubicBezTo>
                <a:cubicBezTo>
                  <a:pt x="155" y="115"/>
                  <a:pt x="155" y="115"/>
                  <a:pt x="155" y="115"/>
                </a:cubicBezTo>
                <a:cubicBezTo>
                  <a:pt x="156" y="116"/>
                  <a:pt x="157" y="117"/>
                  <a:pt x="157" y="118"/>
                </a:cubicBezTo>
                <a:cubicBezTo>
                  <a:pt x="134" y="142"/>
                  <a:pt x="134" y="142"/>
                  <a:pt x="134" y="142"/>
                </a:cubicBezTo>
                <a:cubicBezTo>
                  <a:pt x="132" y="141"/>
                  <a:pt x="132" y="141"/>
                  <a:pt x="132" y="141"/>
                </a:cubicBezTo>
                <a:cubicBezTo>
                  <a:pt x="132" y="141"/>
                  <a:pt x="132" y="141"/>
                  <a:pt x="132" y="141"/>
                </a:cubicBezTo>
                <a:cubicBezTo>
                  <a:pt x="129" y="144"/>
                  <a:pt x="129" y="144"/>
                  <a:pt x="129" y="144"/>
                </a:cubicBezTo>
                <a:cubicBezTo>
                  <a:pt x="143" y="158"/>
                  <a:pt x="143" y="158"/>
                  <a:pt x="143" y="158"/>
                </a:cubicBezTo>
                <a:cubicBezTo>
                  <a:pt x="146" y="155"/>
                  <a:pt x="146" y="155"/>
                  <a:pt x="146" y="155"/>
                </a:cubicBezTo>
                <a:cubicBezTo>
                  <a:pt x="144" y="153"/>
                  <a:pt x="144" y="153"/>
                  <a:pt x="144" y="153"/>
                </a:cubicBezTo>
                <a:cubicBezTo>
                  <a:pt x="168" y="129"/>
                  <a:pt x="168" y="129"/>
                  <a:pt x="168" y="129"/>
                </a:cubicBezTo>
                <a:cubicBezTo>
                  <a:pt x="169" y="130"/>
                  <a:pt x="170" y="131"/>
                  <a:pt x="171" y="131"/>
                </a:cubicBezTo>
                <a:cubicBezTo>
                  <a:pt x="159" y="163"/>
                  <a:pt x="159" y="163"/>
                  <a:pt x="159" y="163"/>
                </a:cubicBezTo>
                <a:cubicBezTo>
                  <a:pt x="157" y="162"/>
                  <a:pt x="157" y="162"/>
                  <a:pt x="157" y="162"/>
                </a:cubicBezTo>
                <a:cubicBezTo>
                  <a:pt x="157" y="162"/>
                  <a:pt x="157" y="162"/>
                  <a:pt x="157" y="162"/>
                </a:cubicBezTo>
                <a:cubicBezTo>
                  <a:pt x="155" y="166"/>
                  <a:pt x="155" y="166"/>
                  <a:pt x="155" y="166"/>
                </a:cubicBezTo>
                <a:cubicBezTo>
                  <a:pt x="173" y="173"/>
                  <a:pt x="173" y="173"/>
                  <a:pt x="173" y="173"/>
                </a:cubicBezTo>
                <a:cubicBezTo>
                  <a:pt x="175" y="169"/>
                  <a:pt x="175" y="169"/>
                  <a:pt x="175" y="169"/>
                </a:cubicBezTo>
                <a:cubicBezTo>
                  <a:pt x="173" y="168"/>
                  <a:pt x="173" y="168"/>
                  <a:pt x="173" y="168"/>
                </a:cubicBezTo>
                <a:cubicBezTo>
                  <a:pt x="185" y="137"/>
                  <a:pt x="185" y="137"/>
                  <a:pt x="185" y="137"/>
                </a:cubicBezTo>
                <a:cubicBezTo>
                  <a:pt x="187" y="137"/>
                  <a:pt x="188" y="138"/>
                  <a:pt x="190" y="138"/>
                </a:cubicBezTo>
                <a:cubicBezTo>
                  <a:pt x="190" y="171"/>
                  <a:pt x="190" y="171"/>
                  <a:pt x="190" y="171"/>
                </a:cubicBezTo>
                <a:cubicBezTo>
                  <a:pt x="187" y="171"/>
                  <a:pt x="187" y="171"/>
                  <a:pt x="187" y="171"/>
                </a:cubicBezTo>
                <a:cubicBezTo>
                  <a:pt x="187" y="266"/>
                  <a:pt x="187" y="266"/>
                  <a:pt x="187" y="266"/>
                </a:cubicBezTo>
                <a:lnTo>
                  <a:pt x="108" y="266"/>
                </a:lnTo>
                <a:close/>
                <a:moveTo>
                  <a:pt x="74" y="266"/>
                </a:moveTo>
                <a:cubicBezTo>
                  <a:pt x="68" y="266"/>
                  <a:pt x="68" y="266"/>
                  <a:pt x="68" y="266"/>
                </a:cubicBezTo>
                <a:cubicBezTo>
                  <a:pt x="68" y="100"/>
                  <a:pt x="68" y="100"/>
                  <a:pt x="68" y="100"/>
                </a:cubicBezTo>
                <a:cubicBezTo>
                  <a:pt x="74" y="100"/>
                  <a:pt x="74" y="100"/>
                  <a:pt x="74" y="100"/>
                </a:cubicBezTo>
                <a:lnTo>
                  <a:pt x="74" y="266"/>
                </a:lnTo>
                <a:close/>
                <a:moveTo>
                  <a:pt x="153" y="111"/>
                </a:moveTo>
                <a:cubicBezTo>
                  <a:pt x="153" y="112"/>
                  <a:pt x="154" y="112"/>
                  <a:pt x="154" y="113"/>
                </a:cubicBezTo>
                <a:cubicBezTo>
                  <a:pt x="125" y="125"/>
                  <a:pt x="125" y="125"/>
                  <a:pt x="125" y="125"/>
                </a:cubicBezTo>
                <a:cubicBezTo>
                  <a:pt x="124" y="123"/>
                  <a:pt x="124" y="123"/>
                  <a:pt x="124" y="123"/>
                </a:cubicBezTo>
                <a:lnTo>
                  <a:pt x="153" y="111"/>
                </a:lnTo>
                <a:close/>
                <a:moveTo>
                  <a:pt x="122" y="57"/>
                </a:moveTo>
                <a:cubicBezTo>
                  <a:pt x="123" y="55"/>
                  <a:pt x="123" y="55"/>
                  <a:pt x="123" y="55"/>
                </a:cubicBezTo>
                <a:cubicBezTo>
                  <a:pt x="156" y="69"/>
                  <a:pt x="156" y="69"/>
                  <a:pt x="156" y="69"/>
                </a:cubicBezTo>
                <a:cubicBezTo>
                  <a:pt x="155" y="70"/>
                  <a:pt x="155" y="70"/>
                  <a:pt x="155" y="70"/>
                </a:cubicBezTo>
                <a:lnTo>
                  <a:pt x="122" y="57"/>
                </a:lnTo>
                <a:close/>
                <a:moveTo>
                  <a:pt x="166" y="124"/>
                </a:moveTo>
                <a:cubicBezTo>
                  <a:pt x="166" y="125"/>
                  <a:pt x="167" y="125"/>
                  <a:pt x="168" y="126"/>
                </a:cubicBezTo>
                <a:cubicBezTo>
                  <a:pt x="142" y="149"/>
                  <a:pt x="142" y="149"/>
                  <a:pt x="142" y="149"/>
                </a:cubicBezTo>
                <a:cubicBezTo>
                  <a:pt x="141" y="148"/>
                  <a:pt x="141" y="148"/>
                  <a:pt x="141" y="148"/>
                </a:cubicBezTo>
                <a:lnTo>
                  <a:pt x="166" y="124"/>
                </a:lnTo>
                <a:close/>
                <a:moveTo>
                  <a:pt x="140" y="29"/>
                </a:moveTo>
                <a:cubicBezTo>
                  <a:pt x="144" y="30"/>
                  <a:pt x="144" y="30"/>
                  <a:pt x="144" y="30"/>
                </a:cubicBezTo>
                <a:cubicBezTo>
                  <a:pt x="168" y="54"/>
                  <a:pt x="168" y="54"/>
                  <a:pt x="168" y="54"/>
                </a:cubicBezTo>
                <a:cubicBezTo>
                  <a:pt x="166" y="56"/>
                  <a:pt x="166" y="56"/>
                  <a:pt x="166" y="56"/>
                </a:cubicBezTo>
                <a:lnTo>
                  <a:pt x="140" y="29"/>
                </a:lnTo>
                <a:close/>
                <a:moveTo>
                  <a:pt x="181" y="133"/>
                </a:moveTo>
                <a:cubicBezTo>
                  <a:pt x="182" y="133"/>
                  <a:pt x="182" y="134"/>
                  <a:pt x="183" y="134"/>
                </a:cubicBezTo>
                <a:cubicBezTo>
                  <a:pt x="170" y="166"/>
                  <a:pt x="170" y="166"/>
                  <a:pt x="170" y="166"/>
                </a:cubicBezTo>
                <a:cubicBezTo>
                  <a:pt x="168" y="165"/>
                  <a:pt x="168" y="165"/>
                  <a:pt x="168" y="165"/>
                </a:cubicBezTo>
                <a:lnTo>
                  <a:pt x="181" y="133"/>
                </a:lnTo>
                <a:close/>
                <a:moveTo>
                  <a:pt x="167" y="10"/>
                </a:moveTo>
                <a:cubicBezTo>
                  <a:pt x="171" y="17"/>
                  <a:pt x="171" y="17"/>
                  <a:pt x="171" y="17"/>
                </a:cubicBezTo>
                <a:cubicBezTo>
                  <a:pt x="185" y="46"/>
                  <a:pt x="185" y="46"/>
                  <a:pt x="185" y="46"/>
                </a:cubicBezTo>
                <a:cubicBezTo>
                  <a:pt x="184" y="46"/>
                  <a:pt x="183" y="47"/>
                  <a:pt x="182" y="47"/>
                </a:cubicBezTo>
                <a:lnTo>
                  <a:pt x="167" y="10"/>
                </a:lnTo>
                <a:close/>
                <a:moveTo>
                  <a:pt x="197" y="323"/>
                </a:moveTo>
                <a:cubicBezTo>
                  <a:pt x="197" y="323"/>
                  <a:pt x="197" y="323"/>
                  <a:pt x="197" y="323"/>
                </a:cubicBezTo>
                <a:cubicBezTo>
                  <a:pt x="201" y="328"/>
                  <a:pt x="201" y="328"/>
                  <a:pt x="201" y="328"/>
                </a:cubicBezTo>
                <a:cubicBezTo>
                  <a:pt x="201" y="351"/>
                  <a:pt x="201" y="351"/>
                  <a:pt x="201" y="351"/>
                </a:cubicBezTo>
                <a:cubicBezTo>
                  <a:pt x="197" y="351"/>
                  <a:pt x="197" y="351"/>
                  <a:pt x="197" y="351"/>
                </a:cubicBezTo>
                <a:lnTo>
                  <a:pt x="197" y="323"/>
                </a:lnTo>
                <a:close/>
                <a:moveTo>
                  <a:pt x="197" y="282"/>
                </a:moveTo>
                <a:cubicBezTo>
                  <a:pt x="197" y="282"/>
                  <a:pt x="197" y="282"/>
                  <a:pt x="197" y="282"/>
                </a:cubicBezTo>
                <a:cubicBezTo>
                  <a:pt x="201" y="287"/>
                  <a:pt x="201" y="287"/>
                  <a:pt x="201" y="287"/>
                </a:cubicBezTo>
                <a:cubicBezTo>
                  <a:pt x="201" y="307"/>
                  <a:pt x="201" y="307"/>
                  <a:pt x="201" y="307"/>
                </a:cubicBezTo>
                <a:cubicBezTo>
                  <a:pt x="197" y="307"/>
                  <a:pt x="197" y="307"/>
                  <a:pt x="197" y="307"/>
                </a:cubicBezTo>
                <a:lnTo>
                  <a:pt x="197" y="282"/>
                </a:lnTo>
                <a:close/>
                <a:moveTo>
                  <a:pt x="197" y="171"/>
                </a:moveTo>
                <a:cubicBezTo>
                  <a:pt x="199" y="171"/>
                  <a:pt x="199" y="171"/>
                  <a:pt x="199" y="171"/>
                </a:cubicBezTo>
                <a:cubicBezTo>
                  <a:pt x="199" y="136"/>
                  <a:pt x="199" y="136"/>
                  <a:pt x="199" y="136"/>
                </a:cubicBezTo>
                <a:cubicBezTo>
                  <a:pt x="200" y="136"/>
                  <a:pt x="201" y="136"/>
                  <a:pt x="201" y="136"/>
                </a:cubicBezTo>
                <a:cubicBezTo>
                  <a:pt x="201" y="171"/>
                  <a:pt x="201" y="171"/>
                  <a:pt x="201" y="171"/>
                </a:cubicBezTo>
                <a:cubicBezTo>
                  <a:pt x="201" y="171"/>
                  <a:pt x="201" y="171"/>
                  <a:pt x="201" y="171"/>
                </a:cubicBezTo>
                <a:cubicBezTo>
                  <a:pt x="201" y="267"/>
                  <a:pt x="201" y="267"/>
                  <a:pt x="201" y="267"/>
                </a:cubicBezTo>
                <a:cubicBezTo>
                  <a:pt x="197" y="267"/>
                  <a:pt x="197" y="267"/>
                  <a:pt x="197" y="267"/>
                </a:cubicBezTo>
                <a:lnTo>
                  <a:pt x="197" y="171"/>
                </a:lnTo>
                <a:close/>
                <a:moveTo>
                  <a:pt x="199" y="5"/>
                </a:moveTo>
                <a:cubicBezTo>
                  <a:pt x="201" y="5"/>
                  <a:pt x="201" y="5"/>
                  <a:pt x="201" y="5"/>
                </a:cubicBezTo>
                <a:cubicBezTo>
                  <a:pt x="201" y="45"/>
                  <a:pt x="201" y="45"/>
                  <a:pt x="201" y="45"/>
                </a:cubicBezTo>
                <a:cubicBezTo>
                  <a:pt x="201" y="45"/>
                  <a:pt x="200" y="45"/>
                  <a:pt x="199" y="44"/>
                </a:cubicBezTo>
                <a:lnTo>
                  <a:pt x="199" y="5"/>
                </a:lnTo>
                <a:close/>
                <a:moveTo>
                  <a:pt x="212" y="61"/>
                </a:moveTo>
                <a:cubicBezTo>
                  <a:pt x="217" y="61"/>
                  <a:pt x="222" y="66"/>
                  <a:pt x="222" y="71"/>
                </a:cubicBezTo>
                <a:cubicBezTo>
                  <a:pt x="222" y="77"/>
                  <a:pt x="217" y="81"/>
                  <a:pt x="212" y="81"/>
                </a:cubicBezTo>
                <a:cubicBezTo>
                  <a:pt x="206" y="81"/>
                  <a:pt x="202" y="77"/>
                  <a:pt x="202" y="71"/>
                </a:cubicBezTo>
                <a:cubicBezTo>
                  <a:pt x="202" y="66"/>
                  <a:pt x="206" y="61"/>
                  <a:pt x="212" y="61"/>
                </a:cubicBezTo>
                <a:close/>
                <a:moveTo>
                  <a:pt x="231" y="164"/>
                </a:moveTo>
                <a:cubicBezTo>
                  <a:pt x="230" y="164"/>
                  <a:pt x="230" y="164"/>
                  <a:pt x="230" y="164"/>
                </a:cubicBezTo>
                <a:cubicBezTo>
                  <a:pt x="217" y="131"/>
                  <a:pt x="217" y="131"/>
                  <a:pt x="217" y="131"/>
                </a:cubicBezTo>
                <a:cubicBezTo>
                  <a:pt x="220" y="130"/>
                  <a:pt x="220" y="130"/>
                  <a:pt x="220" y="130"/>
                </a:cubicBezTo>
                <a:lnTo>
                  <a:pt x="231" y="164"/>
                </a:lnTo>
                <a:close/>
                <a:moveTo>
                  <a:pt x="233" y="119"/>
                </a:moveTo>
                <a:cubicBezTo>
                  <a:pt x="258" y="143"/>
                  <a:pt x="258" y="143"/>
                  <a:pt x="258" y="143"/>
                </a:cubicBezTo>
                <a:cubicBezTo>
                  <a:pt x="256" y="145"/>
                  <a:pt x="256" y="145"/>
                  <a:pt x="256" y="145"/>
                </a:cubicBezTo>
                <a:cubicBezTo>
                  <a:pt x="231" y="120"/>
                  <a:pt x="231" y="120"/>
                  <a:pt x="231" y="120"/>
                </a:cubicBezTo>
                <a:cubicBezTo>
                  <a:pt x="232" y="120"/>
                  <a:pt x="232" y="119"/>
                  <a:pt x="233" y="119"/>
                </a:cubicBezTo>
                <a:close/>
                <a:moveTo>
                  <a:pt x="241" y="103"/>
                </a:moveTo>
                <a:cubicBezTo>
                  <a:pt x="273" y="116"/>
                  <a:pt x="273" y="116"/>
                  <a:pt x="273" y="116"/>
                </a:cubicBezTo>
                <a:cubicBezTo>
                  <a:pt x="272" y="118"/>
                  <a:pt x="272" y="118"/>
                  <a:pt x="272" y="118"/>
                </a:cubicBezTo>
                <a:cubicBezTo>
                  <a:pt x="240" y="104"/>
                  <a:pt x="240" y="104"/>
                  <a:pt x="240" y="104"/>
                </a:cubicBezTo>
                <a:cubicBezTo>
                  <a:pt x="240" y="104"/>
                  <a:pt x="241" y="103"/>
                  <a:pt x="241" y="103"/>
                </a:cubicBezTo>
                <a:close/>
                <a:moveTo>
                  <a:pt x="279" y="84"/>
                </a:moveTo>
                <a:cubicBezTo>
                  <a:pt x="375" y="84"/>
                  <a:pt x="375" y="84"/>
                  <a:pt x="375" y="84"/>
                </a:cubicBezTo>
                <a:cubicBezTo>
                  <a:pt x="375" y="88"/>
                  <a:pt x="375" y="88"/>
                  <a:pt x="375" y="88"/>
                </a:cubicBezTo>
                <a:cubicBezTo>
                  <a:pt x="279" y="88"/>
                  <a:pt x="279" y="88"/>
                  <a:pt x="279" y="88"/>
                </a:cubicBezTo>
                <a:lnTo>
                  <a:pt x="279" y="84"/>
                </a:lnTo>
                <a:close/>
                <a:moveTo>
                  <a:pt x="359" y="55"/>
                </a:moveTo>
                <a:cubicBezTo>
                  <a:pt x="362" y="80"/>
                  <a:pt x="362" y="80"/>
                  <a:pt x="362" y="80"/>
                </a:cubicBezTo>
                <a:cubicBezTo>
                  <a:pt x="360" y="80"/>
                  <a:pt x="360" y="80"/>
                  <a:pt x="360" y="80"/>
                </a:cubicBezTo>
                <a:cubicBezTo>
                  <a:pt x="358" y="54"/>
                  <a:pt x="358" y="54"/>
                  <a:pt x="358" y="54"/>
                </a:cubicBezTo>
                <a:lnTo>
                  <a:pt x="359" y="55"/>
                </a:lnTo>
                <a:close/>
                <a:moveTo>
                  <a:pt x="370" y="67"/>
                </a:moveTo>
                <a:cubicBezTo>
                  <a:pt x="397" y="83"/>
                  <a:pt x="397" y="83"/>
                  <a:pt x="397" y="83"/>
                </a:cubicBezTo>
                <a:cubicBezTo>
                  <a:pt x="397" y="85"/>
                  <a:pt x="397" y="85"/>
                  <a:pt x="397" y="85"/>
                </a:cubicBezTo>
                <a:cubicBezTo>
                  <a:pt x="370" y="72"/>
                  <a:pt x="370" y="72"/>
                  <a:pt x="370" y="72"/>
                </a:cubicBezTo>
                <a:lnTo>
                  <a:pt x="370" y="67"/>
                </a:lnTo>
                <a:close/>
                <a:moveTo>
                  <a:pt x="411" y="89"/>
                </a:moveTo>
                <a:cubicBezTo>
                  <a:pt x="412" y="93"/>
                  <a:pt x="412" y="93"/>
                  <a:pt x="412" y="93"/>
                </a:cubicBezTo>
                <a:cubicBezTo>
                  <a:pt x="382" y="99"/>
                  <a:pt x="382" y="99"/>
                  <a:pt x="382" y="99"/>
                </a:cubicBezTo>
                <a:cubicBezTo>
                  <a:pt x="378" y="97"/>
                  <a:pt x="378" y="97"/>
                  <a:pt x="378" y="97"/>
                </a:cubicBezTo>
                <a:lnTo>
                  <a:pt x="411" y="89"/>
                </a:lnTo>
                <a:close/>
                <a:moveTo>
                  <a:pt x="431" y="95"/>
                </a:moveTo>
                <a:cubicBezTo>
                  <a:pt x="403" y="130"/>
                  <a:pt x="403" y="130"/>
                  <a:pt x="403" y="130"/>
                </a:cubicBezTo>
                <a:cubicBezTo>
                  <a:pt x="400" y="127"/>
                  <a:pt x="400" y="127"/>
                  <a:pt x="400" y="127"/>
                </a:cubicBezTo>
                <a:cubicBezTo>
                  <a:pt x="428" y="91"/>
                  <a:pt x="428" y="91"/>
                  <a:pt x="428" y="91"/>
                </a:cubicBezTo>
                <a:lnTo>
                  <a:pt x="431" y="95"/>
                </a:lnTo>
                <a:close/>
                <a:moveTo>
                  <a:pt x="447" y="98"/>
                </a:moveTo>
                <a:cubicBezTo>
                  <a:pt x="432" y="144"/>
                  <a:pt x="432" y="144"/>
                  <a:pt x="432" y="144"/>
                </a:cubicBezTo>
                <a:cubicBezTo>
                  <a:pt x="430" y="143"/>
                  <a:pt x="430" y="143"/>
                  <a:pt x="430" y="143"/>
                </a:cubicBezTo>
                <a:cubicBezTo>
                  <a:pt x="445" y="96"/>
                  <a:pt x="445" y="96"/>
                  <a:pt x="445" y="96"/>
                </a:cubicBezTo>
                <a:lnTo>
                  <a:pt x="447" y="98"/>
                </a:lnTo>
                <a:close/>
                <a:moveTo>
                  <a:pt x="461" y="95"/>
                </a:moveTo>
                <a:cubicBezTo>
                  <a:pt x="463" y="95"/>
                  <a:pt x="463" y="95"/>
                  <a:pt x="463" y="95"/>
                </a:cubicBezTo>
                <a:cubicBezTo>
                  <a:pt x="463" y="155"/>
                  <a:pt x="463" y="155"/>
                  <a:pt x="463" y="155"/>
                </a:cubicBezTo>
                <a:cubicBezTo>
                  <a:pt x="461" y="155"/>
                  <a:pt x="461" y="155"/>
                  <a:pt x="461" y="155"/>
                </a:cubicBezTo>
                <a:lnTo>
                  <a:pt x="461" y="95"/>
                </a:lnTo>
                <a:close/>
                <a:moveTo>
                  <a:pt x="207" y="286"/>
                </a:moveTo>
                <a:cubicBezTo>
                  <a:pt x="217" y="286"/>
                  <a:pt x="217" y="286"/>
                  <a:pt x="217" y="286"/>
                </a:cubicBezTo>
                <a:cubicBezTo>
                  <a:pt x="217" y="307"/>
                  <a:pt x="217" y="307"/>
                  <a:pt x="217" y="307"/>
                </a:cubicBezTo>
                <a:cubicBezTo>
                  <a:pt x="207" y="307"/>
                  <a:pt x="207" y="307"/>
                  <a:pt x="207" y="307"/>
                </a:cubicBezTo>
                <a:lnTo>
                  <a:pt x="207" y="286"/>
                </a:lnTo>
                <a:close/>
                <a:moveTo>
                  <a:pt x="222" y="279"/>
                </a:moveTo>
                <a:cubicBezTo>
                  <a:pt x="226" y="276"/>
                  <a:pt x="226" y="276"/>
                  <a:pt x="226" y="276"/>
                </a:cubicBezTo>
                <a:cubicBezTo>
                  <a:pt x="226" y="311"/>
                  <a:pt x="226" y="311"/>
                  <a:pt x="226" y="311"/>
                </a:cubicBezTo>
                <a:cubicBezTo>
                  <a:pt x="222" y="309"/>
                  <a:pt x="222" y="309"/>
                  <a:pt x="222" y="309"/>
                </a:cubicBezTo>
                <a:lnTo>
                  <a:pt x="222" y="279"/>
                </a:lnTo>
                <a:close/>
                <a:moveTo>
                  <a:pt x="345" y="260"/>
                </a:moveTo>
                <a:cubicBezTo>
                  <a:pt x="345" y="236"/>
                  <a:pt x="345" y="236"/>
                  <a:pt x="345" y="236"/>
                </a:cubicBezTo>
                <a:cubicBezTo>
                  <a:pt x="348" y="236"/>
                  <a:pt x="348" y="236"/>
                  <a:pt x="348" y="236"/>
                </a:cubicBezTo>
                <a:cubicBezTo>
                  <a:pt x="350" y="257"/>
                  <a:pt x="350" y="257"/>
                  <a:pt x="350" y="257"/>
                </a:cubicBezTo>
                <a:cubicBezTo>
                  <a:pt x="365" y="285"/>
                  <a:pt x="365" y="285"/>
                  <a:pt x="365" y="285"/>
                </a:cubicBezTo>
                <a:lnTo>
                  <a:pt x="345" y="260"/>
                </a:lnTo>
                <a:close/>
                <a:moveTo>
                  <a:pt x="397" y="192"/>
                </a:moveTo>
                <a:cubicBezTo>
                  <a:pt x="397" y="182"/>
                  <a:pt x="397" y="182"/>
                  <a:pt x="397" y="182"/>
                </a:cubicBezTo>
                <a:cubicBezTo>
                  <a:pt x="401" y="182"/>
                  <a:pt x="401" y="182"/>
                  <a:pt x="401" y="182"/>
                </a:cubicBezTo>
                <a:cubicBezTo>
                  <a:pt x="409" y="190"/>
                  <a:pt x="409" y="190"/>
                  <a:pt x="409" y="190"/>
                </a:cubicBezTo>
                <a:cubicBezTo>
                  <a:pt x="407" y="204"/>
                  <a:pt x="407" y="204"/>
                  <a:pt x="407" y="204"/>
                </a:cubicBezTo>
                <a:cubicBezTo>
                  <a:pt x="398" y="210"/>
                  <a:pt x="398" y="210"/>
                  <a:pt x="398" y="210"/>
                </a:cubicBezTo>
                <a:cubicBezTo>
                  <a:pt x="395" y="210"/>
                  <a:pt x="395" y="210"/>
                  <a:pt x="395" y="210"/>
                </a:cubicBezTo>
                <a:cubicBezTo>
                  <a:pt x="395" y="203"/>
                  <a:pt x="395" y="203"/>
                  <a:pt x="395" y="203"/>
                </a:cubicBezTo>
                <a:cubicBezTo>
                  <a:pt x="400" y="203"/>
                  <a:pt x="400" y="203"/>
                  <a:pt x="400" y="203"/>
                </a:cubicBezTo>
                <a:cubicBezTo>
                  <a:pt x="400" y="201"/>
                  <a:pt x="400" y="201"/>
                  <a:pt x="400" y="201"/>
                </a:cubicBezTo>
                <a:cubicBezTo>
                  <a:pt x="395" y="201"/>
                  <a:pt x="395" y="201"/>
                  <a:pt x="395" y="201"/>
                </a:cubicBezTo>
                <a:cubicBezTo>
                  <a:pt x="395" y="192"/>
                  <a:pt x="395" y="192"/>
                  <a:pt x="395" y="192"/>
                </a:cubicBezTo>
                <a:lnTo>
                  <a:pt x="397" y="192"/>
                </a:lnTo>
                <a:close/>
                <a:moveTo>
                  <a:pt x="407" y="219"/>
                </a:moveTo>
                <a:cubicBezTo>
                  <a:pt x="401" y="219"/>
                  <a:pt x="401" y="219"/>
                  <a:pt x="401" y="219"/>
                </a:cubicBezTo>
                <a:cubicBezTo>
                  <a:pt x="401" y="212"/>
                  <a:pt x="401" y="212"/>
                  <a:pt x="401" y="212"/>
                </a:cubicBezTo>
                <a:cubicBezTo>
                  <a:pt x="412" y="206"/>
                  <a:pt x="412" y="206"/>
                  <a:pt x="412" y="206"/>
                </a:cubicBezTo>
                <a:lnTo>
                  <a:pt x="407" y="219"/>
                </a:lnTo>
                <a:close/>
                <a:moveTo>
                  <a:pt x="413" y="497"/>
                </a:moveTo>
                <a:cubicBezTo>
                  <a:pt x="426" y="428"/>
                  <a:pt x="426" y="428"/>
                  <a:pt x="426" y="428"/>
                </a:cubicBezTo>
                <a:cubicBezTo>
                  <a:pt x="423" y="403"/>
                  <a:pt x="423" y="403"/>
                  <a:pt x="423" y="403"/>
                </a:cubicBezTo>
                <a:cubicBezTo>
                  <a:pt x="412" y="451"/>
                  <a:pt x="412" y="451"/>
                  <a:pt x="412" y="451"/>
                </a:cubicBezTo>
                <a:cubicBezTo>
                  <a:pt x="406" y="451"/>
                  <a:pt x="406" y="451"/>
                  <a:pt x="406" y="451"/>
                </a:cubicBezTo>
                <a:cubicBezTo>
                  <a:pt x="406" y="408"/>
                  <a:pt x="406" y="408"/>
                  <a:pt x="406" y="408"/>
                </a:cubicBezTo>
                <a:cubicBezTo>
                  <a:pt x="424" y="395"/>
                  <a:pt x="424" y="395"/>
                  <a:pt x="424" y="395"/>
                </a:cubicBezTo>
                <a:cubicBezTo>
                  <a:pt x="433" y="320"/>
                  <a:pt x="433" y="320"/>
                  <a:pt x="433" y="320"/>
                </a:cubicBezTo>
                <a:cubicBezTo>
                  <a:pt x="398" y="400"/>
                  <a:pt x="398" y="400"/>
                  <a:pt x="398" y="400"/>
                </a:cubicBezTo>
                <a:cubicBezTo>
                  <a:pt x="395" y="400"/>
                  <a:pt x="395" y="400"/>
                  <a:pt x="395" y="400"/>
                </a:cubicBezTo>
                <a:cubicBezTo>
                  <a:pt x="395" y="351"/>
                  <a:pt x="395" y="351"/>
                  <a:pt x="395" y="351"/>
                </a:cubicBezTo>
                <a:cubicBezTo>
                  <a:pt x="406" y="320"/>
                  <a:pt x="406" y="320"/>
                  <a:pt x="406" y="320"/>
                </a:cubicBezTo>
                <a:cubicBezTo>
                  <a:pt x="385" y="302"/>
                  <a:pt x="385" y="302"/>
                  <a:pt x="385" y="302"/>
                </a:cubicBezTo>
                <a:cubicBezTo>
                  <a:pt x="406" y="280"/>
                  <a:pt x="406" y="280"/>
                  <a:pt x="406" y="280"/>
                </a:cubicBezTo>
                <a:cubicBezTo>
                  <a:pt x="413" y="284"/>
                  <a:pt x="413" y="284"/>
                  <a:pt x="413" y="284"/>
                </a:cubicBezTo>
                <a:cubicBezTo>
                  <a:pt x="404" y="301"/>
                  <a:pt x="404" y="301"/>
                  <a:pt x="404" y="301"/>
                </a:cubicBezTo>
                <a:cubicBezTo>
                  <a:pt x="425" y="319"/>
                  <a:pt x="425" y="319"/>
                  <a:pt x="425" y="319"/>
                </a:cubicBezTo>
                <a:cubicBezTo>
                  <a:pt x="456" y="296"/>
                  <a:pt x="456" y="296"/>
                  <a:pt x="456" y="296"/>
                </a:cubicBezTo>
                <a:cubicBezTo>
                  <a:pt x="478" y="218"/>
                  <a:pt x="478" y="218"/>
                  <a:pt x="478" y="218"/>
                </a:cubicBezTo>
                <a:cubicBezTo>
                  <a:pt x="469" y="184"/>
                  <a:pt x="469" y="184"/>
                  <a:pt x="469" y="184"/>
                </a:cubicBezTo>
                <a:cubicBezTo>
                  <a:pt x="482" y="173"/>
                  <a:pt x="482" y="173"/>
                  <a:pt x="482" y="173"/>
                </a:cubicBezTo>
                <a:cubicBezTo>
                  <a:pt x="486" y="167"/>
                  <a:pt x="486" y="167"/>
                  <a:pt x="486" y="167"/>
                </a:cubicBezTo>
                <a:cubicBezTo>
                  <a:pt x="485" y="167"/>
                  <a:pt x="485" y="167"/>
                  <a:pt x="485" y="167"/>
                </a:cubicBezTo>
                <a:cubicBezTo>
                  <a:pt x="485" y="167"/>
                  <a:pt x="485" y="167"/>
                  <a:pt x="485" y="167"/>
                </a:cubicBezTo>
                <a:cubicBezTo>
                  <a:pt x="462" y="176"/>
                  <a:pt x="462" y="176"/>
                  <a:pt x="462" y="176"/>
                </a:cubicBezTo>
                <a:cubicBezTo>
                  <a:pt x="457" y="226"/>
                  <a:pt x="457" y="226"/>
                  <a:pt x="457" y="226"/>
                </a:cubicBezTo>
                <a:cubicBezTo>
                  <a:pt x="417" y="228"/>
                  <a:pt x="417" y="228"/>
                  <a:pt x="417" y="228"/>
                </a:cubicBezTo>
                <a:cubicBezTo>
                  <a:pt x="460" y="233"/>
                  <a:pt x="460" y="233"/>
                  <a:pt x="460" y="233"/>
                </a:cubicBezTo>
                <a:cubicBezTo>
                  <a:pt x="416" y="240"/>
                  <a:pt x="416" y="240"/>
                  <a:pt x="416" y="240"/>
                </a:cubicBezTo>
                <a:cubicBezTo>
                  <a:pt x="421" y="255"/>
                  <a:pt x="421" y="255"/>
                  <a:pt x="421" y="255"/>
                </a:cubicBezTo>
                <a:cubicBezTo>
                  <a:pt x="413" y="265"/>
                  <a:pt x="413" y="265"/>
                  <a:pt x="413" y="265"/>
                </a:cubicBezTo>
                <a:cubicBezTo>
                  <a:pt x="394" y="257"/>
                  <a:pt x="394" y="257"/>
                  <a:pt x="394" y="257"/>
                </a:cubicBezTo>
                <a:cubicBezTo>
                  <a:pt x="377" y="266"/>
                  <a:pt x="377" y="266"/>
                  <a:pt x="377" y="266"/>
                </a:cubicBezTo>
                <a:cubicBezTo>
                  <a:pt x="368" y="256"/>
                  <a:pt x="368" y="256"/>
                  <a:pt x="368" y="256"/>
                </a:cubicBezTo>
                <a:cubicBezTo>
                  <a:pt x="379" y="222"/>
                  <a:pt x="379" y="222"/>
                  <a:pt x="379" y="222"/>
                </a:cubicBezTo>
                <a:cubicBezTo>
                  <a:pt x="384" y="222"/>
                  <a:pt x="384" y="222"/>
                  <a:pt x="384" y="222"/>
                </a:cubicBezTo>
                <a:cubicBezTo>
                  <a:pt x="387" y="251"/>
                  <a:pt x="387" y="251"/>
                  <a:pt x="387" y="251"/>
                </a:cubicBezTo>
                <a:cubicBezTo>
                  <a:pt x="394" y="230"/>
                  <a:pt x="394" y="230"/>
                  <a:pt x="394" y="230"/>
                </a:cubicBezTo>
                <a:cubicBezTo>
                  <a:pt x="411" y="231"/>
                  <a:pt x="411" y="231"/>
                  <a:pt x="411" y="231"/>
                </a:cubicBezTo>
                <a:cubicBezTo>
                  <a:pt x="404" y="228"/>
                  <a:pt x="404" y="228"/>
                  <a:pt x="404" y="228"/>
                </a:cubicBezTo>
                <a:cubicBezTo>
                  <a:pt x="415" y="227"/>
                  <a:pt x="415" y="227"/>
                  <a:pt x="415" y="227"/>
                </a:cubicBezTo>
                <a:cubicBezTo>
                  <a:pt x="412" y="220"/>
                  <a:pt x="412" y="220"/>
                  <a:pt x="412" y="220"/>
                </a:cubicBezTo>
                <a:cubicBezTo>
                  <a:pt x="418" y="210"/>
                  <a:pt x="418" y="210"/>
                  <a:pt x="418" y="210"/>
                </a:cubicBezTo>
                <a:cubicBezTo>
                  <a:pt x="421" y="188"/>
                  <a:pt x="421" y="188"/>
                  <a:pt x="421" y="188"/>
                </a:cubicBezTo>
                <a:cubicBezTo>
                  <a:pt x="406" y="175"/>
                  <a:pt x="406" y="175"/>
                  <a:pt x="406" y="175"/>
                </a:cubicBezTo>
                <a:cubicBezTo>
                  <a:pt x="394" y="176"/>
                  <a:pt x="394" y="176"/>
                  <a:pt x="394" y="176"/>
                </a:cubicBezTo>
                <a:cubicBezTo>
                  <a:pt x="384" y="184"/>
                  <a:pt x="384" y="184"/>
                  <a:pt x="384" y="184"/>
                </a:cubicBezTo>
                <a:cubicBezTo>
                  <a:pt x="381" y="122"/>
                  <a:pt x="381" y="122"/>
                  <a:pt x="381" y="122"/>
                </a:cubicBezTo>
                <a:cubicBezTo>
                  <a:pt x="378" y="118"/>
                  <a:pt x="378" y="118"/>
                  <a:pt x="378" y="118"/>
                </a:cubicBezTo>
                <a:cubicBezTo>
                  <a:pt x="375" y="221"/>
                  <a:pt x="375" y="221"/>
                  <a:pt x="375" y="221"/>
                </a:cubicBezTo>
                <a:cubicBezTo>
                  <a:pt x="367" y="233"/>
                  <a:pt x="367" y="233"/>
                  <a:pt x="367" y="233"/>
                </a:cubicBezTo>
                <a:cubicBezTo>
                  <a:pt x="367" y="233"/>
                  <a:pt x="366" y="232"/>
                  <a:pt x="364" y="225"/>
                </a:cubicBezTo>
                <a:cubicBezTo>
                  <a:pt x="362" y="218"/>
                  <a:pt x="365" y="200"/>
                  <a:pt x="365" y="200"/>
                </a:cubicBezTo>
                <a:cubicBezTo>
                  <a:pt x="373" y="120"/>
                  <a:pt x="373" y="120"/>
                  <a:pt x="373" y="120"/>
                </a:cubicBezTo>
                <a:cubicBezTo>
                  <a:pt x="367" y="127"/>
                  <a:pt x="367" y="127"/>
                  <a:pt x="367" y="127"/>
                </a:cubicBezTo>
                <a:cubicBezTo>
                  <a:pt x="363" y="176"/>
                  <a:pt x="363" y="176"/>
                  <a:pt x="363" y="176"/>
                </a:cubicBezTo>
                <a:cubicBezTo>
                  <a:pt x="345" y="189"/>
                  <a:pt x="345" y="189"/>
                  <a:pt x="345" y="189"/>
                </a:cubicBezTo>
                <a:cubicBezTo>
                  <a:pt x="340" y="215"/>
                  <a:pt x="340" y="215"/>
                  <a:pt x="340" y="215"/>
                </a:cubicBezTo>
                <a:cubicBezTo>
                  <a:pt x="347" y="195"/>
                  <a:pt x="347" y="195"/>
                  <a:pt x="347" y="195"/>
                </a:cubicBezTo>
                <a:cubicBezTo>
                  <a:pt x="361" y="188"/>
                  <a:pt x="361" y="188"/>
                  <a:pt x="361" y="188"/>
                </a:cubicBezTo>
                <a:cubicBezTo>
                  <a:pt x="359" y="201"/>
                  <a:pt x="359" y="201"/>
                  <a:pt x="359" y="201"/>
                </a:cubicBezTo>
                <a:cubicBezTo>
                  <a:pt x="350" y="207"/>
                  <a:pt x="350" y="207"/>
                  <a:pt x="350" y="207"/>
                </a:cubicBezTo>
                <a:cubicBezTo>
                  <a:pt x="332" y="230"/>
                  <a:pt x="332" y="230"/>
                  <a:pt x="332" y="230"/>
                </a:cubicBezTo>
                <a:cubicBezTo>
                  <a:pt x="330" y="270"/>
                  <a:pt x="330" y="270"/>
                  <a:pt x="330" y="270"/>
                </a:cubicBezTo>
                <a:cubicBezTo>
                  <a:pt x="370" y="304"/>
                  <a:pt x="370" y="304"/>
                  <a:pt x="370" y="304"/>
                </a:cubicBezTo>
                <a:cubicBezTo>
                  <a:pt x="361" y="327"/>
                  <a:pt x="361" y="327"/>
                  <a:pt x="361" y="327"/>
                </a:cubicBezTo>
                <a:cubicBezTo>
                  <a:pt x="394" y="351"/>
                  <a:pt x="394" y="351"/>
                  <a:pt x="394" y="351"/>
                </a:cubicBezTo>
                <a:cubicBezTo>
                  <a:pt x="387" y="356"/>
                  <a:pt x="387" y="356"/>
                  <a:pt x="387" y="356"/>
                </a:cubicBezTo>
                <a:cubicBezTo>
                  <a:pt x="350" y="337"/>
                  <a:pt x="350" y="337"/>
                  <a:pt x="350" y="337"/>
                </a:cubicBezTo>
                <a:cubicBezTo>
                  <a:pt x="361" y="327"/>
                  <a:pt x="361" y="327"/>
                  <a:pt x="361" y="327"/>
                </a:cubicBezTo>
                <a:cubicBezTo>
                  <a:pt x="290" y="318"/>
                  <a:pt x="290" y="318"/>
                  <a:pt x="290" y="318"/>
                </a:cubicBezTo>
                <a:cubicBezTo>
                  <a:pt x="253" y="336"/>
                  <a:pt x="253" y="336"/>
                  <a:pt x="253" y="336"/>
                </a:cubicBezTo>
                <a:cubicBezTo>
                  <a:pt x="253" y="350"/>
                  <a:pt x="253" y="350"/>
                  <a:pt x="253" y="350"/>
                </a:cubicBezTo>
                <a:cubicBezTo>
                  <a:pt x="253" y="367"/>
                  <a:pt x="253" y="367"/>
                  <a:pt x="253" y="367"/>
                </a:cubicBezTo>
                <a:cubicBezTo>
                  <a:pt x="229" y="367"/>
                  <a:pt x="229" y="367"/>
                  <a:pt x="229" y="367"/>
                </a:cubicBezTo>
                <a:cubicBezTo>
                  <a:pt x="220" y="351"/>
                  <a:pt x="220" y="351"/>
                  <a:pt x="220" y="351"/>
                </a:cubicBezTo>
                <a:cubicBezTo>
                  <a:pt x="207" y="351"/>
                  <a:pt x="207" y="351"/>
                  <a:pt x="207" y="351"/>
                </a:cubicBezTo>
                <a:cubicBezTo>
                  <a:pt x="207" y="326"/>
                  <a:pt x="207" y="326"/>
                  <a:pt x="207" y="326"/>
                </a:cubicBezTo>
                <a:cubicBezTo>
                  <a:pt x="227" y="326"/>
                  <a:pt x="227" y="326"/>
                  <a:pt x="227" y="326"/>
                </a:cubicBezTo>
                <a:cubicBezTo>
                  <a:pt x="227" y="326"/>
                  <a:pt x="227" y="326"/>
                  <a:pt x="227" y="326"/>
                </a:cubicBezTo>
                <a:cubicBezTo>
                  <a:pt x="232" y="326"/>
                  <a:pt x="235" y="323"/>
                  <a:pt x="235" y="318"/>
                </a:cubicBezTo>
                <a:cubicBezTo>
                  <a:pt x="235" y="318"/>
                  <a:pt x="235" y="318"/>
                  <a:pt x="235" y="318"/>
                </a:cubicBezTo>
                <a:cubicBezTo>
                  <a:pt x="235" y="315"/>
                  <a:pt x="235" y="315"/>
                  <a:pt x="235" y="315"/>
                </a:cubicBezTo>
                <a:cubicBezTo>
                  <a:pt x="236" y="315"/>
                  <a:pt x="236" y="315"/>
                  <a:pt x="236" y="315"/>
                </a:cubicBezTo>
                <a:cubicBezTo>
                  <a:pt x="236" y="286"/>
                  <a:pt x="236" y="286"/>
                  <a:pt x="236" y="286"/>
                </a:cubicBezTo>
                <a:cubicBezTo>
                  <a:pt x="236" y="286"/>
                  <a:pt x="236" y="286"/>
                  <a:pt x="236" y="286"/>
                </a:cubicBezTo>
                <a:cubicBezTo>
                  <a:pt x="236" y="275"/>
                  <a:pt x="236" y="275"/>
                  <a:pt x="236" y="275"/>
                </a:cubicBezTo>
                <a:cubicBezTo>
                  <a:pt x="236" y="275"/>
                  <a:pt x="236" y="275"/>
                  <a:pt x="236" y="274"/>
                </a:cubicBezTo>
                <a:cubicBezTo>
                  <a:pt x="236" y="270"/>
                  <a:pt x="232" y="266"/>
                  <a:pt x="228" y="266"/>
                </a:cubicBezTo>
                <a:cubicBezTo>
                  <a:pt x="227" y="266"/>
                  <a:pt x="227" y="266"/>
                  <a:pt x="227" y="266"/>
                </a:cubicBezTo>
                <a:cubicBezTo>
                  <a:pt x="207" y="266"/>
                  <a:pt x="207" y="266"/>
                  <a:pt x="207" y="266"/>
                </a:cubicBezTo>
                <a:cubicBezTo>
                  <a:pt x="207" y="171"/>
                  <a:pt x="207" y="171"/>
                  <a:pt x="207" y="171"/>
                </a:cubicBezTo>
                <a:cubicBezTo>
                  <a:pt x="205" y="171"/>
                  <a:pt x="205" y="171"/>
                  <a:pt x="205" y="171"/>
                </a:cubicBezTo>
                <a:cubicBezTo>
                  <a:pt x="205" y="138"/>
                  <a:pt x="205" y="138"/>
                  <a:pt x="205" y="138"/>
                </a:cubicBezTo>
                <a:cubicBezTo>
                  <a:pt x="206" y="137"/>
                  <a:pt x="208" y="137"/>
                  <a:pt x="209" y="137"/>
                </a:cubicBezTo>
                <a:cubicBezTo>
                  <a:pt x="221" y="168"/>
                  <a:pt x="221" y="168"/>
                  <a:pt x="221" y="168"/>
                </a:cubicBezTo>
                <a:cubicBezTo>
                  <a:pt x="219" y="169"/>
                  <a:pt x="219" y="169"/>
                  <a:pt x="219" y="169"/>
                </a:cubicBezTo>
                <a:cubicBezTo>
                  <a:pt x="219" y="169"/>
                  <a:pt x="219" y="169"/>
                  <a:pt x="219" y="169"/>
                </a:cubicBezTo>
                <a:cubicBezTo>
                  <a:pt x="220" y="173"/>
                  <a:pt x="220" y="173"/>
                  <a:pt x="220" y="173"/>
                </a:cubicBezTo>
                <a:cubicBezTo>
                  <a:pt x="239" y="166"/>
                  <a:pt x="239" y="166"/>
                  <a:pt x="239" y="166"/>
                </a:cubicBezTo>
                <a:cubicBezTo>
                  <a:pt x="237" y="162"/>
                  <a:pt x="237" y="162"/>
                  <a:pt x="237" y="162"/>
                </a:cubicBezTo>
                <a:cubicBezTo>
                  <a:pt x="235" y="163"/>
                  <a:pt x="235" y="163"/>
                  <a:pt x="235" y="163"/>
                </a:cubicBezTo>
                <a:cubicBezTo>
                  <a:pt x="223" y="131"/>
                  <a:pt x="223" y="131"/>
                  <a:pt x="223" y="131"/>
                </a:cubicBezTo>
                <a:cubicBezTo>
                  <a:pt x="224" y="130"/>
                  <a:pt x="225" y="129"/>
                  <a:pt x="226" y="129"/>
                </a:cubicBezTo>
                <a:cubicBezTo>
                  <a:pt x="250" y="153"/>
                  <a:pt x="250" y="153"/>
                  <a:pt x="250" y="153"/>
                </a:cubicBezTo>
                <a:cubicBezTo>
                  <a:pt x="249" y="155"/>
                  <a:pt x="249" y="155"/>
                  <a:pt x="249" y="155"/>
                </a:cubicBezTo>
                <a:cubicBezTo>
                  <a:pt x="249" y="155"/>
                  <a:pt x="249" y="155"/>
                  <a:pt x="249" y="155"/>
                </a:cubicBezTo>
                <a:cubicBezTo>
                  <a:pt x="252" y="158"/>
                  <a:pt x="252" y="158"/>
                  <a:pt x="252" y="158"/>
                </a:cubicBezTo>
                <a:cubicBezTo>
                  <a:pt x="265" y="144"/>
                  <a:pt x="265" y="144"/>
                  <a:pt x="265" y="144"/>
                </a:cubicBezTo>
                <a:cubicBezTo>
                  <a:pt x="262" y="141"/>
                  <a:pt x="262" y="141"/>
                  <a:pt x="262" y="141"/>
                </a:cubicBezTo>
                <a:cubicBezTo>
                  <a:pt x="261" y="142"/>
                  <a:pt x="261" y="142"/>
                  <a:pt x="261" y="142"/>
                </a:cubicBezTo>
                <a:cubicBezTo>
                  <a:pt x="236" y="118"/>
                  <a:pt x="236" y="118"/>
                  <a:pt x="236" y="118"/>
                </a:cubicBezTo>
                <a:cubicBezTo>
                  <a:pt x="237" y="117"/>
                  <a:pt x="237" y="116"/>
                  <a:pt x="238" y="115"/>
                </a:cubicBezTo>
                <a:cubicBezTo>
                  <a:pt x="271" y="128"/>
                  <a:pt x="271" y="128"/>
                  <a:pt x="271" y="128"/>
                </a:cubicBezTo>
                <a:cubicBezTo>
                  <a:pt x="270" y="130"/>
                  <a:pt x="270" y="130"/>
                  <a:pt x="270" y="130"/>
                </a:cubicBezTo>
                <a:cubicBezTo>
                  <a:pt x="270" y="130"/>
                  <a:pt x="270" y="130"/>
                  <a:pt x="270" y="130"/>
                </a:cubicBezTo>
                <a:cubicBezTo>
                  <a:pt x="274" y="132"/>
                  <a:pt x="274" y="132"/>
                  <a:pt x="274" y="132"/>
                </a:cubicBezTo>
                <a:cubicBezTo>
                  <a:pt x="281" y="114"/>
                  <a:pt x="281" y="114"/>
                  <a:pt x="281" y="114"/>
                </a:cubicBezTo>
                <a:cubicBezTo>
                  <a:pt x="277" y="112"/>
                  <a:pt x="277" y="112"/>
                  <a:pt x="277" y="112"/>
                </a:cubicBezTo>
                <a:cubicBezTo>
                  <a:pt x="277" y="114"/>
                  <a:pt x="277" y="114"/>
                  <a:pt x="277" y="114"/>
                </a:cubicBezTo>
                <a:cubicBezTo>
                  <a:pt x="244" y="101"/>
                  <a:pt x="244" y="101"/>
                  <a:pt x="244" y="101"/>
                </a:cubicBezTo>
                <a:cubicBezTo>
                  <a:pt x="244" y="100"/>
                  <a:pt x="244" y="99"/>
                  <a:pt x="244" y="98"/>
                </a:cubicBezTo>
                <a:cubicBezTo>
                  <a:pt x="279" y="98"/>
                  <a:pt x="279" y="98"/>
                  <a:pt x="279" y="98"/>
                </a:cubicBezTo>
                <a:cubicBezTo>
                  <a:pt x="279" y="100"/>
                  <a:pt x="279" y="100"/>
                  <a:pt x="279" y="100"/>
                </a:cubicBezTo>
                <a:cubicBezTo>
                  <a:pt x="368" y="100"/>
                  <a:pt x="368" y="100"/>
                  <a:pt x="368" y="100"/>
                </a:cubicBezTo>
                <a:cubicBezTo>
                  <a:pt x="369" y="101"/>
                  <a:pt x="369" y="103"/>
                  <a:pt x="370" y="105"/>
                </a:cubicBezTo>
                <a:cubicBezTo>
                  <a:pt x="371" y="109"/>
                  <a:pt x="374" y="112"/>
                  <a:pt x="375" y="112"/>
                </a:cubicBezTo>
                <a:cubicBezTo>
                  <a:pt x="375" y="112"/>
                  <a:pt x="375" y="112"/>
                  <a:pt x="375" y="112"/>
                </a:cubicBezTo>
                <a:cubicBezTo>
                  <a:pt x="375" y="112"/>
                  <a:pt x="375" y="112"/>
                  <a:pt x="375" y="112"/>
                </a:cubicBezTo>
                <a:cubicBezTo>
                  <a:pt x="406" y="100"/>
                  <a:pt x="406" y="100"/>
                  <a:pt x="406" y="100"/>
                </a:cubicBezTo>
                <a:cubicBezTo>
                  <a:pt x="416" y="100"/>
                  <a:pt x="416" y="100"/>
                  <a:pt x="416" y="100"/>
                </a:cubicBezTo>
                <a:cubicBezTo>
                  <a:pt x="394" y="130"/>
                  <a:pt x="394" y="130"/>
                  <a:pt x="394" y="130"/>
                </a:cubicBezTo>
                <a:cubicBezTo>
                  <a:pt x="394" y="130"/>
                  <a:pt x="394" y="130"/>
                  <a:pt x="394" y="130"/>
                </a:cubicBezTo>
                <a:cubicBezTo>
                  <a:pt x="394" y="130"/>
                  <a:pt x="394" y="130"/>
                  <a:pt x="394" y="130"/>
                </a:cubicBezTo>
                <a:cubicBezTo>
                  <a:pt x="394" y="130"/>
                  <a:pt x="394" y="130"/>
                  <a:pt x="394" y="130"/>
                </a:cubicBezTo>
                <a:cubicBezTo>
                  <a:pt x="394" y="130"/>
                  <a:pt x="394" y="130"/>
                  <a:pt x="394" y="130"/>
                </a:cubicBezTo>
                <a:cubicBezTo>
                  <a:pt x="393" y="131"/>
                  <a:pt x="395" y="134"/>
                  <a:pt x="399" y="136"/>
                </a:cubicBezTo>
                <a:cubicBezTo>
                  <a:pt x="403" y="139"/>
                  <a:pt x="406" y="140"/>
                  <a:pt x="407" y="139"/>
                </a:cubicBezTo>
                <a:cubicBezTo>
                  <a:pt x="407" y="139"/>
                  <a:pt x="407" y="139"/>
                  <a:pt x="407" y="139"/>
                </a:cubicBezTo>
                <a:cubicBezTo>
                  <a:pt x="438" y="100"/>
                  <a:pt x="438" y="100"/>
                  <a:pt x="438" y="100"/>
                </a:cubicBezTo>
                <a:cubicBezTo>
                  <a:pt x="439" y="100"/>
                  <a:pt x="439" y="100"/>
                  <a:pt x="439" y="100"/>
                </a:cubicBezTo>
                <a:cubicBezTo>
                  <a:pt x="423" y="147"/>
                  <a:pt x="423" y="147"/>
                  <a:pt x="423" y="147"/>
                </a:cubicBezTo>
                <a:cubicBezTo>
                  <a:pt x="423" y="147"/>
                  <a:pt x="423" y="147"/>
                  <a:pt x="423" y="147"/>
                </a:cubicBezTo>
                <a:cubicBezTo>
                  <a:pt x="423" y="147"/>
                  <a:pt x="423" y="147"/>
                  <a:pt x="423" y="147"/>
                </a:cubicBezTo>
                <a:cubicBezTo>
                  <a:pt x="422" y="149"/>
                  <a:pt x="426" y="151"/>
                  <a:pt x="430" y="153"/>
                </a:cubicBezTo>
                <a:cubicBezTo>
                  <a:pt x="434" y="154"/>
                  <a:pt x="438" y="155"/>
                  <a:pt x="439" y="153"/>
                </a:cubicBezTo>
                <a:cubicBezTo>
                  <a:pt x="439" y="153"/>
                  <a:pt x="439" y="153"/>
                  <a:pt x="439" y="153"/>
                </a:cubicBezTo>
                <a:cubicBezTo>
                  <a:pt x="439" y="153"/>
                  <a:pt x="439" y="153"/>
                  <a:pt x="439" y="153"/>
                </a:cubicBezTo>
                <a:cubicBezTo>
                  <a:pt x="439" y="153"/>
                  <a:pt x="439" y="153"/>
                  <a:pt x="439" y="153"/>
                </a:cubicBezTo>
                <a:cubicBezTo>
                  <a:pt x="439" y="153"/>
                  <a:pt x="439" y="153"/>
                  <a:pt x="439" y="153"/>
                </a:cubicBezTo>
                <a:cubicBezTo>
                  <a:pt x="457" y="100"/>
                  <a:pt x="457" y="100"/>
                  <a:pt x="457" y="100"/>
                </a:cubicBezTo>
                <a:cubicBezTo>
                  <a:pt x="457" y="100"/>
                  <a:pt x="457" y="100"/>
                  <a:pt x="457" y="100"/>
                </a:cubicBezTo>
                <a:cubicBezTo>
                  <a:pt x="457" y="159"/>
                  <a:pt x="457" y="159"/>
                  <a:pt x="457" y="159"/>
                </a:cubicBezTo>
                <a:cubicBezTo>
                  <a:pt x="457" y="159"/>
                  <a:pt x="457" y="159"/>
                  <a:pt x="457" y="159"/>
                </a:cubicBezTo>
                <a:cubicBezTo>
                  <a:pt x="457" y="159"/>
                  <a:pt x="457" y="159"/>
                  <a:pt x="457" y="159"/>
                </a:cubicBezTo>
                <a:cubicBezTo>
                  <a:pt x="457" y="159"/>
                  <a:pt x="457" y="159"/>
                  <a:pt x="457" y="159"/>
                </a:cubicBezTo>
                <a:cubicBezTo>
                  <a:pt x="457" y="159"/>
                  <a:pt x="457" y="159"/>
                  <a:pt x="457" y="159"/>
                </a:cubicBezTo>
                <a:cubicBezTo>
                  <a:pt x="457" y="160"/>
                  <a:pt x="461" y="161"/>
                  <a:pt x="466" y="161"/>
                </a:cubicBezTo>
                <a:cubicBezTo>
                  <a:pt x="471" y="161"/>
                  <a:pt x="474" y="160"/>
                  <a:pt x="475" y="159"/>
                </a:cubicBezTo>
                <a:cubicBezTo>
                  <a:pt x="475" y="159"/>
                  <a:pt x="475" y="159"/>
                  <a:pt x="475" y="159"/>
                </a:cubicBezTo>
                <a:cubicBezTo>
                  <a:pt x="475" y="159"/>
                  <a:pt x="475" y="159"/>
                  <a:pt x="475" y="159"/>
                </a:cubicBezTo>
                <a:cubicBezTo>
                  <a:pt x="475" y="159"/>
                  <a:pt x="475" y="159"/>
                  <a:pt x="475" y="159"/>
                </a:cubicBezTo>
                <a:cubicBezTo>
                  <a:pt x="475" y="159"/>
                  <a:pt x="475" y="159"/>
                  <a:pt x="475" y="159"/>
                </a:cubicBezTo>
                <a:cubicBezTo>
                  <a:pt x="475" y="100"/>
                  <a:pt x="475" y="100"/>
                  <a:pt x="475" y="100"/>
                </a:cubicBezTo>
                <a:cubicBezTo>
                  <a:pt x="481" y="100"/>
                  <a:pt x="481" y="100"/>
                  <a:pt x="481" y="100"/>
                </a:cubicBezTo>
                <a:cubicBezTo>
                  <a:pt x="481" y="88"/>
                  <a:pt x="481" y="88"/>
                  <a:pt x="481" y="88"/>
                </a:cubicBezTo>
                <a:cubicBezTo>
                  <a:pt x="412" y="88"/>
                  <a:pt x="412" y="88"/>
                  <a:pt x="412" y="88"/>
                </a:cubicBezTo>
                <a:cubicBezTo>
                  <a:pt x="412" y="84"/>
                  <a:pt x="412" y="84"/>
                  <a:pt x="412" y="84"/>
                </a:cubicBezTo>
                <a:cubicBezTo>
                  <a:pt x="481" y="84"/>
                  <a:pt x="481" y="84"/>
                  <a:pt x="481" y="84"/>
                </a:cubicBezTo>
                <a:cubicBezTo>
                  <a:pt x="481" y="80"/>
                  <a:pt x="481" y="80"/>
                  <a:pt x="481" y="80"/>
                </a:cubicBezTo>
                <a:cubicBezTo>
                  <a:pt x="456" y="80"/>
                  <a:pt x="456" y="80"/>
                  <a:pt x="456" y="80"/>
                </a:cubicBezTo>
                <a:cubicBezTo>
                  <a:pt x="456" y="80"/>
                  <a:pt x="456" y="80"/>
                  <a:pt x="456" y="80"/>
                </a:cubicBezTo>
                <a:cubicBezTo>
                  <a:pt x="411" y="80"/>
                  <a:pt x="411" y="80"/>
                  <a:pt x="411" y="80"/>
                </a:cubicBezTo>
                <a:cubicBezTo>
                  <a:pt x="404" y="79"/>
                  <a:pt x="386" y="75"/>
                  <a:pt x="374" y="63"/>
                </a:cubicBezTo>
                <a:cubicBezTo>
                  <a:pt x="357" y="46"/>
                  <a:pt x="357" y="34"/>
                  <a:pt x="357" y="34"/>
                </a:cubicBezTo>
                <a:cubicBezTo>
                  <a:pt x="354" y="34"/>
                  <a:pt x="354" y="34"/>
                  <a:pt x="354" y="34"/>
                </a:cubicBezTo>
                <a:cubicBezTo>
                  <a:pt x="354" y="80"/>
                  <a:pt x="354" y="80"/>
                  <a:pt x="354" y="80"/>
                </a:cubicBezTo>
                <a:cubicBezTo>
                  <a:pt x="350" y="80"/>
                  <a:pt x="350" y="80"/>
                  <a:pt x="350" y="80"/>
                </a:cubicBezTo>
                <a:cubicBezTo>
                  <a:pt x="350" y="34"/>
                  <a:pt x="350" y="34"/>
                  <a:pt x="350" y="34"/>
                </a:cubicBezTo>
                <a:cubicBezTo>
                  <a:pt x="344" y="34"/>
                  <a:pt x="344" y="34"/>
                  <a:pt x="344" y="34"/>
                </a:cubicBezTo>
                <a:cubicBezTo>
                  <a:pt x="344" y="80"/>
                  <a:pt x="344" y="80"/>
                  <a:pt x="344" y="80"/>
                </a:cubicBezTo>
                <a:cubicBezTo>
                  <a:pt x="279" y="80"/>
                  <a:pt x="279" y="80"/>
                  <a:pt x="279" y="80"/>
                </a:cubicBezTo>
                <a:cubicBezTo>
                  <a:pt x="279" y="82"/>
                  <a:pt x="279" y="82"/>
                  <a:pt x="279" y="82"/>
                </a:cubicBezTo>
                <a:cubicBezTo>
                  <a:pt x="244" y="82"/>
                  <a:pt x="244" y="82"/>
                  <a:pt x="244" y="82"/>
                </a:cubicBezTo>
                <a:cubicBezTo>
                  <a:pt x="241" y="62"/>
                  <a:pt x="225" y="46"/>
                  <a:pt x="205" y="43"/>
                </a:cubicBezTo>
                <a:cubicBezTo>
                  <a:pt x="205" y="4"/>
                  <a:pt x="205" y="4"/>
                  <a:pt x="205" y="4"/>
                </a:cubicBezTo>
                <a:cubicBezTo>
                  <a:pt x="207" y="4"/>
                  <a:pt x="207" y="4"/>
                  <a:pt x="207" y="4"/>
                </a:cubicBezTo>
                <a:cubicBezTo>
                  <a:pt x="207" y="0"/>
                  <a:pt x="207" y="0"/>
                  <a:pt x="207" y="0"/>
                </a:cubicBezTo>
                <a:cubicBezTo>
                  <a:pt x="187" y="0"/>
                  <a:pt x="187" y="0"/>
                  <a:pt x="187" y="0"/>
                </a:cubicBezTo>
                <a:cubicBezTo>
                  <a:pt x="187" y="4"/>
                  <a:pt x="187" y="4"/>
                  <a:pt x="187" y="4"/>
                </a:cubicBezTo>
                <a:cubicBezTo>
                  <a:pt x="190" y="4"/>
                  <a:pt x="190" y="4"/>
                  <a:pt x="190" y="4"/>
                </a:cubicBezTo>
                <a:cubicBezTo>
                  <a:pt x="190" y="43"/>
                  <a:pt x="190" y="43"/>
                  <a:pt x="190" y="43"/>
                </a:cubicBezTo>
                <a:cubicBezTo>
                  <a:pt x="188" y="43"/>
                  <a:pt x="187" y="43"/>
                  <a:pt x="186" y="43"/>
                </a:cubicBezTo>
                <a:cubicBezTo>
                  <a:pt x="171" y="8"/>
                  <a:pt x="171" y="8"/>
                  <a:pt x="171" y="8"/>
                </a:cubicBezTo>
                <a:cubicBezTo>
                  <a:pt x="173" y="7"/>
                  <a:pt x="173" y="7"/>
                  <a:pt x="173" y="7"/>
                </a:cubicBezTo>
                <a:cubicBezTo>
                  <a:pt x="173" y="7"/>
                  <a:pt x="173" y="7"/>
                  <a:pt x="173" y="7"/>
                </a:cubicBezTo>
                <a:cubicBezTo>
                  <a:pt x="172" y="3"/>
                  <a:pt x="172" y="3"/>
                  <a:pt x="172" y="3"/>
                </a:cubicBezTo>
                <a:cubicBezTo>
                  <a:pt x="154" y="11"/>
                  <a:pt x="154" y="11"/>
                  <a:pt x="154" y="11"/>
                </a:cubicBezTo>
                <a:cubicBezTo>
                  <a:pt x="155" y="15"/>
                  <a:pt x="155" y="15"/>
                  <a:pt x="155" y="15"/>
                </a:cubicBezTo>
                <a:cubicBezTo>
                  <a:pt x="157" y="14"/>
                  <a:pt x="157" y="14"/>
                  <a:pt x="157" y="14"/>
                </a:cubicBezTo>
                <a:cubicBezTo>
                  <a:pt x="172" y="49"/>
                  <a:pt x="172" y="49"/>
                  <a:pt x="172" y="49"/>
                </a:cubicBezTo>
                <a:cubicBezTo>
                  <a:pt x="171" y="49"/>
                  <a:pt x="170" y="50"/>
                  <a:pt x="169" y="51"/>
                </a:cubicBezTo>
                <a:cubicBezTo>
                  <a:pt x="142" y="24"/>
                  <a:pt x="142" y="24"/>
                  <a:pt x="142" y="24"/>
                </a:cubicBezTo>
                <a:cubicBezTo>
                  <a:pt x="144" y="23"/>
                  <a:pt x="144" y="23"/>
                  <a:pt x="144" y="23"/>
                </a:cubicBezTo>
                <a:cubicBezTo>
                  <a:pt x="144" y="23"/>
                  <a:pt x="144" y="23"/>
                  <a:pt x="144" y="23"/>
                </a:cubicBezTo>
                <a:cubicBezTo>
                  <a:pt x="141" y="20"/>
                  <a:pt x="141" y="20"/>
                  <a:pt x="141" y="20"/>
                </a:cubicBezTo>
                <a:cubicBezTo>
                  <a:pt x="127" y="34"/>
                  <a:pt x="127" y="34"/>
                  <a:pt x="127" y="34"/>
                </a:cubicBezTo>
                <a:cubicBezTo>
                  <a:pt x="130" y="37"/>
                  <a:pt x="130" y="37"/>
                  <a:pt x="130" y="37"/>
                </a:cubicBezTo>
                <a:cubicBezTo>
                  <a:pt x="132" y="35"/>
                  <a:pt x="132" y="35"/>
                  <a:pt x="132" y="35"/>
                </a:cubicBezTo>
                <a:cubicBezTo>
                  <a:pt x="158" y="61"/>
                  <a:pt x="158" y="61"/>
                  <a:pt x="158" y="61"/>
                </a:cubicBezTo>
                <a:cubicBezTo>
                  <a:pt x="157" y="62"/>
                  <a:pt x="157" y="63"/>
                  <a:pt x="156" y="64"/>
                </a:cubicBezTo>
                <a:cubicBezTo>
                  <a:pt x="122" y="51"/>
                  <a:pt x="122" y="51"/>
                  <a:pt x="122" y="51"/>
                </a:cubicBezTo>
                <a:cubicBezTo>
                  <a:pt x="123" y="48"/>
                  <a:pt x="123" y="48"/>
                  <a:pt x="123" y="48"/>
                </a:cubicBezTo>
                <a:cubicBezTo>
                  <a:pt x="123" y="48"/>
                  <a:pt x="123" y="48"/>
                  <a:pt x="123" y="48"/>
                </a:cubicBezTo>
                <a:cubicBezTo>
                  <a:pt x="119" y="47"/>
                  <a:pt x="119" y="47"/>
                  <a:pt x="119" y="47"/>
                </a:cubicBezTo>
                <a:cubicBezTo>
                  <a:pt x="112" y="65"/>
                  <a:pt x="112" y="65"/>
                  <a:pt x="112" y="65"/>
                </a:cubicBezTo>
                <a:cubicBezTo>
                  <a:pt x="116" y="66"/>
                  <a:pt x="116" y="66"/>
                  <a:pt x="116" y="66"/>
                </a:cubicBezTo>
                <a:cubicBezTo>
                  <a:pt x="116" y="64"/>
                  <a:pt x="116" y="64"/>
                  <a:pt x="116" y="64"/>
                </a:cubicBezTo>
                <a:cubicBezTo>
                  <a:pt x="150" y="78"/>
                  <a:pt x="150" y="78"/>
                  <a:pt x="150" y="78"/>
                </a:cubicBezTo>
                <a:cubicBezTo>
                  <a:pt x="150" y="79"/>
                  <a:pt x="149" y="81"/>
                  <a:pt x="149" y="82"/>
                </a:cubicBezTo>
                <a:cubicBezTo>
                  <a:pt x="110" y="82"/>
                  <a:pt x="110" y="82"/>
                  <a:pt x="110" y="82"/>
                </a:cubicBezTo>
                <a:cubicBezTo>
                  <a:pt x="110" y="80"/>
                  <a:pt x="110" y="80"/>
                  <a:pt x="110" y="80"/>
                </a:cubicBezTo>
                <a:cubicBezTo>
                  <a:pt x="68" y="80"/>
                  <a:pt x="68" y="80"/>
                  <a:pt x="68" y="80"/>
                </a:cubicBezTo>
                <a:cubicBezTo>
                  <a:pt x="68" y="80"/>
                  <a:pt x="68" y="80"/>
                  <a:pt x="67" y="80"/>
                </a:cubicBezTo>
                <a:cubicBezTo>
                  <a:pt x="63" y="80"/>
                  <a:pt x="59" y="84"/>
                  <a:pt x="59" y="89"/>
                </a:cubicBezTo>
                <a:cubicBezTo>
                  <a:pt x="59" y="89"/>
                  <a:pt x="59" y="89"/>
                  <a:pt x="59" y="89"/>
                </a:cubicBezTo>
                <a:cubicBezTo>
                  <a:pt x="59" y="98"/>
                  <a:pt x="59" y="98"/>
                  <a:pt x="59" y="98"/>
                </a:cubicBezTo>
                <a:cubicBezTo>
                  <a:pt x="59" y="98"/>
                  <a:pt x="59" y="98"/>
                  <a:pt x="59" y="98"/>
                </a:cubicBezTo>
                <a:cubicBezTo>
                  <a:pt x="59" y="266"/>
                  <a:pt x="59" y="266"/>
                  <a:pt x="59" y="266"/>
                </a:cubicBezTo>
                <a:cubicBezTo>
                  <a:pt x="59" y="266"/>
                  <a:pt x="59" y="266"/>
                  <a:pt x="59" y="266"/>
                </a:cubicBezTo>
                <a:cubicBezTo>
                  <a:pt x="59" y="277"/>
                  <a:pt x="59" y="277"/>
                  <a:pt x="59" y="277"/>
                </a:cubicBezTo>
                <a:cubicBezTo>
                  <a:pt x="59" y="277"/>
                  <a:pt x="59" y="277"/>
                  <a:pt x="59" y="277"/>
                </a:cubicBezTo>
                <a:cubicBezTo>
                  <a:pt x="59" y="282"/>
                  <a:pt x="63" y="286"/>
                  <a:pt x="67" y="286"/>
                </a:cubicBezTo>
                <a:cubicBezTo>
                  <a:pt x="68" y="286"/>
                  <a:pt x="68" y="286"/>
                  <a:pt x="68" y="286"/>
                </a:cubicBezTo>
                <a:cubicBezTo>
                  <a:pt x="108" y="286"/>
                  <a:pt x="108" y="286"/>
                  <a:pt x="108" y="286"/>
                </a:cubicBezTo>
                <a:cubicBezTo>
                  <a:pt x="108" y="286"/>
                  <a:pt x="108" y="286"/>
                  <a:pt x="108" y="286"/>
                </a:cubicBezTo>
                <a:cubicBezTo>
                  <a:pt x="185" y="286"/>
                  <a:pt x="185" y="286"/>
                  <a:pt x="185" y="286"/>
                </a:cubicBezTo>
                <a:cubicBezTo>
                  <a:pt x="185" y="286"/>
                  <a:pt x="185" y="286"/>
                  <a:pt x="185" y="286"/>
                </a:cubicBezTo>
                <a:cubicBezTo>
                  <a:pt x="187" y="286"/>
                  <a:pt x="187" y="286"/>
                  <a:pt x="187" y="286"/>
                </a:cubicBezTo>
                <a:cubicBezTo>
                  <a:pt x="187" y="307"/>
                  <a:pt x="187" y="307"/>
                  <a:pt x="187" y="307"/>
                </a:cubicBezTo>
                <a:cubicBezTo>
                  <a:pt x="185" y="307"/>
                  <a:pt x="185" y="307"/>
                  <a:pt x="185" y="307"/>
                </a:cubicBezTo>
                <a:cubicBezTo>
                  <a:pt x="185" y="307"/>
                  <a:pt x="185" y="307"/>
                  <a:pt x="185" y="307"/>
                </a:cubicBezTo>
                <a:cubicBezTo>
                  <a:pt x="153" y="307"/>
                  <a:pt x="153" y="307"/>
                  <a:pt x="153" y="307"/>
                </a:cubicBezTo>
                <a:cubicBezTo>
                  <a:pt x="153" y="307"/>
                  <a:pt x="153" y="307"/>
                  <a:pt x="153" y="307"/>
                </a:cubicBezTo>
                <a:cubicBezTo>
                  <a:pt x="148" y="307"/>
                  <a:pt x="145" y="310"/>
                  <a:pt x="145" y="315"/>
                </a:cubicBezTo>
                <a:cubicBezTo>
                  <a:pt x="145" y="315"/>
                  <a:pt x="145" y="315"/>
                  <a:pt x="145" y="315"/>
                </a:cubicBezTo>
                <a:cubicBezTo>
                  <a:pt x="145" y="326"/>
                  <a:pt x="145" y="326"/>
                  <a:pt x="145" y="326"/>
                </a:cubicBezTo>
                <a:cubicBezTo>
                  <a:pt x="145" y="326"/>
                  <a:pt x="145" y="326"/>
                  <a:pt x="145" y="326"/>
                </a:cubicBezTo>
                <a:cubicBezTo>
                  <a:pt x="145" y="351"/>
                  <a:pt x="145" y="351"/>
                  <a:pt x="145" y="351"/>
                </a:cubicBezTo>
                <a:cubicBezTo>
                  <a:pt x="86" y="351"/>
                  <a:pt x="86" y="351"/>
                  <a:pt x="86" y="351"/>
                </a:cubicBezTo>
                <a:cubicBezTo>
                  <a:pt x="87" y="400"/>
                  <a:pt x="87" y="400"/>
                  <a:pt x="87" y="400"/>
                </a:cubicBezTo>
                <a:cubicBezTo>
                  <a:pt x="103" y="418"/>
                  <a:pt x="103" y="418"/>
                  <a:pt x="103" y="418"/>
                </a:cubicBezTo>
                <a:cubicBezTo>
                  <a:pt x="103" y="451"/>
                  <a:pt x="103" y="451"/>
                  <a:pt x="103" y="451"/>
                </a:cubicBezTo>
                <a:cubicBezTo>
                  <a:pt x="122" y="459"/>
                  <a:pt x="122" y="459"/>
                  <a:pt x="122" y="459"/>
                </a:cubicBezTo>
                <a:cubicBezTo>
                  <a:pt x="122" y="505"/>
                  <a:pt x="122" y="505"/>
                  <a:pt x="122" y="505"/>
                </a:cubicBezTo>
                <a:cubicBezTo>
                  <a:pt x="38" y="520"/>
                  <a:pt x="7" y="539"/>
                  <a:pt x="4" y="540"/>
                </a:cubicBezTo>
                <a:cubicBezTo>
                  <a:pt x="0" y="540"/>
                  <a:pt x="19" y="543"/>
                  <a:pt x="46" y="556"/>
                </a:cubicBezTo>
                <a:cubicBezTo>
                  <a:pt x="80" y="572"/>
                  <a:pt x="76" y="581"/>
                  <a:pt x="76" y="581"/>
                </a:cubicBezTo>
                <a:cubicBezTo>
                  <a:pt x="76" y="581"/>
                  <a:pt x="135" y="543"/>
                  <a:pt x="263" y="520"/>
                </a:cubicBezTo>
                <a:cubicBezTo>
                  <a:pt x="330" y="508"/>
                  <a:pt x="451" y="503"/>
                  <a:pt x="495" y="512"/>
                </a:cubicBezTo>
                <a:cubicBezTo>
                  <a:pt x="495" y="512"/>
                  <a:pt x="461" y="504"/>
                  <a:pt x="413" y="497"/>
                </a:cubicBezTo>
                <a:close/>
              </a:path>
            </a:pathLst>
          </a:custGeom>
          <a:solidFill>
            <a:srgbClr val="003778"/>
          </a:solidFill>
          <a:ln>
            <a:noFill/>
          </a:ln>
        </p:spPr>
        <p:txBody>
          <a:bodyPr vert="horz" wrap="square" lIns="91440" tIns="45720" rIns="91440" bIns="45720" numCol="1" anchor="t" anchorCtr="0" compatLnSpc="1">
            <a:prstTxWarp prst="textNoShape">
              <a:avLst/>
            </a:prstTxWarp>
          </a:bodyPr>
          <a:lstStyle/>
          <a:p>
            <a:endParaRPr lang="zh-CN" altLang="en-US" dirty="0"/>
          </a:p>
        </p:txBody>
      </p:sp>
      <p:cxnSp>
        <p:nvCxnSpPr>
          <p:cNvPr id="16" name="直接连接符 15">
            <a:extLst>
              <a:ext uri="{FF2B5EF4-FFF2-40B4-BE49-F238E27FC236}">
                <a16:creationId xmlns:a16="http://schemas.microsoft.com/office/drawing/2014/main" id="{37B9A614-BC4E-4B23-B9D1-2B209AB0743B}"/>
              </a:ext>
            </a:extLst>
          </p:cNvPr>
          <p:cNvCxnSpPr>
            <a:cxnSpLocks/>
          </p:cNvCxnSpPr>
          <p:nvPr userDrawn="1"/>
        </p:nvCxnSpPr>
        <p:spPr>
          <a:xfrm>
            <a:off x="659130" y="1027048"/>
            <a:ext cx="10864850" cy="0"/>
          </a:xfrm>
          <a:prstGeom prst="line">
            <a:avLst/>
          </a:prstGeom>
          <a:ln cap="rnd">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6" name="组合 5">
            <a:extLst>
              <a:ext uri="{FF2B5EF4-FFF2-40B4-BE49-F238E27FC236}">
                <a16:creationId xmlns:a16="http://schemas.microsoft.com/office/drawing/2014/main" id="{56F145ED-F2E4-4AA7-A4D3-D53C16269E0A}"/>
              </a:ext>
            </a:extLst>
          </p:cNvPr>
          <p:cNvGrpSpPr/>
          <p:nvPr userDrawn="1"/>
        </p:nvGrpSpPr>
        <p:grpSpPr>
          <a:xfrm>
            <a:off x="670560" y="1959198"/>
            <a:ext cx="6136670" cy="3434133"/>
            <a:chOff x="2891583" y="1950543"/>
            <a:chExt cx="5965680" cy="3434133"/>
          </a:xfrm>
        </p:grpSpPr>
        <p:sp>
          <p:nvSpPr>
            <p:cNvPr id="14" name="Freeform 45">
              <a:extLst>
                <a:ext uri="{FF2B5EF4-FFF2-40B4-BE49-F238E27FC236}">
                  <a16:creationId xmlns:a16="http://schemas.microsoft.com/office/drawing/2014/main" id="{221EB8A2-4E91-4E4F-A387-46AB7ACD13EA}"/>
                </a:ext>
              </a:extLst>
            </p:cNvPr>
            <p:cNvSpPr>
              <a:spLocks/>
            </p:cNvSpPr>
            <p:nvPr/>
          </p:nvSpPr>
          <p:spPr bwMode="auto">
            <a:xfrm>
              <a:off x="2891583" y="5252070"/>
              <a:ext cx="3004934" cy="132606"/>
            </a:xfrm>
            <a:custGeom>
              <a:avLst/>
              <a:gdLst>
                <a:gd name="T0" fmla="*/ 0 w 885"/>
                <a:gd name="T1" fmla="*/ 16 h 39"/>
                <a:gd name="T2" fmla="*/ 78 w 885"/>
                <a:gd name="T3" fmla="*/ 39 h 39"/>
                <a:gd name="T4" fmla="*/ 885 w 885"/>
                <a:gd name="T5" fmla="*/ 39 h 39"/>
                <a:gd name="T6" fmla="*/ 885 w 885"/>
                <a:gd name="T7" fmla="*/ 0 h 39"/>
                <a:gd name="T8" fmla="*/ 0 w 885"/>
                <a:gd name="T9" fmla="*/ 0 h 39"/>
                <a:gd name="T10" fmla="*/ 0 w 885"/>
                <a:gd name="T11" fmla="*/ 16 h 39"/>
              </a:gdLst>
              <a:ahLst/>
              <a:cxnLst>
                <a:cxn ang="0">
                  <a:pos x="T0" y="T1"/>
                </a:cxn>
                <a:cxn ang="0">
                  <a:pos x="T2" y="T3"/>
                </a:cxn>
                <a:cxn ang="0">
                  <a:pos x="T4" y="T5"/>
                </a:cxn>
                <a:cxn ang="0">
                  <a:pos x="T6" y="T7"/>
                </a:cxn>
                <a:cxn ang="0">
                  <a:pos x="T8" y="T9"/>
                </a:cxn>
                <a:cxn ang="0">
                  <a:pos x="T10" y="T11"/>
                </a:cxn>
              </a:cxnLst>
              <a:rect l="0" t="0" r="r" b="b"/>
              <a:pathLst>
                <a:path w="885" h="39">
                  <a:moveTo>
                    <a:pt x="0" y="16"/>
                  </a:moveTo>
                  <a:cubicBezTo>
                    <a:pt x="0" y="23"/>
                    <a:pt x="30" y="39"/>
                    <a:pt x="78" y="39"/>
                  </a:cubicBezTo>
                  <a:cubicBezTo>
                    <a:pt x="126" y="39"/>
                    <a:pt x="885" y="39"/>
                    <a:pt x="885" y="39"/>
                  </a:cubicBezTo>
                  <a:cubicBezTo>
                    <a:pt x="885" y="0"/>
                    <a:pt x="885" y="0"/>
                    <a:pt x="885" y="0"/>
                  </a:cubicBezTo>
                  <a:cubicBezTo>
                    <a:pt x="0" y="0"/>
                    <a:pt x="0" y="0"/>
                    <a:pt x="0" y="0"/>
                  </a:cubicBezTo>
                  <a:lnTo>
                    <a:pt x="0" y="16"/>
                  </a:lnTo>
                  <a:close/>
                </a:path>
              </a:pathLst>
            </a:custGeom>
            <a:solidFill>
              <a:srgbClr val="2E2E35"/>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828434" eaLnBrk="1" fontAlgn="auto" latinLnBrk="0" hangingPunct="1">
                <a:lnSpc>
                  <a:spcPct val="100000"/>
                </a:lnSpc>
                <a:spcBef>
                  <a:spcPts val="0"/>
                </a:spcBef>
                <a:spcAft>
                  <a:spcPts val="0"/>
                </a:spcAft>
                <a:buClrTx/>
                <a:buSzTx/>
                <a:buFontTx/>
                <a:buNone/>
                <a:tabLst/>
                <a:defRPr/>
              </a:pPr>
              <a:endParaRPr kumimoji="0" lang="id-ID" sz="3600" b="0" i="0" u="none" strike="noStrike" kern="0" cap="none" spc="0" normalizeH="0" baseline="0" noProof="0">
                <a:ln>
                  <a:noFill/>
                </a:ln>
                <a:solidFill>
                  <a:srgbClr val="7F7F7F"/>
                </a:solidFill>
                <a:effectLst/>
                <a:uLnTx/>
                <a:uFillTx/>
                <a:latin typeface="Roboto Light"/>
              </a:endParaRPr>
            </a:p>
          </p:txBody>
        </p:sp>
        <p:sp>
          <p:nvSpPr>
            <p:cNvPr id="15" name="Freeform 46">
              <a:extLst>
                <a:ext uri="{FF2B5EF4-FFF2-40B4-BE49-F238E27FC236}">
                  <a16:creationId xmlns:a16="http://schemas.microsoft.com/office/drawing/2014/main" id="{1ACA4D26-9BB4-46B9-915C-702783F63E9D}"/>
                </a:ext>
              </a:extLst>
            </p:cNvPr>
            <p:cNvSpPr>
              <a:spLocks/>
            </p:cNvSpPr>
            <p:nvPr/>
          </p:nvSpPr>
          <p:spPr bwMode="auto">
            <a:xfrm>
              <a:off x="5852327" y="5252070"/>
              <a:ext cx="3004934" cy="132606"/>
            </a:xfrm>
            <a:custGeom>
              <a:avLst/>
              <a:gdLst>
                <a:gd name="T0" fmla="*/ 884 w 884"/>
                <a:gd name="T1" fmla="*/ 16 h 39"/>
                <a:gd name="T2" fmla="*/ 806 w 884"/>
                <a:gd name="T3" fmla="*/ 39 h 39"/>
                <a:gd name="T4" fmla="*/ 0 w 884"/>
                <a:gd name="T5" fmla="*/ 39 h 39"/>
                <a:gd name="T6" fmla="*/ 0 w 884"/>
                <a:gd name="T7" fmla="*/ 0 h 39"/>
                <a:gd name="T8" fmla="*/ 884 w 884"/>
                <a:gd name="T9" fmla="*/ 0 h 39"/>
                <a:gd name="T10" fmla="*/ 884 w 884"/>
                <a:gd name="T11" fmla="*/ 16 h 39"/>
              </a:gdLst>
              <a:ahLst/>
              <a:cxnLst>
                <a:cxn ang="0">
                  <a:pos x="T0" y="T1"/>
                </a:cxn>
                <a:cxn ang="0">
                  <a:pos x="T2" y="T3"/>
                </a:cxn>
                <a:cxn ang="0">
                  <a:pos x="T4" y="T5"/>
                </a:cxn>
                <a:cxn ang="0">
                  <a:pos x="T6" y="T7"/>
                </a:cxn>
                <a:cxn ang="0">
                  <a:pos x="T8" y="T9"/>
                </a:cxn>
                <a:cxn ang="0">
                  <a:pos x="T10" y="T11"/>
                </a:cxn>
              </a:cxnLst>
              <a:rect l="0" t="0" r="r" b="b"/>
              <a:pathLst>
                <a:path w="884" h="39">
                  <a:moveTo>
                    <a:pt x="884" y="16"/>
                  </a:moveTo>
                  <a:cubicBezTo>
                    <a:pt x="884" y="23"/>
                    <a:pt x="854" y="39"/>
                    <a:pt x="806" y="39"/>
                  </a:cubicBezTo>
                  <a:cubicBezTo>
                    <a:pt x="758" y="39"/>
                    <a:pt x="0" y="39"/>
                    <a:pt x="0" y="39"/>
                  </a:cubicBezTo>
                  <a:cubicBezTo>
                    <a:pt x="0" y="0"/>
                    <a:pt x="0" y="0"/>
                    <a:pt x="0" y="0"/>
                  </a:cubicBezTo>
                  <a:cubicBezTo>
                    <a:pt x="884" y="0"/>
                    <a:pt x="884" y="0"/>
                    <a:pt x="884" y="0"/>
                  </a:cubicBezTo>
                  <a:lnTo>
                    <a:pt x="884" y="16"/>
                  </a:lnTo>
                  <a:close/>
                </a:path>
              </a:pathLst>
            </a:custGeom>
            <a:solidFill>
              <a:srgbClr val="2E2E35"/>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828434" eaLnBrk="1" fontAlgn="auto" latinLnBrk="0" hangingPunct="1">
                <a:lnSpc>
                  <a:spcPct val="100000"/>
                </a:lnSpc>
                <a:spcBef>
                  <a:spcPts val="0"/>
                </a:spcBef>
                <a:spcAft>
                  <a:spcPts val="0"/>
                </a:spcAft>
                <a:buClrTx/>
                <a:buSzTx/>
                <a:buFontTx/>
                <a:buNone/>
                <a:tabLst/>
                <a:defRPr/>
              </a:pPr>
              <a:endParaRPr kumimoji="0" lang="id-ID" sz="3600" b="0" i="0" u="none" strike="noStrike" kern="0" cap="none" spc="0" normalizeH="0" baseline="0" noProof="0">
                <a:ln>
                  <a:noFill/>
                </a:ln>
                <a:solidFill>
                  <a:srgbClr val="7F7F7F"/>
                </a:solidFill>
                <a:effectLst/>
                <a:uLnTx/>
                <a:uFillTx/>
                <a:latin typeface="Roboto Light"/>
              </a:endParaRPr>
            </a:p>
          </p:txBody>
        </p:sp>
        <p:sp>
          <p:nvSpPr>
            <p:cNvPr id="17" name="Freeform 47">
              <a:extLst>
                <a:ext uri="{FF2B5EF4-FFF2-40B4-BE49-F238E27FC236}">
                  <a16:creationId xmlns:a16="http://schemas.microsoft.com/office/drawing/2014/main" id="{A4B8622A-3DE8-4531-B546-514E71E2DE78}"/>
                </a:ext>
              </a:extLst>
            </p:cNvPr>
            <p:cNvSpPr>
              <a:spLocks/>
            </p:cNvSpPr>
            <p:nvPr/>
          </p:nvSpPr>
          <p:spPr bwMode="auto">
            <a:xfrm>
              <a:off x="3479652" y="1950543"/>
              <a:ext cx="4833729" cy="3311728"/>
            </a:xfrm>
            <a:custGeom>
              <a:avLst/>
              <a:gdLst>
                <a:gd name="T0" fmla="*/ 1378 w 1423"/>
                <a:gd name="T1" fmla="*/ 0 h 974"/>
                <a:gd name="T2" fmla="*/ 45 w 1423"/>
                <a:gd name="T3" fmla="*/ 0 h 974"/>
                <a:gd name="T4" fmla="*/ 0 w 1423"/>
                <a:gd name="T5" fmla="*/ 45 h 974"/>
                <a:gd name="T6" fmla="*/ 0 w 1423"/>
                <a:gd name="T7" fmla="*/ 218 h 974"/>
                <a:gd name="T8" fmla="*/ 0 w 1423"/>
                <a:gd name="T9" fmla="*/ 929 h 974"/>
                <a:gd name="T10" fmla="*/ 45 w 1423"/>
                <a:gd name="T11" fmla="*/ 974 h 974"/>
                <a:gd name="T12" fmla="*/ 1378 w 1423"/>
                <a:gd name="T13" fmla="*/ 974 h 974"/>
                <a:gd name="T14" fmla="*/ 1423 w 1423"/>
                <a:gd name="T15" fmla="*/ 929 h 974"/>
                <a:gd name="T16" fmla="*/ 1423 w 1423"/>
                <a:gd name="T17" fmla="*/ 45 h 974"/>
                <a:gd name="T18" fmla="*/ 1378 w 1423"/>
                <a:gd name="T19" fmla="*/ 0 h 9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23" h="974">
                  <a:moveTo>
                    <a:pt x="1378" y="0"/>
                  </a:moveTo>
                  <a:cubicBezTo>
                    <a:pt x="45" y="0"/>
                    <a:pt x="45" y="0"/>
                    <a:pt x="45" y="0"/>
                  </a:cubicBezTo>
                  <a:cubicBezTo>
                    <a:pt x="20" y="0"/>
                    <a:pt x="0" y="20"/>
                    <a:pt x="0" y="45"/>
                  </a:cubicBezTo>
                  <a:cubicBezTo>
                    <a:pt x="0" y="218"/>
                    <a:pt x="0" y="218"/>
                    <a:pt x="0" y="218"/>
                  </a:cubicBezTo>
                  <a:cubicBezTo>
                    <a:pt x="0" y="929"/>
                    <a:pt x="0" y="929"/>
                    <a:pt x="0" y="929"/>
                  </a:cubicBezTo>
                  <a:cubicBezTo>
                    <a:pt x="0" y="954"/>
                    <a:pt x="20" y="974"/>
                    <a:pt x="45" y="974"/>
                  </a:cubicBezTo>
                  <a:cubicBezTo>
                    <a:pt x="1378" y="974"/>
                    <a:pt x="1378" y="974"/>
                    <a:pt x="1378" y="974"/>
                  </a:cubicBezTo>
                  <a:cubicBezTo>
                    <a:pt x="1403" y="974"/>
                    <a:pt x="1423" y="954"/>
                    <a:pt x="1423" y="929"/>
                  </a:cubicBezTo>
                  <a:cubicBezTo>
                    <a:pt x="1423" y="45"/>
                    <a:pt x="1423" y="45"/>
                    <a:pt x="1423" y="45"/>
                  </a:cubicBezTo>
                  <a:cubicBezTo>
                    <a:pt x="1423" y="20"/>
                    <a:pt x="1403" y="0"/>
                    <a:pt x="1378" y="0"/>
                  </a:cubicBezTo>
                  <a:close/>
                </a:path>
              </a:pathLst>
            </a:custGeom>
            <a:solidFill>
              <a:srgbClr val="D2D3D5"/>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828434" eaLnBrk="1" fontAlgn="auto" latinLnBrk="0" hangingPunct="1">
                <a:lnSpc>
                  <a:spcPct val="100000"/>
                </a:lnSpc>
                <a:spcBef>
                  <a:spcPts val="0"/>
                </a:spcBef>
                <a:spcAft>
                  <a:spcPts val="0"/>
                </a:spcAft>
                <a:buClrTx/>
                <a:buSzTx/>
                <a:buFontTx/>
                <a:buNone/>
                <a:tabLst/>
                <a:defRPr/>
              </a:pPr>
              <a:endParaRPr kumimoji="0" lang="id-ID" sz="3600" b="0" i="0" u="none" strike="noStrike" kern="0" cap="none" spc="0" normalizeH="0" baseline="0" noProof="0">
                <a:ln>
                  <a:noFill/>
                </a:ln>
                <a:solidFill>
                  <a:srgbClr val="7F7F7F"/>
                </a:solidFill>
                <a:effectLst/>
                <a:uLnTx/>
                <a:uFillTx/>
                <a:latin typeface="Roboto Light"/>
              </a:endParaRPr>
            </a:p>
          </p:txBody>
        </p:sp>
        <p:sp>
          <p:nvSpPr>
            <p:cNvPr id="18" name="Freeform 48">
              <a:extLst>
                <a:ext uri="{FF2B5EF4-FFF2-40B4-BE49-F238E27FC236}">
                  <a16:creationId xmlns:a16="http://schemas.microsoft.com/office/drawing/2014/main" id="{93D0A57E-1120-46BB-ABE4-724F388C7662}"/>
                </a:ext>
              </a:extLst>
            </p:cNvPr>
            <p:cNvSpPr>
              <a:spLocks/>
            </p:cNvSpPr>
            <p:nvPr/>
          </p:nvSpPr>
          <p:spPr bwMode="auto">
            <a:xfrm>
              <a:off x="3496649" y="1967543"/>
              <a:ext cx="4803138" cy="3277727"/>
            </a:xfrm>
            <a:custGeom>
              <a:avLst/>
              <a:gdLst>
                <a:gd name="T0" fmla="*/ 40 w 1414"/>
                <a:gd name="T1" fmla="*/ 964 h 964"/>
                <a:gd name="T2" fmla="*/ 0 w 1414"/>
                <a:gd name="T3" fmla="*/ 924 h 964"/>
                <a:gd name="T4" fmla="*/ 0 w 1414"/>
                <a:gd name="T5" fmla="*/ 40 h 964"/>
                <a:gd name="T6" fmla="*/ 40 w 1414"/>
                <a:gd name="T7" fmla="*/ 0 h 964"/>
                <a:gd name="T8" fmla="*/ 1373 w 1414"/>
                <a:gd name="T9" fmla="*/ 0 h 964"/>
                <a:gd name="T10" fmla="*/ 1414 w 1414"/>
                <a:gd name="T11" fmla="*/ 40 h 964"/>
                <a:gd name="T12" fmla="*/ 1414 w 1414"/>
                <a:gd name="T13" fmla="*/ 924 h 964"/>
                <a:gd name="T14" fmla="*/ 1373 w 1414"/>
                <a:gd name="T15" fmla="*/ 964 h 964"/>
                <a:gd name="T16" fmla="*/ 40 w 1414"/>
                <a:gd name="T17" fmla="*/ 964 h 9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14" h="964">
                  <a:moveTo>
                    <a:pt x="40" y="964"/>
                  </a:moveTo>
                  <a:cubicBezTo>
                    <a:pt x="18" y="964"/>
                    <a:pt x="0" y="946"/>
                    <a:pt x="0" y="924"/>
                  </a:cubicBezTo>
                  <a:cubicBezTo>
                    <a:pt x="0" y="40"/>
                    <a:pt x="0" y="40"/>
                    <a:pt x="0" y="40"/>
                  </a:cubicBezTo>
                  <a:cubicBezTo>
                    <a:pt x="0" y="18"/>
                    <a:pt x="18" y="0"/>
                    <a:pt x="40" y="0"/>
                  </a:cubicBezTo>
                  <a:cubicBezTo>
                    <a:pt x="1373" y="0"/>
                    <a:pt x="1373" y="0"/>
                    <a:pt x="1373" y="0"/>
                  </a:cubicBezTo>
                  <a:cubicBezTo>
                    <a:pt x="1396" y="0"/>
                    <a:pt x="1414" y="18"/>
                    <a:pt x="1414" y="40"/>
                  </a:cubicBezTo>
                  <a:cubicBezTo>
                    <a:pt x="1414" y="924"/>
                    <a:pt x="1414" y="924"/>
                    <a:pt x="1414" y="924"/>
                  </a:cubicBezTo>
                  <a:cubicBezTo>
                    <a:pt x="1414" y="946"/>
                    <a:pt x="1396" y="964"/>
                    <a:pt x="1373" y="964"/>
                  </a:cubicBezTo>
                  <a:lnTo>
                    <a:pt x="40" y="964"/>
                  </a:lnTo>
                  <a:close/>
                </a:path>
              </a:pathLst>
            </a:custGeom>
            <a:solidFill>
              <a:srgbClr val="2E2E35"/>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828434" eaLnBrk="1" fontAlgn="auto" latinLnBrk="0" hangingPunct="1">
                <a:lnSpc>
                  <a:spcPct val="100000"/>
                </a:lnSpc>
                <a:spcBef>
                  <a:spcPts val="0"/>
                </a:spcBef>
                <a:spcAft>
                  <a:spcPts val="0"/>
                </a:spcAft>
                <a:buClrTx/>
                <a:buSzTx/>
                <a:buFontTx/>
                <a:buNone/>
                <a:tabLst/>
                <a:defRPr/>
              </a:pPr>
              <a:endParaRPr kumimoji="0" lang="id-ID" sz="3600" b="0" i="0" u="none" strike="noStrike" kern="0" cap="none" spc="0" normalizeH="0" baseline="0" noProof="0">
                <a:ln>
                  <a:noFill/>
                </a:ln>
                <a:solidFill>
                  <a:srgbClr val="7F7F7F"/>
                </a:solidFill>
                <a:effectLst/>
                <a:uLnTx/>
                <a:uFillTx/>
                <a:latin typeface="Roboto Light"/>
              </a:endParaRPr>
            </a:p>
          </p:txBody>
        </p:sp>
        <p:sp>
          <p:nvSpPr>
            <p:cNvPr id="19" name="Rectangle 50">
              <a:extLst>
                <a:ext uri="{FF2B5EF4-FFF2-40B4-BE49-F238E27FC236}">
                  <a16:creationId xmlns:a16="http://schemas.microsoft.com/office/drawing/2014/main" id="{2D04603D-E9F6-4705-8F37-93266BAC2758}"/>
                </a:ext>
              </a:extLst>
            </p:cNvPr>
            <p:cNvSpPr>
              <a:spLocks noChangeArrowheads="1"/>
            </p:cNvSpPr>
            <p:nvPr/>
          </p:nvSpPr>
          <p:spPr bwMode="auto">
            <a:xfrm>
              <a:off x="2891583" y="5197667"/>
              <a:ext cx="5965680" cy="108804"/>
            </a:xfrm>
            <a:prstGeom prst="rect">
              <a:avLst/>
            </a:prstGeom>
            <a:solidFill>
              <a:srgbClr val="FFFFFF">
                <a:lumMod val="95000"/>
              </a:srgbClr>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1828434" eaLnBrk="1" fontAlgn="auto" latinLnBrk="0" hangingPunct="1">
                <a:lnSpc>
                  <a:spcPct val="100000"/>
                </a:lnSpc>
                <a:spcBef>
                  <a:spcPts val="0"/>
                </a:spcBef>
                <a:spcAft>
                  <a:spcPts val="0"/>
                </a:spcAft>
                <a:buClrTx/>
                <a:buSzTx/>
                <a:buFontTx/>
                <a:buNone/>
                <a:tabLst/>
                <a:defRPr/>
              </a:pPr>
              <a:endParaRPr kumimoji="0" lang="id-ID" sz="3600" b="0" i="0" u="none" strike="noStrike" kern="0" cap="none" spc="0" normalizeH="0" baseline="0" noProof="0">
                <a:ln>
                  <a:noFill/>
                </a:ln>
                <a:solidFill>
                  <a:srgbClr val="7F7F7F"/>
                </a:solidFill>
                <a:effectLst/>
                <a:uLnTx/>
                <a:uFillTx/>
                <a:latin typeface="Roboto Light"/>
              </a:endParaRPr>
            </a:p>
          </p:txBody>
        </p:sp>
        <p:sp>
          <p:nvSpPr>
            <p:cNvPr id="20" name="Freeform 51">
              <a:extLst>
                <a:ext uri="{FF2B5EF4-FFF2-40B4-BE49-F238E27FC236}">
                  <a16:creationId xmlns:a16="http://schemas.microsoft.com/office/drawing/2014/main" id="{54A6738D-D833-42A9-A2F9-DCEE5CD00470}"/>
                </a:ext>
              </a:extLst>
            </p:cNvPr>
            <p:cNvSpPr>
              <a:spLocks/>
            </p:cNvSpPr>
            <p:nvPr/>
          </p:nvSpPr>
          <p:spPr bwMode="auto">
            <a:xfrm>
              <a:off x="5444416" y="5197667"/>
              <a:ext cx="856610" cy="61202"/>
            </a:xfrm>
            <a:custGeom>
              <a:avLst/>
              <a:gdLst>
                <a:gd name="T0" fmla="*/ 0 w 252"/>
                <a:gd name="T1" fmla="*/ 0 h 18"/>
                <a:gd name="T2" fmla="*/ 22 w 252"/>
                <a:gd name="T3" fmla="*/ 18 h 18"/>
                <a:gd name="T4" fmla="*/ 230 w 252"/>
                <a:gd name="T5" fmla="*/ 18 h 18"/>
                <a:gd name="T6" fmla="*/ 252 w 252"/>
                <a:gd name="T7" fmla="*/ 0 h 18"/>
                <a:gd name="T8" fmla="*/ 0 w 252"/>
                <a:gd name="T9" fmla="*/ 0 h 18"/>
              </a:gdLst>
              <a:ahLst/>
              <a:cxnLst>
                <a:cxn ang="0">
                  <a:pos x="T0" y="T1"/>
                </a:cxn>
                <a:cxn ang="0">
                  <a:pos x="T2" y="T3"/>
                </a:cxn>
                <a:cxn ang="0">
                  <a:pos x="T4" y="T5"/>
                </a:cxn>
                <a:cxn ang="0">
                  <a:pos x="T6" y="T7"/>
                </a:cxn>
                <a:cxn ang="0">
                  <a:pos x="T8" y="T9"/>
                </a:cxn>
              </a:cxnLst>
              <a:rect l="0" t="0" r="r" b="b"/>
              <a:pathLst>
                <a:path w="252" h="18">
                  <a:moveTo>
                    <a:pt x="0" y="0"/>
                  </a:moveTo>
                  <a:cubicBezTo>
                    <a:pt x="2" y="10"/>
                    <a:pt x="11" y="18"/>
                    <a:pt x="22" y="18"/>
                  </a:cubicBezTo>
                  <a:cubicBezTo>
                    <a:pt x="230" y="18"/>
                    <a:pt x="230" y="18"/>
                    <a:pt x="230" y="18"/>
                  </a:cubicBezTo>
                  <a:cubicBezTo>
                    <a:pt x="241" y="18"/>
                    <a:pt x="250" y="10"/>
                    <a:pt x="252" y="0"/>
                  </a:cubicBezTo>
                  <a:lnTo>
                    <a:pt x="0" y="0"/>
                  </a:lnTo>
                  <a:close/>
                </a:path>
              </a:pathLst>
            </a:custGeom>
            <a:solidFill>
              <a:srgbClr val="B3B4B5"/>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828434" eaLnBrk="1" fontAlgn="auto" latinLnBrk="0" hangingPunct="1">
                <a:lnSpc>
                  <a:spcPct val="100000"/>
                </a:lnSpc>
                <a:spcBef>
                  <a:spcPts val="0"/>
                </a:spcBef>
                <a:spcAft>
                  <a:spcPts val="0"/>
                </a:spcAft>
                <a:buClrTx/>
                <a:buSzTx/>
                <a:buFontTx/>
                <a:buNone/>
                <a:tabLst/>
                <a:defRPr/>
              </a:pPr>
              <a:endParaRPr kumimoji="0" lang="id-ID" sz="3600" b="0" i="0" u="none" strike="noStrike" kern="0" cap="none" spc="0" normalizeH="0" baseline="0" noProof="0">
                <a:ln>
                  <a:noFill/>
                </a:ln>
                <a:solidFill>
                  <a:srgbClr val="7F7F7F"/>
                </a:solidFill>
                <a:effectLst/>
                <a:uLnTx/>
                <a:uFillTx/>
                <a:latin typeface="Roboto Light"/>
              </a:endParaRPr>
            </a:p>
          </p:txBody>
        </p:sp>
        <p:sp>
          <p:nvSpPr>
            <p:cNvPr id="22" name="Oval 54">
              <a:extLst>
                <a:ext uri="{FF2B5EF4-FFF2-40B4-BE49-F238E27FC236}">
                  <a16:creationId xmlns:a16="http://schemas.microsoft.com/office/drawing/2014/main" id="{A52C5F2B-3C52-4FB4-AB57-0D540D3334A6}"/>
                </a:ext>
              </a:extLst>
            </p:cNvPr>
            <p:cNvSpPr>
              <a:spLocks noChangeArrowheads="1"/>
            </p:cNvSpPr>
            <p:nvPr/>
          </p:nvSpPr>
          <p:spPr bwMode="auto">
            <a:xfrm>
              <a:off x="5869324" y="2055946"/>
              <a:ext cx="50989" cy="51003"/>
            </a:xfrm>
            <a:prstGeom prst="ellipse">
              <a:avLst/>
            </a:prstGeom>
            <a:solidFill>
              <a:srgbClr val="2C2C2C"/>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828434" eaLnBrk="1" fontAlgn="auto" latinLnBrk="0" hangingPunct="1">
                <a:lnSpc>
                  <a:spcPct val="100000"/>
                </a:lnSpc>
                <a:spcBef>
                  <a:spcPts val="0"/>
                </a:spcBef>
                <a:spcAft>
                  <a:spcPts val="0"/>
                </a:spcAft>
                <a:buClrTx/>
                <a:buSzTx/>
                <a:buFontTx/>
                <a:buNone/>
                <a:tabLst/>
                <a:defRPr/>
              </a:pPr>
              <a:endParaRPr kumimoji="0" lang="id-ID" sz="3600" b="0" i="0" u="none" strike="noStrike" kern="0" cap="none" spc="0" normalizeH="0" baseline="0" noProof="0">
                <a:ln>
                  <a:noFill/>
                </a:ln>
                <a:solidFill>
                  <a:srgbClr val="7F7F7F"/>
                </a:solidFill>
                <a:effectLst/>
                <a:uLnTx/>
                <a:uFillTx/>
                <a:latin typeface="Roboto Light"/>
              </a:endParaRPr>
            </a:p>
          </p:txBody>
        </p:sp>
        <p:sp>
          <p:nvSpPr>
            <p:cNvPr id="23" name="Oval 55">
              <a:extLst>
                <a:ext uri="{FF2B5EF4-FFF2-40B4-BE49-F238E27FC236}">
                  <a16:creationId xmlns:a16="http://schemas.microsoft.com/office/drawing/2014/main" id="{D795516F-1E01-4018-9B71-B5741DC2EEF1}"/>
                </a:ext>
              </a:extLst>
            </p:cNvPr>
            <p:cNvSpPr>
              <a:spLocks noChangeArrowheads="1"/>
            </p:cNvSpPr>
            <p:nvPr/>
          </p:nvSpPr>
          <p:spPr bwMode="auto">
            <a:xfrm>
              <a:off x="5869324" y="2052547"/>
              <a:ext cx="50989" cy="47602"/>
            </a:xfrm>
            <a:prstGeom prst="ellipse">
              <a:avLst/>
            </a:prstGeom>
            <a:solidFill>
              <a:srgbClr val="0A0A0A"/>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828434" eaLnBrk="1" fontAlgn="auto" latinLnBrk="0" hangingPunct="1">
                <a:lnSpc>
                  <a:spcPct val="100000"/>
                </a:lnSpc>
                <a:spcBef>
                  <a:spcPts val="0"/>
                </a:spcBef>
                <a:spcAft>
                  <a:spcPts val="0"/>
                </a:spcAft>
                <a:buClrTx/>
                <a:buSzTx/>
                <a:buFontTx/>
                <a:buNone/>
                <a:tabLst/>
                <a:defRPr/>
              </a:pPr>
              <a:endParaRPr kumimoji="0" lang="id-ID" sz="3600" b="0" i="0" u="none" strike="noStrike" kern="0" cap="none" spc="0" normalizeH="0" baseline="0" noProof="0">
                <a:ln>
                  <a:noFill/>
                </a:ln>
                <a:solidFill>
                  <a:srgbClr val="7F7F7F"/>
                </a:solidFill>
                <a:effectLst/>
                <a:uLnTx/>
                <a:uFillTx/>
                <a:latin typeface="Roboto Light"/>
              </a:endParaRPr>
            </a:p>
          </p:txBody>
        </p:sp>
        <p:sp>
          <p:nvSpPr>
            <p:cNvPr id="24" name="Oval 56">
              <a:extLst>
                <a:ext uri="{FF2B5EF4-FFF2-40B4-BE49-F238E27FC236}">
                  <a16:creationId xmlns:a16="http://schemas.microsoft.com/office/drawing/2014/main" id="{28CADEAE-2D10-4A72-AAA3-F94B33359708}"/>
                </a:ext>
              </a:extLst>
            </p:cNvPr>
            <p:cNvSpPr>
              <a:spLocks noChangeArrowheads="1"/>
            </p:cNvSpPr>
            <p:nvPr/>
          </p:nvSpPr>
          <p:spPr bwMode="auto">
            <a:xfrm>
              <a:off x="5879520" y="2059347"/>
              <a:ext cx="30595" cy="34001"/>
            </a:xfrm>
            <a:prstGeom prst="ellipse">
              <a:avLst/>
            </a:pr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828434" eaLnBrk="1" fontAlgn="auto" latinLnBrk="0" hangingPunct="1">
                <a:lnSpc>
                  <a:spcPct val="100000"/>
                </a:lnSpc>
                <a:spcBef>
                  <a:spcPts val="0"/>
                </a:spcBef>
                <a:spcAft>
                  <a:spcPts val="0"/>
                </a:spcAft>
                <a:buClrTx/>
                <a:buSzTx/>
                <a:buFontTx/>
                <a:buNone/>
                <a:tabLst/>
                <a:defRPr/>
              </a:pPr>
              <a:endParaRPr kumimoji="0" lang="id-ID" sz="3600" b="0" i="0" u="none" strike="noStrike" kern="0" cap="none" spc="0" normalizeH="0" baseline="0" noProof="0">
                <a:ln>
                  <a:noFill/>
                </a:ln>
                <a:solidFill>
                  <a:srgbClr val="7F7F7F"/>
                </a:solidFill>
                <a:effectLst/>
                <a:uLnTx/>
                <a:uFillTx/>
                <a:latin typeface="Roboto Light"/>
              </a:endParaRPr>
            </a:p>
          </p:txBody>
        </p:sp>
        <p:sp>
          <p:nvSpPr>
            <p:cNvPr id="25" name="Oval 57">
              <a:extLst>
                <a:ext uri="{FF2B5EF4-FFF2-40B4-BE49-F238E27FC236}">
                  <a16:creationId xmlns:a16="http://schemas.microsoft.com/office/drawing/2014/main" id="{343F6F32-0741-42E6-9CA7-B6C8894002D9}"/>
                </a:ext>
              </a:extLst>
            </p:cNvPr>
            <p:cNvSpPr>
              <a:spLocks noChangeArrowheads="1"/>
            </p:cNvSpPr>
            <p:nvPr/>
          </p:nvSpPr>
          <p:spPr bwMode="auto">
            <a:xfrm>
              <a:off x="5886318" y="2069547"/>
              <a:ext cx="16998" cy="17002"/>
            </a:xfrm>
            <a:prstGeom prst="ellipse">
              <a:avLst/>
            </a:prstGeom>
            <a:solidFill>
              <a:srgbClr val="2C99B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828434" eaLnBrk="1" fontAlgn="auto" latinLnBrk="0" hangingPunct="1">
                <a:lnSpc>
                  <a:spcPct val="100000"/>
                </a:lnSpc>
                <a:spcBef>
                  <a:spcPts val="0"/>
                </a:spcBef>
                <a:spcAft>
                  <a:spcPts val="0"/>
                </a:spcAft>
                <a:buClrTx/>
                <a:buSzTx/>
                <a:buFontTx/>
                <a:buNone/>
                <a:tabLst/>
                <a:defRPr/>
              </a:pPr>
              <a:endParaRPr kumimoji="0" lang="id-ID" sz="3600" b="0" i="0" u="none" strike="noStrike" kern="0" cap="none" spc="0" normalizeH="0" baseline="0" noProof="0">
                <a:ln>
                  <a:noFill/>
                </a:ln>
                <a:solidFill>
                  <a:srgbClr val="7F7F7F"/>
                </a:solidFill>
                <a:effectLst/>
                <a:uLnTx/>
                <a:uFillTx/>
                <a:latin typeface="Roboto Light"/>
              </a:endParaRPr>
            </a:p>
          </p:txBody>
        </p:sp>
        <p:sp>
          <p:nvSpPr>
            <p:cNvPr id="26" name="Freeform 58">
              <a:extLst>
                <a:ext uri="{FF2B5EF4-FFF2-40B4-BE49-F238E27FC236}">
                  <a16:creationId xmlns:a16="http://schemas.microsoft.com/office/drawing/2014/main" id="{8BFE0A9B-A41F-4A60-85B6-DE6990F0154D}"/>
                </a:ext>
              </a:extLst>
            </p:cNvPr>
            <p:cNvSpPr>
              <a:spLocks/>
            </p:cNvSpPr>
            <p:nvPr/>
          </p:nvSpPr>
          <p:spPr bwMode="auto">
            <a:xfrm>
              <a:off x="5893117" y="2072948"/>
              <a:ext cx="3400" cy="6801"/>
            </a:xfrm>
            <a:custGeom>
              <a:avLst/>
              <a:gdLst>
                <a:gd name="T0" fmla="*/ 1 w 1"/>
                <a:gd name="T1" fmla="*/ 1 h 2"/>
                <a:gd name="T2" fmla="*/ 1 w 1"/>
                <a:gd name="T3" fmla="*/ 2 h 2"/>
                <a:gd name="T4" fmla="*/ 0 w 1"/>
                <a:gd name="T5" fmla="*/ 1 h 2"/>
                <a:gd name="T6" fmla="*/ 1 w 1"/>
                <a:gd name="T7" fmla="*/ 0 h 2"/>
                <a:gd name="T8" fmla="*/ 1 w 1"/>
                <a:gd name="T9" fmla="*/ 1 h 2"/>
              </a:gdLst>
              <a:ahLst/>
              <a:cxnLst>
                <a:cxn ang="0">
                  <a:pos x="T0" y="T1"/>
                </a:cxn>
                <a:cxn ang="0">
                  <a:pos x="T2" y="T3"/>
                </a:cxn>
                <a:cxn ang="0">
                  <a:pos x="T4" y="T5"/>
                </a:cxn>
                <a:cxn ang="0">
                  <a:pos x="T6" y="T7"/>
                </a:cxn>
                <a:cxn ang="0">
                  <a:pos x="T8" y="T9"/>
                </a:cxn>
              </a:cxnLst>
              <a:rect l="0" t="0" r="r" b="b"/>
              <a:pathLst>
                <a:path w="1" h="2">
                  <a:moveTo>
                    <a:pt x="1" y="1"/>
                  </a:moveTo>
                  <a:lnTo>
                    <a:pt x="1" y="2"/>
                  </a:lnTo>
                  <a:lnTo>
                    <a:pt x="0" y="1"/>
                  </a:lnTo>
                  <a:lnTo>
                    <a:pt x="1" y="0"/>
                  </a:lnTo>
                  <a:lnTo>
                    <a:pt x="1" y="1"/>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828434" eaLnBrk="1" fontAlgn="auto" latinLnBrk="0" hangingPunct="1">
                <a:lnSpc>
                  <a:spcPct val="100000"/>
                </a:lnSpc>
                <a:spcBef>
                  <a:spcPts val="0"/>
                </a:spcBef>
                <a:spcAft>
                  <a:spcPts val="0"/>
                </a:spcAft>
                <a:buClrTx/>
                <a:buSzTx/>
                <a:buFontTx/>
                <a:buNone/>
                <a:tabLst/>
                <a:defRPr/>
              </a:pPr>
              <a:endParaRPr kumimoji="0" lang="id-ID" sz="3600" b="0" i="0" u="none" strike="noStrike" kern="0" cap="none" spc="0" normalizeH="0" baseline="0" noProof="0">
                <a:ln>
                  <a:noFill/>
                </a:ln>
                <a:solidFill>
                  <a:srgbClr val="7F7F7F"/>
                </a:solidFill>
                <a:effectLst/>
                <a:uLnTx/>
                <a:uFillTx/>
                <a:latin typeface="Roboto Light"/>
              </a:endParaRPr>
            </a:p>
          </p:txBody>
        </p:sp>
      </p:grpSp>
      <p:sp>
        <p:nvSpPr>
          <p:cNvPr id="3" name="矩形 2">
            <a:extLst>
              <a:ext uri="{FF2B5EF4-FFF2-40B4-BE49-F238E27FC236}">
                <a16:creationId xmlns:a16="http://schemas.microsoft.com/office/drawing/2014/main" id="{B0920997-CFBD-46E3-B932-CAA3E1B89BB2}"/>
              </a:ext>
            </a:extLst>
          </p:cNvPr>
          <p:cNvSpPr>
            <a:spLocks noChangeAspect="1"/>
          </p:cNvSpPr>
          <p:nvPr userDrawn="1"/>
        </p:nvSpPr>
        <p:spPr>
          <a:xfrm>
            <a:off x="1469639" y="2349701"/>
            <a:ext cx="4592069" cy="25830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内容占位符 3">
            <a:extLst>
              <a:ext uri="{FF2B5EF4-FFF2-40B4-BE49-F238E27FC236}">
                <a16:creationId xmlns:a16="http://schemas.microsoft.com/office/drawing/2014/main" id="{03E804BD-F1B6-49E5-ABA6-3976E2780915}"/>
              </a:ext>
            </a:extLst>
          </p:cNvPr>
          <p:cNvSpPr>
            <a:spLocks noGrp="1" noChangeAspect="1"/>
          </p:cNvSpPr>
          <p:nvPr>
            <p:ph sz="quarter" idx="11"/>
          </p:nvPr>
        </p:nvSpPr>
        <p:spPr>
          <a:xfrm>
            <a:off x="1468873" y="2345176"/>
            <a:ext cx="4593600" cy="2592088"/>
          </a:xfrm>
        </p:spPr>
        <p:txBody>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160713953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3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2017685559"/>
      </p:ext>
    </p:extLst>
  </p:cSld>
  <p:clrMapOvr>
    <a:masterClrMapping/>
  </p:clrMapOvr>
  <p:transition spd="slow">
    <p:push dir="u"/>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自定义版式">
    <p:bg>
      <p:bgPr>
        <a:solidFill>
          <a:schemeClr val="tx1"/>
        </a:solidFill>
        <a:effectLst/>
      </p:bgPr>
    </p:bg>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5A677578-EE5C-4EF4-B0AD-2C9F9C6AC6B2}"/>
              </a:ext>
            </a:extLst>
          </p:cNvPr>
          <p:cNvPicPr>
            <a:picLocks noChangeAspect="1"/>
          </p:cNvPicPr>
          <p:nvPr userDrawn="1"/>
        </p:nvPicPr>
        <p:blipFill rotWithShape="1">
          <a:blip r:embed="rId2">
            <a:duotone>
              <a:schemeClr val="bg2">
                <a:shade val="45000"/>
                <a:satMod val="135000"/>
              </a:schemeClr>
              <a:prstClr val="white"/>
            </a:duotone>
          </a:blip>
          <a:srcRect r="27993"/>
          <a:stretch/>
        </p:blipFill>
        <p:spPr>
          <a:xfrm>
            <a:off x="1" y="-5557"/>
            <a:ext cx="12192000" cy="6863557"/>
          </a:xfrm>
          <a:prstGeom prst="rect">
            <a:avLst/>
          </a:prstGeom>
        </p:spPr>
      </p:pic>
      <p:sp>
        <p:nvSpPr>
          <p:cNvPr id="4" name="矩形 3">
            <a:extLst>
              <a:ext uri="{FF2B5EF4-FFF2-40B4-BE49-F238E27FC236}">
                <a16:creationId xmlns:a16="http://schemas.microsoft.com/office/drawing/2014/main" id="{8216A5A6-7707-4E8A-942A-139653FAB1BC}"/>
              </a:ext>
            </a:extLst>
          </p:cNvPr>
          <p:cNvSpPr/>
          <p:nvPr userDrawn="1"/>
        </p:nvSpPr>
        <p:spPr>
          <a:xfrm>
            <a:off x="-3" y="2077796"/>
            <a:ext cx="12192000" cy="4780204"/>
          </a:xfrm>
          <a:prstGeom prst="rect">
            <a:avLst/>
          </a:prstGeom>
          <a:gradFill>
            <a:gsLst>
              <a:gs pos="0">
                <a:srgbClr val="010000">
                  <a:alpha val="0"/>
                </a:srgbClr>
              </a:gs>
              <a:gs pos="100000">
                <a:srgbClr val="010000">
                  <a:alpha val="89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5" name="矩形 4">
            <a:extLst>
              <a:ext uri="{FF2B5EF4-FFF2-40B4-BE49-F238E27FC236}">
                <a16:creationId xmlns:a16="http://schemas.microsoft.com/office/drawing/2014/main" id="{F740F69A-19BB-4AA3-A265-5AB4D0D430F4}"/>
              </a:ext>
            </a:extLst>
          </p:cNvPr>
          <p:cNvSpPr/>
          <p:nvPr userDrawn="1"/>
        </p:nvSpPr>
        <p:spPr>
          <a:xfrm rot="10800000">
            <a:off x="-1" y="-5557"/>
            <a:ext cx="12191999" cy="3217764"/>
          </a:xfrm>
          <a:prstGeom prst="rect">
            <a:avLst/>
          </a:prstGeom>
          <a:gradFill>
            <a:gsLst>
              <a:gs pos="0">
                <a:srgbClr val="010000">
                  <a:alpha val="0"/>
                </a:srgbClr>
              </a:gs>
              <a:gs pos="100000">
                <a:srgbClr val="010000"/>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6" name="矩形 5">
            <a:extLst>
              <a:ext uri="{FF2B5EF4-FFF2-40B4-BE49-F238E27FC236}">
                <a16:creationId xmlns:a16="http://schemas.microsoft.com/office/drawing/2014/main" id="{2BDA7112-A044-49CE-B9CA-A72126AA67B4}"/>
              </a:ext>
            </a:extLst>
          </p:cNvPr>
          <p:cNvSpPr/>
          <p:nvPr userDrawn="1"/>
        </p:nvSpPr>
        <p:spPr>
          <a:xfrm>
            <a:off x="-1" y="0"/>
            <a:ext cx="12192001" cy="6811864"/>
          </a:xfrm>
          <a:prstGeom prst="rect">
            <a:avLst/>
          </a:prstGeom>
          <a:solidFill>
            <a:srgbClr val="080304">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7" name="文本框 6">
            <a:extLst>
              <a:ext uri="{FF2B5EF4-FFF2-40B4-BE49-F238E27FC236}">
                <a16:creationId xmlns:a16="http://schemas.microsoft.com/office/drawing/2014/main" id="{1444A070-E8CF-4E44-B7E5-DA7C47A7E6A7}"/>
              </a:ext>
            </a:extLst>
          </p:cNvPr>
          <p:cNvSpPr txBox="1"/>
          <p:nvPr userDrawn="1"/>
        </p:nvSpPr>
        <p:spPr>
          <a:xfrm>
            <a:off x="4760680" y="564634"/>
            <a:ext cx="2670634" cy="369332"/>
          </a:xfrm>
          <a:prstGeom prst="rect">
            <a:avLst/>
          </a:prstGeom>
          <a:noFill/>
        </p:spPr>
        <p:txBody>
          <a:bodyPr wrap="square" rtlCol="0">
            <a:spAutoFit/>
          </a:bodyPr>
          <a:lstStyle>
            <a:defPPr>
              <a:defRPr lang="en-US"/>
            </a:defPPr>
            <a:lvl1pPr algn="dist">
              <a:defRPr sz="1600">
                <a:solidFill>
                  <a:schemeClr val="bg1"/>
                </a:solidFill>
                <a:latin typeface="+mj-ea"/>
                <a:ea typeface="+mj-ea"/>
              </a:defRPr>
            </a:lvl1p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a:ln>
                  <a:noFill/>
                </a:ln>
                <a:solidFill>
                  <a:prstClr val="white"/>
                </a:solidFill>
                <a:effectLst/>
                <a:uLnTx/>
                <a:uFillTx/>
                <a:latin typeface="微软雅黑"/>
                <a:ea typeface="微软雅黑"/>
                <a:cs typeface="+mn-cs"/>
              </a:rPr>
              <a:t>本</a:t>
            </a:r>
            <a:r>
              <a:rPr kumimoji="0" lang="en-US" altLang="zh-CN" sz="1800" b="0" i="0" u="none" strike="noStrike" kern="1200" cap="none" spc="0" normalizeH="0" baseline="0" noProof="0">
                <a:ln>
                  <a:noFill/>
                </a:ln>
                <a:solidFill>
                  <a:prstClr val="white"/>
                </a:solidFill>
                <a:effectLst/>
                <a:uLnTx/>
                <a:uFillTx/>
                <a:latin typeface="微软雅黑"/>
                <a:ea typeface="微软雅黑"/>
                <a:cs typeface="+mn-cs"/>
              </a:rPr>
              <a:t>PPT</a:t>
            </a:r>
            <a:r>
              <a:rPr kumimoji="0" lang="zh-CN" altLang="en-US" sz="1800" b="0" i="0" u="none" strike="noStrike" kern="1200" cap="none" spc="0" normalizeH="0" baseline="0" noProof="0">
                <a:ln>
                  <a:noFill/>
                </a:ln>
                <a:solidFill>
                  <a:prstClr val="white"/>
                </a:solidFill>
                <a:effectLst/>
                <a:uLnTx/>
                <a:uFillTx/>
                <a:latin typeface="微软雅黑"/>
                <a:ea typeface="微软雅黑"/>
                <a:cs typeface="+mn-cs"/>
              </a:rPr>
              <a:t>模板正参与</a:t>
            </a:r>
            <a:endParaRPr kumimoji="0" lang="en-US" sz="1800" b="0" i="0" u="none" strike="noStrike" kern="1200" cap="none" spc="0" normalizeH="0" baseline="0" noProof="0">
              <a:ln>
                <a:noFill/>
              </a:ln>
              <a:solidFill>
                <a:prstClr val="white"/>
              </a:solidFill>
              <a:effectLst/>
              <a:uLnTx/>
              <a:uFillTx/>
              <a:latin typeface="微软雅黑"/>
              <a:ea typeface="微软雅黑"/>
              <a:cs typeface="+mn-cs"/>
            </a:endParaRPr>
          </a:p>
        </p:txBody>
      </p:sp>
      <p:sp>
        <p:nvSpPr>
          <p:cNvPr id="8" name="矩形 7">
            <a:extLst>
              <a:ext uri="{FF2B5EF4-FFF2-40B4-BE49-F238E27FC236}">
                <a16:creationId xmlns:a16="http://schemas.microsoft.com/office/drawing/2014/main" id="{E5858290-D261-4C60-BB99-630C19F3840C}"/>
              </a:ext>
            </a:extLst>
          </p:cNvPr>
          <p:cNvSpPr/>
          <p:nvPr userDrawn="1"/>
        </p:nvSpPr>
        <p:spPr>
          <a:xfrm>
            <a:off x="3602350" y="2482543"/>
            <a:ext cx="4987300" cy="400109"/>
          </a:xfrm>
          <a:prstGeom prst="rect">
            <a:avLst/>
          </a:prstGeom>
          <a:gradFill flip="none" rotWithShape="1">
            <a:gsLst>
              <a:gs pos="100000">
                <a:srgbClr val="CB9B53">
                  <a:alpha val="0"/>
                </a:srgbClr>
              </a:gs>
              <a:gs pos="0">
                <a:srgbClr val="CB9B53">
                  <a:alpha val="7000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1" i="0" u="none" strike="noStrike" kern="1200" cap="none" spc="0" normalizeH="0" baseline="0" noProof="0">
              <a:ln>
                <a:noFill/>
              </a:ln>
              <a:solidFill>
                <a:srgbClr val="0E5177"/>
              </a:solidFill>
              <a:effectLst/>
              <a:uLnTx/>
              <a:uFillTx/>
              <a:latin typeface="Segoe UI"/>
              <a:ea typeface="微软雅黑"/>
              <a:cs typeface="+mn-cs"/>
            </a:endParaRPr>
          </a:p>
        </p:txBody>
      </p:sp>
      <p:sp>
        <p:nvSpPr>
          <p:cNvPr id="9" name="文本框 8">
            <a:extLst>
              <a:ext uri="{FF2B5EF4-FFF2-40B4-BE49-F238E27FC236}">
                <a16:creationId xmlns:a16="http://schemas.microsoft.com/office/drawing/2014/main" id="{87DC30B4-F006-4610-BE34-27B2068262E4}"/>
              </a:ext>
            </a:extLst>
          </p:cNvPr>
          <p:cNvSpPr txBox="1"/>
          <p:nvPr userDrawn="1"/>
        </p:nvSpPr>
        <p:spPr>
          <a:xfrm>
            <a:off x="4049486" y="2517885"/>
            <a:ext cx="4093028" cy="338554"/>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white"/>
                </a:solidFill>
                <a:effectLst/>
                <a:uLnTx/>
                <a:uFillTx/>
                <a:latin typeface="微软雅黑"/>
                <a:ea typeface="微软雅黑"/>
                <a:cs typeface="+mn-cs"/>
              </a:rPr>
              <a:t> </a:t>
            </a:r>
            <a:r>
              <a:rPr kumimoji="0" lang="zh-CN" altLang="en-US" sz="1600" b="0" i="0" u="none" strike="noStrike" kern="1200" cap="none" spc="0" normalizeH="0" baseline="0" noProof="0">
                <a:ln>
                  <a:noFill/>
                </a:ln>
                <a:solidFill>
                  <a:prstClr val="white"/>
                </a:solidFill>
                <a:effectLst/>
                <a:uLnTx/>
                <a:uFillTx/>
                <a:latin typeface="微软雅黑"/>
                <a:ea typeface="微软雅黑"/>
                <a:cs typeface="+mn-cs"/>
              </a:rPr>
              <a:t>第一届高校</a:t>
            </a:r>
            <a:r>
              <a:rPr kumimoji="0" lang="en-US" altLang="zh-CN" sz="1600" b="0" i="0" u="none" strike="noStrike" kern="1200" cap="none" spc="0" normalizeH="0" baseline="0" noProof="0">
                <a:ln>
                  <a:noFill/>
                </a:ln>
                <a:solidFill>
                  <a:prstClr val="white"/>
                </a:solidFill>
                <a:effectLst/>
                <a:uLnTx/>
                <a:uFillTx/>
                <a:latin typeface="微软雅黑"/>
                <a:ea typeface="微软雅黑"/>
                <a:cs typeface="+mn-cs"/>
              </a:rPr>
              <a:t>PPT</a:t>
            </a:r>
            <a:r>
              <a:rPr kumimoji="0" lang="zh-CN" altLang="en-US" sz="1600" b="0" i="0" u="none" strike="noStrike" kern="1200" cap="none" spc="0" normalizeH="0" baseline="0" noProof="0">
                <a:ln>
                  <a:noFill/>
                </a:ln>
                <a:solidFill>
                  <a:prstClr val="white"/>
                </a:solidFill>
                <a:effectLst/>
                <a:uLnTx/>
                <a:uFillTx/>
                <a:latin typeface="微软雅黑"/>
                <a:ea typeface="微软雅黑"/>
                <a:cs typeface="+mn-cs"/>
              </a:rPr>
              <a:t>模板设计大赛 </a:t>
            </a:r>
            <a:endParaRPr kumimoji="0" lang="en-US" sz="1600" b="0" i="0" u="none" strike="noStrike" kern="1200" cap="none" spc="0" normalizeH="0" baseline="0" noProof="0">
              <a:ln>
                <a:noFill/>
              </a:ln>
              <a:solidFill>
                <a:prstClr val="white"/>
              </a:solidFill>
              <a:effectLst/>
              <a:uLnTx/>
              <a:uFillTx/>
              <a:latin typeface="微软雅黑"/>
              <a:ea typeface="微软雅黑"/>
              <a:cs typeface="+mn-cs"/>
            </a:endParaRPr>
          </a:p>
        </p:txBody>
      </p:sp>
      <p:sp>
        <p:nvSpPr>
          <p:cNvPr id="11" name="文本框 10">
            <a:extLst>
              <a:ext uri="{FF2B5EF4-FFF2-40B4-BE49-F238E27FC236}">
                <a16:creationId xmlns:a16="http://schemas.microsoft.com/office/drawing/2014/main" id="{6DC88D0E-6AEB-4B0D-AE77-4A1F31C8C366}"/>
              </a:ext>
            </a:extLst>
          </p:cNvPr>
          <p:cNvSpPr txBox="1"/>
          <p:nvPr userDrawn="1"/>
        </p:nvSpPr>
        <p:spPr>
          <a:xfrm>
            <a:off x="6133678" y="4824918"/>
            <a:ext cx="2545865" cy="1061381"/>
          </a:xfrm>
          <a:prstGeom prst="rect">
            <a:avLst/>
          </a:prstGeom>
          <a:noFill/>
        </p:spPr>
        <p:txBody>
          <a:bodyPr wrap="square" rtlCol="0">
            <a:spAutoFit/>
          </a:bodyPr>
          <a:lstStyle>
            <a:defPPr>
              <a:defRPr lang="en-US"/>
            </a:defPPr>
            <a:lvl1pPr algn="dist">
              <a:defRPr>
                <a:solidFill>
                  <a:schemeClr val="bg1"/>
                </a:solidFill>
                <a:latin typeface="+mj-ea"/>
                <a:ea typeface="+mj-ea"/>
              </a:defRPr>
            </a:lvl1p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zh-CN" altLang="en-US" sz="1800" b="0" i="0" u="none" strike="noStrike" kern="1200" cap="none" spc="150" normalizeH="0" baseline="0" noProof="0">
                <a:ln>
                  <a:noFill/>
                </a:ln>
                <a:solidFill>
                  <a:prstClr val="white"/>
                </a:solidFill>
                <a:effectLst/>
                <a:uLnTx/>
                <a:uFillTx/>
                <a:latin typeface="微软雅黑"/>
                <a:ea typeface="微软雅黑"/>
                <a:cs typeface="+mn-cs"/>
              </a:rPr>
              <a:t>微信扫码</a:t>
            </a:r>
            <a:endParaRPr kumimoji="0" lang="en-US" altLang="zh-CN" sz="1800" b="0" i="0" u="none" strike="noStrike" kern="1200" cap="none" spc="150" normalizeH="0" baseline="0" noProof="0">
              <a:ln>
                <a:noFill/>
              </a:ln>
              <a:solidFill>
                <a:prstClr val="white"/>
              </a:solidFill>
              <a:effectLst/>
              <a:uLnTx/>
              <a:uFillTx/>
              <a:latin typeface="微软雅黑"/>
              <a:ea typeface="微软雅黑"/>
              <a:cs typeface="+mn-cs"/>
            </a:endParaRP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zh-CN" altLang="en-US" sz="1800" b="0" i="0" u="none" strike="noStrike" kern="1200" cap="none" spc="150" normalizeH="0" baseline="0" noProof="0">
                <a:ln>
                  <a:noFill/>
                </a:ln>
                <a:solidFill>
                  <a:prstClr val="white"/>
                </a:solidFill>
                <a:effectLst/>
                <a:uLnTx/>
                <a:uFillTx/>
                <a:latin typeface="微软雅黑"/>
                <a:ea typeface="微软雅黑"/>
                <a:cs typeface="+mn-cs"/>
              </a:rPr>
              <a:t>来聆听模板作者</a:t>
            </a:r>
            <a:endParaRPr kumimoji="0" lang="en-US" altLang="zh-CN" sz="1800" b="0" i="0" u="none" strike="noStrike" kern="1200" cap="none" spc="150" normalizeH="0" baseline="0" noProof="0">
              <a:ln>
                <a:noFill/>
              </a:ln>
              <a:solidFill>
                <a:prstClr val="white"/>
              </a:solidFill>
              <a:effectLst/>
              <a:uLnTx/>
              <a:uFillTx/>
              <a:latin typeface="微软雅黑"/>
              <a:ea typeface="微软雅黑"/>
              <a:cs typeface="+mn-cs"/>
            </a:endParaRP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zh-CN" altLang="en-US" sz="1800" b="0" i="0" u="none" strike="noStrike" kern="1200" cap="none" spc="150" normalizeH="0" baseline="0" noProof="0">
                <a:ln>
                  <a:noFill/>
                </a:ln>
                <a:solidFill>
                  <a:prstClr val="white"/>
                </a:solidFill>
                <a:effectLst/>
                <a:uLnTx/>
                <a:uFillTx/>
                <a:latin typeface="微软雅黑"/>
                <a:ea typeface="微软雅黑"/>
                <a:cs typeface="+mn-cs"/>
              </a:rPr>
              <a:t>设计灵感、制作思路</a:t>
            </a:r>
            <a:endParaRPr kumimoji="0" lang="en-US" sz="1800" b="0" i="0" u="none" strike="noStrike" kern="1200" cap="none" spc="150" normalizeH="0" baseline="0" noProof="0">
              <a:ln>
                <a:noFill/>
              </a:ln>
              <a:solidFill>
                <a:prstClr val="white"/>
              </a:solidFill>
              <a:effectLst/>
              <a:uLnTx/>
              <a:uFillTx/>
              <a:latin typeface="微软雅黑"/>
              <a:ea typeface="微软雅黑"/>
              <a:cs typeface="+mn-cs"/>
            </a:endParaRPr>
          </a:p>
        </p:txBody>
      </p:sp>
      <p:pic>
        <p:nvPicPr>
          <p:cNvPr id="12" name="图片 11">
            <a:extLst>
              <a:ext uri="{FF2B5EF4-FFF2-40B4-BE49-F238E27FC236}">
                <a16:creationId xmlns:a16="http://schemas.microsoft.com/office/drawing/2014/main" id="{D791EC9B-5DBA-40F6-9696-4F391A93BCEF}"/>
              </a:ext>
            </a:extLst>
          </p:cNvPr>
          <p:cNvPicPr>
            <a:picLocks noChangeAspect="1"/>
          </p:cNvPicPr>
          <p:nvPr userDrawn="1"/>
        </p:nvPicPr>
        <p:blipFill>
          <a:blip r:embed="rId3"/>
          <a:stretch>
            <a:fillRect/>
          </a:stretch>
        </p:blipFill>
        <p:spPr>
          <a:xfrm>
            <a:off x="-615419" y="3771974"/>
            <a:ext cx="13817069" cy="3996426"/>
          </a:xfrm>
          <a:prstGeom prst="rect">
            <a:avLst/>
          </a:prstGeom>
        </p:spPr>
      </p:pic>
      <p:pic>
        <p:nvPicPr>
          <p:cNvPr id="13" name="图片 12">
            <a:extLst>
              <a:ext uri="{FF2B5EF4-FFF2-40B4-BE49-F238E27FC236}">
                <a16:creationId xmlns:a16="http://schemas.microsoft.com/office/drawing/2014/main" id="{3337B091-14D1-40FD-B8AD-B9A96874112A}"/>
              </a:ext>
            </a:extLst>
          </p:cNvPr>
          <p:cNvPicPr>
            <a:picLocks noChangeAspect="1"/>
          </p:cNvPicPr>
          <p:nvPr userDrawn="1"/>
        </p:nvPicPr>
        <p:blipFill>
          <a:blip r:embed="rId4"/>
          <a:stretch>
            <a:fillRect/>
          </a:stretch>
        </p:blipFill>
        <p:spPr>
          <a:xfrm>
            <a:off x="1683657" y="716939"/>
            <a:ext cx="8824686" cy="1844708"/>
          </a:xfrm>
          <a:prstGeom prst="rect">
            <a:avLst/>
          </a:prstGeom>
        </p:spPr>
      </p:pic>
      <p:sp>
        <p:nvSpPr>
          <p:cNvPr id="14" name="文本框 13">
            <a:extLst>
              <a:ext uri="{FF2B5EF4-FFF2-40B4-BE49-F238E27FC236}">
                <a16:creationId xmlns:a16="http://schemas.microsoft.com/office/drawing/2014/main" id="{260EA93C-471D-411C-A976-09210F7DFE72}"/>
              </a:ext>
            </a:extLst>
          </p:cNvPr>
          <p:cNvSpPr txBox="1"/>
          <p:nvPr userDrawn="1"/>
        </p:nvSpPr>
        <p:spPr>
          <a:xfrm>
            <a:off x="3742050" y="2971888"/>
            <a:ext cx="1983605" cy="261610"/>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zh-CN" altLang="en-US" sz="1100" b="0" i="0" u="none" strike="noStrike" kern="1200" cap="none" spc="0" normalizeH="0" baseline="0" noProof="0">
                <a:ln>
                  <a:noFill/>
                </a:ln>
                <a:solidFill>
                  <a:prstClr val="white">
                    <a:lumMod val="75000"/>
                  </a:prstClr>
                </a:solidFill>
                <a:effectLst/>
                <a:uLnTx/>
                <a:uFillTx/>
                <a:latin typeface="微软雅黑"/>
                <a:ea typeface="微软雅黑"/>
                <a:cs typeface="+mn-cs"/>
              </a:rPr>
              <a:t>活动主办：秋叶</a:t>
            </a:r>
            <a:r>
              <a:rPr kumimoji="0" lang="en-US" altLang="zh-CN" sz="1100" b="0" i="0" u="none" strike="noStrike" kern="1200" cap="none" spc="0" normalizeH="0" baseline="0" noProof="0">
                <a:ln>
                  <a:noFill/>
                </a:ln>
                <a:solidFill>
                  <a:prstClr val="white">
                    <a:lumMod val="75000"/>
                  </a:prstClr>
                </a:solidFill>
                <a:effectLst/>
                <a:uLnTx/>
                <a:uFillTx/>
                <a:latin typeface="微软雅黑"/>
                <a:ea typeface="微软雅黑"/>
                <a:cs typeface="+mn-cs"/>
              </a:rPr>
              <a:t>PPT</a:t>
            </a:r>
            <a:endParaRPr kumimoji="0" lang="en-US" sz="1100" b="0" i="0" u="none" strike="noStrike" kern="1200" cap="none" spc="0" normalizeH="0" baseline="0" noProof="0">
              <a:ln>
                <a:noFill/>
              </a:ln>
              <a:solidFill>
                <a:prstClr val="white">
                  <a:lumMod val="75000"/>
                </a:prstClr>
              </a:solidFill>
              <a:effectLst/>
              <a:uLnTx/>
              <a:uFillTx/>
              <a:latin typeface="微软雅黑"/>
              <a:ea typeface="微软雅黑"/>
              <a:cs typeface="+mn-cs"/>
            </a:endParaRPr>
          </a:p>
        </p:txBody>
      </p:sp>
      <p:sp>
        <p:nvSpPr>
          <p:cNvPr id="15" name="文本框 14">
            <a:extLst>
              <a:ext uri="{FF2B5EF4-FFF2-40B4-BE49-F238E27FC236}">
                <a16:creationId xmlns:a16="http://schemas.microsoft.com/office/drawing/2014/main" id="{636416E4-5D2E-4F0B-8673-534B0C96E10E}"/>
              </a:ext>
            </a:extLst>
          </p:cNvPr>
          <p:cNvSpPr txBox="1"/>
          <p:nvPr userDrawn="1"/>
        </p:nvSpPr>
        <p:spPr>
          <a:xfrm>
            <a:off x="6079638" y="2971888"/>
            <a:ext cx="2492943" cy="261610"/>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zh-CN" altLang="en-US" sz="1100" b="0" i="0" u="none" strike="noStrike" kern="1200" cap="none" spc="0" normalizeH="0" baseline="0" noProof="0">
                <a:ln>
                  <a:noFill/>
                </a:ln>
                <a:solidFill>
                  <a:prstClr val="white">
                    <a:lumMod val="75000"/>
                  </a:prstClr>
                </a:solidFill>
                <a:effectLst/>
                <a:uLnTx/>
                <a:uFillTx/>
                <a:latin typeface="微软雅黑"/>
                <a:ea typeface="微软雅黑"/>
                <a:cs typeface="+mn-cs"/>
              </a:rPr>
              <a:t>技术支持：微软听听文档</a:t>
            </a:r>
            <a:endParaRPr kumimoji="0" lang="en-US" sz="1100" b="0" i="0" u="none" strike="noStrike" kern="1200" cap="none" spc="0" normalizeH="0" baseline="0" noProof="0">
              <a:ln>
                <a:noFill/>
              </a:ln>
              <a:solidFill>
                <a:prstClr val="white">
                  <a:lumMod val="75000"/>
                </a:prstClr>
              </a:solidFill>
              <a:effectLst/>
              <a:uLnTx/>
              <a:uFillTx/>
              <a:latin typeface="微软雅黑"/>
              <a:ea typeface="微软雅黑"/>
              <a:cs typeface="+mn-cs"/>
            </a:endParaRPr>
          </a:p>
        </p:txBody>
      </p:sp>
      <p:sp>
        <p:nvSpPr>
          <p:cNvPr id="16" name="矩形 15">
            <a:extLst>
              <a:ext uri="{FF2B5EF4-FFF2-40B4-BE49-F238E27FC236}">
                <a16:creationId xmlns:a16="http://schemas.microsoft.com/office/drawing/2014/main" id="{90FAAB6E-BB88-4DC1-B3F2-030FD2561703}"/>
              </a:ext>
            </a:extLst>
          </p:cNvPr>
          <p:cNvSpPr/>
          <p:nvPr userDrawn="1"/>
        </p:nvSpPr>
        <p:spPr>
          <a:xfrm>
            <a:off x="3600610" y="3494767"/>
            <a:ext cx="2318400" cy="2318400"/>
          </a:xfrm>
          <a:prstGeom prst="rect">
            <a:avLst/>
          </a:prstGeom>
          <a:solidFill>
            <a:schemeClr val="bg1"/>
          </a:solidFill>
          <a:ln w="57150">
            <a:solidFill>
              <a:srgbClr val="CB9B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73110774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标注页">
    <p:bg>
      <p:bgPr>
        <a:solidFill>
          <a:srgbClr val="E73A1C"/>
        </a:solidFill>
        <a:effectLst/>
      </p:bgPr>
    </p:bg>
    <p:spTree>
      <p:nvGrpSpPr>
        <p:cNvPr id="1" name=""/>
        <p:cNvGrpSpPr/>
        <p:nvPr/>
      </p:nvGrpSpPr>
      <p:grpSpPr>
        <a:xfrm>
          <a:off x="0" y="0"/>
          <a:ext cx="0" cy="0"/>
          <a:chOff x="0" y="0"/>
          <a:chExt cx="0" cy="0"/>
        </a:xfrm>
      </p:grpSpPr>
      <p:sp>
        <p:nvSpPr>
          <p:cNvPr id="6" name="矩形 5"/>
          <p:cNvSpPr/>
          <p:nvPr userDrawn="1"/>
        </p:nvSpPr>
        <p:spPr>
          <a:xfrm>
            <a:off x="440603" y="759873"/>
            <a:ext cx="646331" cy="369332"/>
          </a:xfrm>
          <a:prstGeom prst="rect">
            <a:avLst/>
          </a:prstGeom>
        </p:spPr>
        <p:txBody>
          <a:bodyPr wrap="none">
            <a:spAutoFit/>
          </a:bodyPr>
          <a:lstStyle/>
          <a:p>
            <a:pPr marL="0" marR="0" lvl="0" indent="0" defTabSz="609585" eaLnBrk="1" fontAlgn="auto" latinLnBrk="0" hangingPunct="1">
              <a:lnSpc>
                <a:spcPct val="100000"/>
              </a:lnSpc>
              <a:spcBef>
                <a:spcPts val="0"/>
              </a:spcBef>
              <a:spcAft>
                <a:spcPts val="0"/>
              </a:spcAft>
              <a:buClrTx/>
              <a:buSzTx/>
              <a:buFontTx/>
              <a:buNone/>
              <a:tabLst/>
              <a:defRPr/>
            </a:pPr>
            <a:r>
              <a:rPr kumimoji="0" lang="zh-CN" altLang="en-US" sz="1800" b="0" i="0" u="none" strike="noStrike" kern="0" cap="none" spc="0" normalizeH="0" baseline="0" noProof="0">
                <a:ln>
                  <a:noFill/>
                </a:ln>
                <a:solidFill>
                  <a:srgbClr val="FFFFFF"/>
                </a:solidFill>
                <a:effectLst/>
                <a:uLnTx/>
                <a:uFillTx/>
                <a:latin typeface="Segoe UI Light"/>
                <a:ea typeface="微软雅黑"/>
                <a:cs typeface="Segoe UI Light"/>
              </a:rPr>
              <a:t>标注</a:t>
            </a:r>
            <a:endParaRPr kumimoji="0" lang="zh-CN" altLang="en-US" sz="1800" b="0" i="0" u="none" strike="noStrike" kern="0" cap="none" spc="0" normalizeH="0" baseline="0" noProof="0" dirty="0">
              <a:ln>
                <a:noFill/>
              </a:ln>
              <a:solidFill>
                <a:srgbClr val="FFFFFF"/>
              </a:solidFill>
              <a:effectLst/>
              <a:uLnTx/>
              <a:uFillTx/>
              <a:latin typeface="Segoe UI Light"/>
              <a:ea typeface="微软雅黑"/>
              <a:cs typeface="Segoe UI Light"/>
            </a:endParaRPr>
          </a:p>
        </p:txBody>
      </p:sp>
      <p:sp>
        <p:nvSpPr>
          <p:cNvPr id="11" name="矩形 10"/>
          <p:cNvSpPr/>
          <p:nvPr userDrawn="1"/>
        </p:nvSpPr>
        <p:spPr>
          <a:xfrm>
            <a:off x="2572589" y="759873"/>
            <a:ext cx="1402001" cy="2025170"/>
          </a:xfrm>
          <a:prstGeom prst="rect">
            <a:avLst/>
          </a:prstGeom>
        </p:spPr>
        <p:txBody>
          <a:bodyPr wrap="square">
            <a:spAutoFit/>
          </a:bodyPr>
          <a:lstStyle/>
          <a:p>
            <a:pPr marL="0" marR="0" lvl="0" indent="0" defTabSz="609585" eaLnBrk="1" fontAlgn="auto" latinLnBrk="0" hangingPunct="1">
              <a:lnSpc>
                <a:spcPct val="130000"/>
              </a:lnSpc>
              <a:spcBef>
                <a:spcPts val="0"/>
              </a:spcBef>
              <a:spcAft>
                <a:spcPts val="0"/>
              </a:spcAft>
              <a:buClrTx/>
              <a:buSzTx/>
              <a:buFontTx/>
              <a:buNone/>
              <a:tabLst/>
              <a:defRPr/>
            </a:pPr>
            <a:r>
              <a:rPr kumimoji="0" lang="zh-CN" altLang="en-US" sz="1400" b="0" i="0" u="none" strike="noStrike" kern="0" cap="none" spc="0" normalizeH="0" baseline="0" noProof="0">
                <a:ln>
                  <a:noFill/>
                </a:ln>
                <a:solidFill>
                  <a:srgbClr val="FFFFFF"/>
                </a:solidFill>
                <a:effectLst/>
                <a:uLnTx/>
                <a:uFillTx/>
                <a:latin typeface="Segoe UI Light"/>
                <a:ea typeface="微软雅黑"/>
                <a:cs typeface="Segoe UI Light"/>
              </a:rPr>
              <a:t>使用说明 </a:t>
            </a:r>
            <a:endParaRPr kumimoji="0" lang="en-US" altLang="zh-CN" sz="1400" b="0" i="0" u="none" strike="noStrike" kern="0" cap="none" spc="0" normalizeH="0" baseline="0" noProof="0" dirty="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endParaRPr kumimoji="0" lang="en-US" altLang="zh-CN" sz="1400" b="0" i="0" u="none" strike="noStrike" kern="0" cap="none" spc="0" normalizeH="0" baseline="0" noProof="0" dirty="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endParaRPr kumimoji="0" lang="en-US" altLang="zh-CN" sz="1400" b="0" i="0" u="none" strike="noStrike" kern="0" cap="none" spc="0" normalizeH="0" baseline="0" noProof="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endParaRPr kumimoji="0" lang="en-US" altLang="zh-CN" sz="1400" b="0" i="0" u="none" strike="noStrike" kern="0" cap="none" spc="0" normalizeH="0" baseline="0" noProof="0" dirty="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endParaRPr kumimoji="0" lang="en-US" altLang="zh-CN" sz="1400" b="0" i="0" u="none" strike="noStrike" kern="0" cap="none" spc="0" normalizeH="0" baseline="0" noProof="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endParaRPr kumimoji="0" lang="en-US" altLang="zh-CN" sz="1400" b="0" i="0" u="none" strike="noStrike" kern="0" cap="none" spc="0" normalizeH="0" baseline="0" noProof="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r>
              <a:rPr kumimoji="0" lang="zh-CN" altLang="en-US" sz="1400" b="0" i="0" u="none" strike="noStrike" kern="0" cap="none" spc="0" normalizeH="0" baseline="0" noProof="0">
                <a:ln>
                  <a:noFill/>
                </a:ln>
                <a:solidFill>
                  <a:srgbClr val="FFFFFF"/>
                </a:solidFill>
                <a:effectLst/>
                <a:uLnTx/>
                <a:uFillTx/>
                <a:latin typeface="Segoe UI Light"/>
                <a:ea typeface="微软雅黑"/>
                <a:cs typeface="Segoe UI Light"/>
              </a:rPr>
              <a:t>声明</a:t>
            </a:r>
            <a:endParaRPr kumimoji="0" lang="en-US" altLang="zh-CN" sz="1400" b="0" i="0" u="none" strike="noStrike" kern="0" cap="none" spc="0" normalizeH="0" baseline="0" noProof="0" dirty="0">
              <a:ln>
                <a:noFill/>
              </a:ln>
              <a:solidFill>
                <a:srgbClr val="FFFFFF"/>
              </a:solidFill>
              <a:effectLst/>
              <a:uLnTx/>
              <a:uFillTx/>
              <a:latin typeface="Segoe UI Light"/>
              <a:ea typeface="微软雅黑"/>
              <a:cs typeface="Segoe UI Light"/>
            </a:endParaRPr>
          </a:p>
        </p:txBody>
      </p:sp>
      <p:sp>
        <p:nvSpPr>
          <p:cNvPr id="12" name="矩形 11"/>
          <p:cNvSpPr/>
          <p:nvPr userDrawn="1"/>
        </p:nvSpPr>
        <p:spPr>
          <a:xfrm>
            <a:off x="4153010" y="759873"/>
            <a:ext cx="7074345" cy="2585323"/>
          </a:xfrm>
          <a:prstGeom prst="rect">
            <a:avLst/>
          </a:prstGeom>
        </p:spPr>
        <p:txBody>
          <a:bodyPr wrap="square">
            <a:spAutoFit/>
          </a:bodyPr>
          <a:lstStyle/>
          <a:p>
            <a:pPr marL="0" marR="0" lvl="0" indent="0" defTabSz="914400" eaLnBrk="1" fontAlgn="auto" latinLnBrk="0" hangingPunct="1">
              <a:lnSpc>
                <a:spcPct val="130000"/>
              </a:lnSpc>
              <a:spcBef>
                <a:spcPts val="0"/>
              </a:spcBef>
              <a:spcAft>
                <a:spcPts val="0"/>
              </a:spcAft>
              <a:buClrTx/>
              <a:buSzTx/>
              <a:buFontTx/>
              <a:buNone/>
              <a:tabLst/>
              <a:defRPr/>
            </a:pPr>
            <a:r>
              <a:rPr kumimoji="0" lang="zh-CN" altLang="en-US" sz="1400" b="0" i="0" u="none" strike="noStrike" kern="0" cap="none" spc="0" normalizeH="0" baseline="0" noProof="0">
                <a:ln>
                  <a:noFill/>
                </a:ln>
                <a:solidFill>
                  <a:srgbClr val="FFFFFF"/>
                </a:solidFill>
                <a:effectLst/>
                <a:uLnTx/>
                <a:uFillTx/>
                <a:latin typeface="Segoe UI Light"/>
                <a:ea typeface="微软雅黑"/>
                <a:cs typeface="Segoe UI Light"/>
              </a:rPr>
              <a:t>本</a:t>
            </a:r>
            <a:r>
              <a:rPr kumimoji="0" lang="en-US" altLang="zh-CN" sz="1400" b="0" i="0" u="none" strike="noStrike" kern="0" cap="none" spc="0" normalizeH="0" baseline="0" noProof="0">
                <a:ln>
                  <a:noFill/>
                </a:ln>
                <a:solidFill>
                  <a:srgbClr val="FFFFFF"/>
                </a:solidFill>
                <a:effectLst/>
                <a:uLnTx/>
                <a:uFillTx/>
                <a:latin typeface="Segoe UI Light"/>
                <a:ea typeface="微软雅黑"/>
                <a:cs typeface="Segoe UI Light"/>
              </a:rPr>
              <a:t>PPT</a:t>
            </a:r>
            <a:r>
              <a:rPr kumimoji="0" lang="zh-CN" altLang="en-US" sz="1400" b="0" i="0" u="none" strike="noStrike" kern="0" cap="none" spc="0" normalizeH="0" baseline="0" noProof="0">
                <a:ln>
                  <a:noFill/>
                </a:ln>
                <a:solidFill>
                  <a:srgbClr val="FFFFFF"/>
                </a:solidFill>
                <a:effectLst/>
                <a:uLnTx/>
                <a:uFillTx/>
                <a:latin typeface="Segoe UI Light"/>
                <a:ea typeface="微软雅黑"/>
                <a:cs typeface="Segoe UI Light"/>
              </a:rPr>
              <a:t>模板为作者原创，著作权归作者所有。</a:t>
            </a:r>
            <a:endParaRPr kumimoji="0" lang="en-US" altLang="zh-CN" sz="1400" b="0" i="0" u="none" strike="noStrike" kern="0" cap="none" spc="0" normalizeH="0" baseline="0" noProof="0">
              <a:ln>
                <a:noFill/>
              </a:ln>
              <a:solidFill>
                <a:srgbClr val="FFFFFF"/>
              </a:solidFill>
              <a:effectLst/>
              <a:uLnTx/>
              <a:uFillTx/>
              <a:latin typeface="Segoe UI Light"/>
              <a:ea typeface="微软雅黑"/>
              <a:cs typeface="Segoe UI Light"/>
            </a:endParaRPr>
          </a:p>
          <a:p>
            <a:pPr marL="0" marR="0" lvl="0" indent="0" defTabSz="914400" eaLnBrk="1" fontAlgn="auto" latinLnBrk="0" hangingPunct="1">
              <a:lnSpc>
                <a:spcPct val="130000"/>
              </a:lnSpc>
              <a:spcBef>
                <a:spcPts val="0"/>
              </a:spcBef>
              <a:spcAft>
                <a:spcPts val="0"/>
              </a:spcAft>
              <a:buClrTx/>
              <a:buSzTx/>
              <a:buFontTx/>
              <a:buNone/>
              <a:tabLst/>
              <a:defRPr/>
            </a:pPr>
            <a:r>
              <a:rPr kumimoji="0" lang="zh-CN" altLang="en-US" sz="1400" b="0" i="0" u="none" strike="noStrike" kern="0" cap="none" spc="0" normalizeH="0" baseline="0" noProof="0">
                <a:ln>
                  <a:noFill/>
                </a:ln>
                <a:solidFill>
                  <a:srgbClr val="FFFFFF"/>
                </a:solidFill>
                <a:effectLst/>
                <a:uLnTx/>
                <a:uFillTx/>
                <a:latin typeface="Segoe UI Light"/>
                <a:ea typeface="微软雅黑"/>
                <a:cs typeface="Segoe UI Light"/>
              </a:rPr>
              <a:t>您仅可以个人非商业用途使用本</a:t>
            </a:r>
            <a:r>
              <a:rPr kumimoji="0" lang="en-US" altLang="zh-CN" sz="1400" b="0" i="0" u="none" strike="noStrike" kern="0" cap="none" spc="0" normalizeH="0" baseline="0" noProof="0">
                <a:ln>
                  <a:noFill/>
                </a:ln>
                <a:solidFill>
                  <a:srgbClr val="FFFFFF"/>
                </a:solidFill>
                <a:effectLst/>
                <a:uLnTx/>
                <a:uFillTx/>
                <a:latin typeface="Segoe UI Light"/>
                <a:ea typeface="微软雅黑"/>
                <a:cs typeface="Segoe UI Light"/>
              </a:rPr>
              <a:t>PPT</a:t>
            </a:r>
            <a:r>
              <a:rPr kumimoji="0" lang="zh-CN" altLang="en-US" sz="1400" b="0" i="0" u="none" strike="noStrike" kern="0" cap="none" spc="0" normalizeH="0" baseline="0" noProof="0">
                <a:ln>
                  <a:noFill/>
                </a:ln>
                <a:solidFill>
                  <a:srgbClr val="FFFFFF"/>
                </a:solidFill>
                <a:effectLst/>
                <a:uLnTx/>
                <a:uFillTx/>
                <a:latin typeface="Segoe UI Light"/>
                <a:ea typeface="微软雅黑"/>
                <a:cs typeface="Segoe UI Light"/>
              </a:rPr>
              <a:t>模板，</a:t>
            </a:r>
            <a:r>
              <a:rPr kumimoji="0" lang="zh-CN" altLang="en-US" sz="1400" b="0" i="0" u="none" strike="noStrike" kern="1200" cap="none" spc="0" normalizeH="0" baseline="0" noProof="0">
                <a:ln>
                  <a:noFill/>
                </a:ln>
                <a:solidFill>
                  <a:prstClr val="white"/>
                </a:solidFill>
                <a:effectLst/>
                <a:uLnTx/>
                <a:uFillTx/>
                <a:latin typeface="+mn-lt"/>
                <a:ea typeface="微软雅黑" charset="0"/>
                <a:cs typeface="+mn-cs"/>
              </a:rPr>
              <a:t>未经权利人书面明确授权，不可将信息内容的全部或部分用于出售，或以出租、出借、转让、分销、发布等其他任何方式供他人使用</a:t>
            </a:r>
            <a:r>
              <a:rPr kumimoji="0" lang="zh-CN" altLang="en-US" sz="1400" b="0" i="0" u="none" strike="noStrike" kern="0" cap="none" spc="0" normalizeH="0" baseline="0" noProof="0">
                <a:ln>
                  <a:noFill/>
                </a:ln>
                <a:solidFill>
                  <a:srgbClr val="FFFFFF"/>
                </a:solidFill>
                <a:effectLst/>
                <a:uLnTx/>
                <a:uFillTx/>
                <a:latin typeface="Segoe UI Light"/>
                <a:ea typeface="微软雅黑"/>
                <a:cs typeface="Segoe UI Light"/>
              </a:rPr>
              <a:t>，</a:t>
            </a:r>
            <a:r>
              <a:rPr kumimoji="0" lang="zh-CN" altLang="en-US" sz="1400" b="0" i="0" u="none" strike="noStrike" kern="1200" cap="none" spc="0" normalizeH="0" baseline="0" noProof="0">
                <a:ln>
                  <a:noFill/>
                </a:ln>
                <a:solidFill>
                  <a:prstClr val="white"/>
                </a:solidFill>
                <a:effectLst/>
                <a:uLnTx/>
                <a:uFillTx/>
                <a:latin typeface="+mn-lt"/>
                <a:ea typeface="微软雅黑" charset="0"/>
                <a:cs typeface="+mn-cs"/>
              </a:rPr>
              <a:t>否则将承担法律责任。</a:t>
            </a:r>
            <a:endParaRPr kumimoji="0" lang="en-US" altLang="zh-CN" sz="1400" b="0" i="0" u="none" strike="noStrike" kern="0" cap="none" spc="0" normalizeH="0" baseline="0" noProof="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endParaRPr kumimoji="0" lang="en-US" altLang="zh-CN" sz="1400" b="0" i="0" u="none" strike="noStrike" kern="0" cap="none" spc="0" normalizeH="0" baseline="0" noProof="0" dirty="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endParaRPr kumimoji="0" lang="en-US" altLang="zh-CN" sz="1400" b="0" i="0" u="none" strike="noStrike" kern="0" cap="none" spc="0" normalizeH="0" baseline="0" noProof="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r>
              <a:rPr kumimoji="0" lang="en-US" altLang="zh-CN" sz="1400" b="0" i="0" u="none" strike="noStrike" kern="0" cap="none" spc="0" normalizeH="0" baseline="0" noProof="0">
                <a:ln>
                  <a:noFill/>
                </a:ln>
                <a:solidFill>
                  <a:srgbClr val="FFFFFF"/>
                </a:solidFill>
                <a:effectLst/>
                <a:uLnTx/>
                <a:uFillTx/>
                <a:latin typeface="Segoe UI Light"/>
                <a:ea typeface="微软雅黑"/>
                <a:cs typeface="Segoe UI Light"/>
              </a:rPr>
              <a:t>OfficePLUS</a:t>
            </a:r>
            <a:r>
              <a:rPr kumimoji="0" lang="zh-CN" altLang="en-US" sz="1400" b="0" i="0" u="none" strike="noStrike" kern="0" cap="none" spc="0" normalizeH="0" baseline="0" noProof="0">
                <a:ln>
                  <a:noFill/>
                </a:ln>
                <a:solidFill>
                  <a:srgbClr val="FFFFFF"/>
                </a:solidFill>
                <a:effectLst/>
                <a:uLnTx/>
                <a:uFillTx/>
                <a:latin typeface="Segoe UI Light"/>
                <a:ea typeface="微软雅黑"/>
                <a:cs typeface="Segoe UI Light"/>
              </a:rPr>
              <a:t>尊重知识产权并注重保护用户享有的各项权利。</a:t>
            </a:r>
            <a:endParaRPr kumimoji="0" lang="en-US" altLang="zh-CN" sz="1400" b="0" i="0" u="none" strike="noStrike" kern="0" cap="none" spc="0" normalizeH="0" baseline="0" noProof="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r>
              <a:rPr kumimoji="0" lang="en-US" altLang="zh-CN" sz="1400" b="0" i="0" u="none" strike="noStrike" kern="0" cap="none" spc="0" normalizeH="0" baseline="0" noProof="0">
                <a:ln>
                  <a:noFill/>
                </a:ln>
                <a:solidFill>
                  <a:srgbClr val="FFFFFF"/>
                </a:solidFill>
                <a:effectLst/>
                <a:uLnTx/>
                <a:uFillTx/>
                <a:latin typeface="Segoe UI Light"/>
                <a:ea typeface="微软雅黑"/>
                <a:cs typeface="Segoe UI Light"/>
              </a:rPr>
              <a:t>OfficePLUS</a:t>
            </a:r>
            <a:r>
              <a:rPr kumimoji="0" lang="zh-CN" altLang="en-US" sz="1400" b="0" i="0" u="none" strike="noStrike" kern="0" cap="none" spc="0" normalizeH="0" baseline="0" noProof="0">
                <a:ln>
                  <a:noFill/>
                </a:ln>
                <a:solidFill>
                  <a:srgbClr val="FFFFFF"/>
                </a:solidFill>
                <a:effectLst/>
                <a:uLnTx/>
                <a:uFillTx/>
                <a:latin typeface="Segoe UI Light"/>
                <a:ea typeface="微软雅黑"/>
                <a:cs typeface="Segoe UI Light"/>
              </a:rPr>
              <a:t>拥有对本</a:t>
            </a:r>
            <a:r>
              <a:rPr kumimoji="0" lang="en-US" altLang="zh-CN" sz="1400" b="0" i="0" u="none" strike="noStrike" kern="0" cap="none" spc="0" normalizeH="0" baseline="0" noProof="0">
                <a:ln>
                  <a:noFill/>
                </a:ln>
                <a:solidFill>
                  <a:srgbClr val="FFFFFF"/>
                </a:solidFill>
                <a:effectLst/>
                <a:uLnTx/>
                <a:uFillTx/>
                <a:latin typeface="Segoe UI Light"/>
                <a:ea typeface="微软雅黑"/>
                <a:cs typeface="Segoe UI Light"/>
              </a:rPr>
              <a:t>PPT</a:t>
            </a:r>
            <a:r>
              <a:rPr kumimoji="0" lang="zh-CN" altLang="en-US" sz="1400" b="0" i="0" u="none" strike="noStrike" kern="0" cap="none" spc="0" normalizeH="0" baseline="0" noProof="0">
                <a:ln>
                  <a:noFill/>
                </a:ln>
                <a:solidFill>
                  <a:srgbClr val="FFFFFF"/>
                </a:solidFill>
                <a:effectLst/>
                <a:uLnTx/>
                <a:uFillTx/>
                <a:latin typeface="Segoe UI Light"/>
                <a:ea typeface="微软雅黑"/>
                <a:cs typeface="Segoe UI Light"/>
              </a:rPr>
              <a:t>模板进行展示、报道、宣传及用于市场活动的权利，若在比赛或商业应用过程中发生版权纠纷，其法律责任由作者本人承担。</a:t>
            </a:r>
            <a:endParaRPr kumimoji="0" lang="zh-CN" altLang="en-US" sz="1400" b="0" i="0" u="none" strike="noStrike" kern="0" cap="none" spc="0" normalizeH="0" baseline="0" noProof="0" dirty="0">
              <a:ln>
                <a:noFill/>
              </a:ln>
              <a:solidFill>
                <a:srgbClr val="FFFFFF"/>
              </a:solidFill>
              <a:effectLst/>
              <a:uLnTx/>
              <a:uFillTx/>
              <a:latin typeface="Segoe UI Light"/>
              <a:ea typeface="微软雅黑"/>
              <a:cs typeface="Segoe UI Light"/>
            </a:endParaRPr>
          </a:p>
        </p:txBody>
      </p:sp>
      <p:sp>
        <p:nvSpPr>
          <p:cNvPr id="13" name="矩形 12"/>
          <p:cNvSpPr/>
          <p:nvPr userDrawn="1"/>
        </p:nvSpPr>
        <p:spPr>
          <a:xfrm>
            <a:off x="440603" y="182445"/>
            <a:ext cx="777777" cy="246221"/>
          </a:xfrm>
          <a:prstGeom prst="rect">
            <a:avLst/>
          </a:prstGeom>
        </p:spPr>
        <p:txBody>
          <a:bodyPr wrap="none">
            <a:spAutoFit/>
          </a:bodyPr>
          <a:lstStyle/>
          <a:p>
            <a:pPr marL="0" marR="0" lvl="0" indent="0" defTabSz="609585" eaLnBrk="1" fontAlgn="auto" latinLnBrk="0" hangingPunct="1">
              <a:lnSpc>
                <a:spcPct val="100000"/>
              </a:lnSpc>
              <a:spcBef>
                <a:spcPts val="0"/>
              </a:spcBef>
              <a:spcAft>
                <a:spcPts val="0"/>
              </a:spcAft>
              <a:buClrTx/>
              <a:buSzTx/>
              <a:buFontTx/>
              <a:buNone/>
              <a:tabLst/>
              <a:defRPr/>
            </a:pPr>
            <a:r>
              <a:rPr kumimoji="1" lang="en-US" altLang="zh-CN" sz="1000" b="0" i="0" u="none" strike="noStrike" kern="0" cap="none" spc="0" normalizeH="0" baseline="0" noProof="0" dirty="0">
                <a:ln>
                  <a:noFill/>
                </a:ln>
                <a:solidFill>
                  <a:prstClr val="white"/>
                </a:solidFill>
                <a:effectLst/>
                <a:uLnTx/>
                <a:uFillTx/>
                <a:latin typeface="Segoe UI Light"/>
                <a:ea typeface="微软雅黑" charset="0"/>
                <a:cs typeface="Segoe UI Light"/>
              </a:rPr>
              <a:t>OfficePLUS</a:t>
            </a:r>
            <a:endParaRPr kumimoji="0" lang="zh-CN" altLang="en-US" sz="1000" b="0" i="0" u="none" strike="noStrike" kern="0" cap="none" spc="0" normalizeH="0" baseline="0" noProof="0" dirty="0">
              <a:ln>
                <a:noFill/>
              </a:ln>
              <a:solidFill>
                <a:prstClr val="white"/>
              </a:solidFill>
              <a:effectLst/>
              <a:uLnTx/>
              <a:uFillTx/>
              <a:latin typeface="Segoe UI Light"/>
              <a:ea typeface="微软雅黑" charset="0"/>
              <a:cs typeface="Segoe UI Light"/>
            </a:endParaRPr>
          </a:p>
        </p:txBody>
      </p:sp>
    </p:spTree>
    <p:extLst>
      <p:ext uri="{BB962C8B-B14F-4D97-AF65-F5344CB8AC3E}">
        <p14:creationId xmlns:p14="http://schemas.microsoft.com/office/powerpoint/2010/main" val="40442019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23.xml"/><Relationship Id="rId1"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D8DA52A9-2D7F-4CFC-BEE6-313DF6F96983}"/>
              </a:ext>
            </a:extLst>
          </p:cNvPr>
          <p:cNvPicPr>
            <a:picLocks noChangeAspect="1"/>
          </p:cNvPicPr>
          <p:nvPr userDrawn="1"/>
        </p:nvPicPr>
        <p:blipFill>
          <a:blip r:embed="rId23"/>
          <a:stretch>
            <a:fillRect/>
          </a:stretch>
        </p:blipFill>
        <p:spPr>
          <a:xfrm>
            <a:off x="0" y="1"/>
            <a:ext cx="12192000" cy="6857999"/>
          </a:xfrm>
          <a:prstGeom prst="rect">
            <a:avLst/>
          </a:prstGeom>
        </p:spPr>
      </p:pic>
      <p:sp>
        <p:nvSpPr>
          <p:cNvPr id="2" name="标题占位符 1">
            <a:extLst>
              <a:ext uri="{FF2B5EF4-FFF2-40B4-BE49-F238E27FC236}">
                <a16:creationId xmlns:a16="http://schemas.microsoft.com/office/drawing/2014/main" id="{D529CD16-6B55-4C57-A3F2-7893436BF50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8C94C8FD-BEA5-4E0C-BF35-1699EC287C7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65D85989-BD0D-495F-A9D5-148F6D0E9F1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B87D1D0-11BC-4610-B275-571C8521F02E}" type="datetimeFigureOut">
              <a:rPr lang="zh-CN" altLang="en-US" smtClean="0"/>
              <a:t>2026/3/30</a:t>
            </a:fld>
            <a:endParaRPr lang="zh-CN" altLang="en-US"/>
          </a:p>
        </p:txBody>
      </p:sp>
      <p:sp>
        <p:nvSpPr>
          <p:cNvPr id="5" name="页脚占位符 4">
            <a:extLst>
              <a:ext uri="{FF2B5EF4-FFF2-40B4-BE49-F238E27FC236}">
                <a16:creationId xmlns:a16="http://schemas.microsoft.com/office/drawing/2014/main" id="{104185D7-CCA3-492C-9E18-AFC305FB2D9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46A02DE0-0246-4AEC-A42E-62C2253585D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D67563A-2BCF-4CDB-AAE4-8FFF0BA89BF6}" type="slidenum">
              <a:rPr lang="zh-CN" altLang="en-US" smtClean="0"/>
              <a:t>‹#›</a:t>
            </a:fld>
            <a:endParaRPr lang="zh-CN" altLang="en-US"/>
          </a:p>
        </p:txBody>
      </p:sp>
    </p:spTree>
    <p:extLst>
      <p:ext uri="{BB962C8B-B14F-4D97-AF65-F5344CB8AC3E}">
        <p14:creationId xmlns:p14="http://schemas.microsoft.com/office/powerpoint/2010/main" val="2185023398"/>
      </p:ext>
    </p:extLst>
  </p:cSld>
  <p:clrMap bg1="lt1" tx1="dk1" bg2="lt2" tx2="dk2" accent1="accent1" accent2="accent2" accent3="accent3" accent4="accent4" accent5="accent5" accent6="accent6" hlink="hlink" folHlink="folHlink"/>
  <p:sldLayoutIdLst>
    <p:sldLayoutId id="2147483649" r:id="rId1"/>
    <p:sldLayoutId id="2147483657" r:id="rId2"/>
    <p:sldLayoutId id="2147483666" r:id="rId3"/>
    <p:sldLayoutId id="2147483651" r:id="rId4"/>
    <p:sldLayoutId id="2147483658" r:id="rId5"/>
    <p:sldLayoutId id="2147483650" r:id="rId6"/>
    <p:sldLayoutId id="2147483660" r:id="rId7"/>
    <p:sldLayoutId id="2147483674" r:id="rId8"/>
    <p:sldLayoutId id="2147483655" r:id="rId9"/>
    <p:sldLayoutId id="2147483661" r:id="rId10"/>
    <p:sldLayoutId id="2147483667" r:id="rId11"/>
    <p:sldLayoutId id="2147483671" r:id="rId12"/>
    <p:sldLayoutId id="2147483670" r:id="rId13"/>
    <p:sldLayoutId id="2147483668" r:id="rId14"/>
    <p:sldLayoutId id="2147483669" r:id="rId15"/>
    <p:sldLayoutId id="2147483673" r:id="rId16"/>
    <p:sldLayoutId id="2147483663" r:id="rId17"/>
    <p:sldLayoutId id="2147483664" r:id="rId18"/>
    <p:sldLayoutId id="2147483665" r:id="rId19"/>
    <p:sldLayoutId id="2147483672" r:id="rId20"/>
    <p:sldLayoutId id="2147483675" r:id="rId2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16" userDrawn="1">
          <p15:clr>
            <a:srgbClr val="F26B43"/>
          </p15:clr>
        </p15:guide>
        <p15:guide id="2" pos="7256" userDrawn="1">
          <p15:clr>
            <a:srgbClr val="F26B43"/>
          </p15:clr>
        </p15:guide>
        <p15:guide id="3" orient="horz" pos="648" userDrawn="1">
          <p15:clr>
            <a:srgbClr val="F26B43"/>
          </p15:clr>
        </p15:guide>
        <p15:guide id="4" orient="horz" pos="712" userDrawn="1">
          <p15:clr>
            <a:srgbClr val="F26B43"/>
          </p15:clr>
        </p15:guide>
        <p15:guide id="5" orient="horz" pos="3928" userDrawn="1">
          <p15:clr>
            <a:srgbClr val="F26B43"/>
          </p15:clr>
        </p15:guide>
        <p15:guide id="6" orient="horz" pos="3864"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55845813"/>
      </p:ext>
    </p:extLst>
  </p:cSld>
  <p:clrMap bg1="lt1" tx1="dk1" bg2="lt2" tx2="dk2" accent1="accent1" accent2="accent2" accent3="accent3" accent4="accent4" accent5="accent5" accent6="accent6" hlink="hlink" folHlink="folHlink"/>
  <p:sldLayoutIdLst>
    <p:sldLayoutId id="2147483680" r:id="rId1"/>
    <p:sldLayoutId id="2147483681"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264">
          <p15:clr>
            <a:srgbClr val="F26B43"/>
          </p15:clr>
        </p15:guide>
        <p15:guide id="2" pos="3840">
          <p15:clr>
            <a:srgbClr val="F26B43"/>
          </p15:clr>
        </p15:guide>
        <p15:guide id="3" pos="192">
          <p15:clr>
            <a:srgbClr val="F26B43"/>
          </p15:clr>
        </p15:guide>
        <p15:guide id="4" pos="7488">
          <p15:clr>
            <a:srgbClr val="F26B43"/>
          </p15:clr>
        </p15:guide>
        <p15:guide id="5" orient="horz" pos="432">
          <p15:clr>
            <a:srgbClr val="F26B43"/>
          </p15:clr>
        </p15:guide>
        <p15:guide id="6" orient="horz" pos="472">
          <p15:clr>
            <a:srgbClr val="F26B43"/>
          </p15:clr>
        </p15:guide>
        <p15:guide id="7" orient="horz" pos="4104">
          <p15:clr>
            <a:srgbClr val="F26B43"/>
          </p15:clr>
        </p15:guide>
        <p15:guide id="8" orient="horz" pos="4056">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xml"/><Relationship Id="rId1" Type="http://schemas.openxmlformats.org/officeDocument/2006/relationships/slideLayout" Target="../slideLayouts/slideLayout18.xml"/><Relationship Id="rId6" Type="http://schemas.openxmlformats.org/officeDocument/2006/relationships/image" Target="../media/image14.jpg"/><Relationship Id="rId5" Type="http://schemas.openxmlformats.org/officeDocument/2006/relationships/image" Target="../media/image13.png"/><Relationship Id="rId4" Type="http://schemas.openxmlformats.org/officeDocument/2006/relationships/image" Target="../media/image12.jpe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18.xml"/><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18.xml"/><Relationship Id="rId4" Type="http://schemas.openxmlformats.org/officeDocument/2006/relationships/comments" Target="../comments/commen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C58AE834-316A-4AFB-837C-994044880A80}"/>
              </a:ext>
            </a:extLst>
          </p:cNvPr>
          <p:cNvSpPr>
            <a:spLocks noGrp="1"/>
          </p:cNvSpPr>
          <p:nvPr>
            <p:ph type="ctrTitle"/>
          </p:nvPr>
        </p:nvSpPr>
        <p:spPr>
          <a:xfrm>
            <a:off x="290557" y="2210896"/>
            <a:ext cx="11605189" cy="833759"/>
          </a:xfrm>
        </p:spPr>
        <p:txBody>
          <a:bodyPr>
            <a:noAutofit/>
          </a:bodyPr>
          <a:lstStyle/>
          <a:p>
            <a:r>
              <a:rPr lang="en-US" altLang="zh-CN" sz="2400" dirty="0"/>
              <a:t>The Truth Becomes Clearer Through Debate! </a:t>
            </a:r>
            <a:br>
              <a:rPr lang="en-US" altLang="zh-CN" sz="2400" dirty="0"/>
            </a:br>
            <a:r>
              <a:rPr lang="en-US" altLang="zh-CN" sz="2400" dirty="0"/>
              <a:t>Multi-Agent Systems with Large Language Models Unmask Fake News</a:t>
            </a:r>
            <a:endParaRPr lang="zh-CN" altLang="en-US" sz="2400" dirty="0"/>
          </a:p>
        </p:txBody>
      </p:sp>
      <p:sp>
        <p:nvSpPr>
          <p:cNvPr id="3" name="副标题 2">
            <a:extLst>
              <a:ext uri="{FF2B5EF4-FFF2-40B4-BE49-F238E27FC236}">
                <a16:creationId xmlns:a16="http://schemas.microsoft.com/office/drawing/2014/main" id="{FC89192B-3A93-482D-A650-DD8BF4195EF0}"/>
              </a:ext>
            </a:extLst>
          </p:cNvPr>
          <p:cNvSpPr>
            <a:spLocks noGrp="1"/>
          </p:cNvSpPr>
          <p:nvPr>
            <p:ph type="subTitle" idx="1"/>
          </p:nvPr>
        </p:nvSpPr>
        <p:spPr>
          <a:xfrm>
            <a:off x="290557" y="3127761"/>
            <a:ext cx="11605189" cy="600881"/>
          </a:xfrm>
        </p:spPr>
        <p:txBody>
          <a:bodyPr>
            <a:normAutofit fontScale="92500" lnSpcReduction="20000"/>
          </a:bodyPr>
          <a:lstStyle/>
          <a:p>
            <a:r>
              <a:rPr lang="zh-CN" altLang="en-US" dirty="0"/>
              <a:t>真理越辩越明！</a:t>
            </a:r>
            <a:endParaRPr lang="en-US" altLang="zh-CN" dirty="0"/>
          </a:p>
          <a:p>
            <a:r>
              <a:rPr lang="zh-CN" altLang="en-US" dirty="0"/>
              <a:t>基于大语言模型的多智能体系统揭露假新闻</a:t>
            </a:r>
          </a:p>
        </p:txBody>
      </p:sp>
      <p:sp>
        <p:nvSpPr>
          <p:cNvPr id="2" name="文本占位符 1">
            <a:extLst>
              <a:ext uri="{FF2B5EF4-FFF2-40B4-BE49-F238E27FC236}">
                <a16:creationId xmlns:a16="http://schemas.microsoft.com/office/drawing/2014/main" id="{872613E4-D4AC-DF7F-27DB-EB5CD00EA596}"/>
              </a:ext>
            </a:extLst>
          </p:cNvPr>
          <p:cNvSpPr txBox="1">
            <a:spLocks noGrp="1"/>
          </p:cNvSpPr>
          <p:nvPr>
            <p:ph type="body" sz="quarter" idx="13"/>
          </p:nvPr>
        </p:nvSpPr>
        <p:spPr>
          <a:xfrm>
            <a:off x="1954127" y="4125795"/>
            <a:ext cx="8283739" cy="1096710"/>
          </a:xfrm>
          <a:prstGeom prst="rect">
            <a:avLst/>
          </a:prstGeom>
          <a:noFill/>
        </p:spPr>
        <p:txBody>
          <a:bodyPr wrap="square">
            <a:spAutoFit/>
          </a:bodyPr>
          <a:lstStyle/>
          <a:p>
            <a:pPr algn="ctr">
              <a:lnSpc>
                <a:spcPct val="90000"/>
              </a:lnSpc>
              <a:spcBef>
                <a:spcPts val="1000"/>
              </a:spcBef>
            </a:pPr>
            <a:r>
              <a:rPr lang="zh-CN" altLang="en-US" sz="1800" dirty="0">
                <a:solidFill>
                  <a:schemeClr val="bg1">
                    <a:lumMod val="50000"/>
                  </a:schemeClr>
                </a:solidFill>
                <a:latin typeface="+mj-ea"/>
                <a:ea typeface="+mj-ea"/>
              </a:rPr>
              <a:t>来源：</a:t>
            </a:r>
            <a:r>
              <a:rPr lang="en-US" altLang="zh-CN" sz="1800" dirty="0">
                <a:solidFill>
                  <a:schemeClr val="bg1">
                    <a:lumMod val="50000"/>
                  </a:schemeClr>
                </a:solidFill>
                <a:latin typeface="+mj-ea"/>
                <a:ea typeface="+mj-ea"/>
              </a:rPr>
              <a:t>SIGIR 2025 </a:t>
            </a:r>
          </a:p>
          <a:p>
            <a:pPr algn="ctr">
              <a:lnSpc>
                <a:spcPct val="90000"/>
              </a:lnSpc>
              <a:spcBef>
                <a:spcPts val="1000"/>
              </a:spcBef>
            </a:pPr>
            <a:r>
              <a:rPr lang="zh-CN" altLang="en-US" sz="1800" dirty="0">
                <a:solidFill>
                  <a:schemeClr val="bg1">
                    <a:lumMod val="50000"/>
                  </a:schemeClr>
                </a:solidFill>
                <a:latin typeface="+mj-ea"/>
                <a:ea typeface="+mj-ea"/>
              </a:rPr>
              <a:t>汇报人：李春阳</a:t>
            </a:r>
            <a:endParaRPr lang="en-US" altLang="zh-CN" sz="1800" dirty="0">
              <a:solidFill>
                <a:schemeClr val="bg1">
                  <a:lumMod val="50000"/>
                </a:schemeClr>
              </a:solidFill>
              <a:latin typeface="+mj-ea"/>
              <a:ea typeface="+mj-ea"/>
            </a:endParaRPr>
          </a:p>
          <a:p>
            <a:pPr algn="ctr">
              <a:lnSpc>
                <a:spcPct val="90000"/>
              </a:lnSpc>
              <a:spcBef>
                <a:spcPts val="1000"/>
              </a:spcBef>
            </a:pPr>
            <a:r>
              <a:rPr lang="zh-CN" altLang="en-US" sz="1800" dirty="0">
                <a:solidFill>
                  <a:schemeClr val="bg1">
                    <a:lumMod val="50000"/>
                  </a:schemeClr>
                </a:solidFill>
                <a:latin typeface="+mj-ea"/>
                <a:ea typeface="+mj-ea"/>
              </a:rPr>
              <a:t>汇报日期：</a:t>
            </a:r>
            <a:r>
              <a:rPr lang="en-US" altLang="zh-CN" sz="1800" dirty="0">
                <a:solidFill>
                  <a:schemeClr val="bg1">
                    <a:lumMod val="50000"/>
                  </a:schemeClr>
                </a:solidFill>
                <a:latin typeface="+mj-ea"/>
                <a:ea typeface="+mj-ea"/>
              </a:rPr>
              <a:t>2026</a:t>
            </a:r>
            <a:r>
              <a:rPr lang="zh-CN" altLang="en-US" sz="1800" dirty="0">
                <a:solidFill>
                  <a:schemeClr val="bg1">
                    <a:lumMod val="50000"/>
                  </a:schemeClr>
                </a:solidFill>
                <a:latin typeface="+mj-ea"/>
                <a:ea typeface="+mj-ea"/>
              </a:rPr>
              <a:t>年</a:t>
            </a:r>
            <a:r>
              <a:rPr lang="en-US" altLang="zh-CN" sz="1800" dirty="0">
                <a:solidFill>
                  <a:schemeClr val="bg1">
                    <a:lumMod val="50000"/>
                  </a:schemeClr>
                </a:solidFill>
                <a:latin typeface="+mj-ea"/>
                <a:ea typeface="+mj-ea"/>
              </a:rPr>
              <a:t>3</a:t>
            </a:r>
            <a:r>
              <a:rPr lang="zh-CN" altLang="en-US" sz="1800" dirty="0">
                <a:solidFill>
                  <a:schemeClr val="bg1">
                    <a:lumMod val="50000"/>
                  </a:schemeClr>
                </a:solidFill>
                <a:latin typeface="+mj-ea"/>
                <a:ea typeface="+mj-ea"/>
              </a:rPr>
              <a:t>月</a:t>
            </a:r>
            <a:r>
              <a:rPr lang="en-US" altLang="zh-CN" sz="1800" dirty="0">
                <a:solidFill>
                  <a:schemeClr val="bg1">
                    <a:lumMod val="50000"/>
                  </a:schemeClr>
                </a:solidFill>
                <a:latin typeface="+mj-ea"/>
                <a:ea typeface="+mj-ea"/>
              </a:rPr>
              <a:t>31</a:t>
            </a:r>
            <a:r>
              <a:rPr lang="zh-CN" altLang="en-US" sz="1800" dirty="0">
                <a:solidFill>
                  <a:schemeClr val="bg1">
                    <a:lumMod val="50000"/>
                  </a:schemeClr>
                </a:solidFill>
                <a:latin typeface="+mj-ea"/>
                <a:ea typeface="+mj-ea"/>
              </a:rPr>
              <a:t>日</a:t>
            </a:r>
          </a:p>
        </p:txBody>
      </p:sp>
    </p:spTree>
    <p:extLst>
      <p:ext uri="{BB962C8B-B14F-4D97-AF65-F5344CB8AC3E}">
        <p14:creationId xmlns:p14="http://schemas.microsoft.com/office/powerpoint/2010/main" val="32162200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BE5D5150-F2B6-449E-A4E4-AE50AAACB55D}"/>
              </a:ext>
            </a:extLst>
          </p:cNvPr>
          <p:cNvSpPr>
            <a:spLocks noGrp="1"/>
          </p:cNvSpPr>
          <p:nvPr>
            <p:ph type="body" sz="quarter" idx="13"/>
          </p:nvPr>
        </p:nvSpPr>
        <p:spPr>
          <a:xfrm>
            <a:off x="2532760" y="1991464"/>
            <a:ext cx="3526241" cy="361081"/>
          </a:xfrm>
        </p:spPr>
        <p:txBody>
          <a:bodyPr/>
          <a:lstStyle/>
          <a:p>
            <a:r>
              <a:rPr lang="zh-CN" altLang="en-US" dirty="0"/>
              <a:t>研究背景</a:t>
            </a:r>
          </a:p>
        </p:txBody>
      </p:sp>
      <p:sp>
        <p:nvSpPr>
          <p:cNvPr id="5" name="文本占位符 4">
            <a:extLst>
              <a:ext uri="{FF2B5EF4-FFF2-40B4-BE49-F238E27FC236}">
                <a16:creationId xmlns:a16="http://schemas.microsoft.com/office/drawing/2014/main" id="{D8590C14-268D-490B-ADF5-3CF561B4506F}"/>
              </a:ext>
            </a:extLst>
          </p:cNvPr>
          <p:cNvSpPr>
            <a:spLocks noGrp="1"/>
          </p:cNvSpPr>
          <p:nvPr>
            <p:ph type="body" sz="quarter" idx="14"/>
          </p:nvPr>
        </p:nvSpPr>
        <p:spPr>
          <a:xfrm>
            <a:off x="2577690" y="2459421"/>
            <a:ext cx="3338875" cy="269018"/>
          </a:xfrm>
        </p:spPr>
        <p:txBody>
          <a:bodyPr/>
          <a:lstStyle/>
          <a:p>
            <a:r>
              <a:rPr lang="en-US" altLang="zh-CN" dirty="0"/>
              <a:t>Research Background</a:t>
            </a:r>
            <a:endParaRPr lang="zh-CN" altLang="en-US" dirty="0"/>
          </a:p>
        </p:txBody>
      </p:sp>
      <p:sp>
        <p:nvSpPr>
          <p:cNvPr id="18" name="文本占位符 17">
            <a:extLst>
              <a:ext uri="{FF2B5EF4-FFF2-40B4-BE49-F238E27FC236}">
                <a16:creationId xmlns:a16="http://schemas.microsoft.com/office/drawing/2014/main" id="{D8EB523F-0FBF-4613-BBF9-21B6F47B6799}"/>
              </a:ext>
            </a:extLst>
          </p:cNvPr>
          <p:cNvSpPr>
            <a:spLocks noGrp="1"/>
          </p:cNvSpPr>
          <p:nvPr>
            <p:ph type="body" sz="quarter" idx="15"/>
          </p:nvPr>
        </p:nvSpPr>
        <p:spPr>
          <a:xfrm>
            <a:off x="7152979" y="1950878"/>
            <a:ext cx="3558202" cy="361081"/>
          </a:xfrm>
        </p:spPr>
        <p:txBody>
          <a:bodyPr/>
          <a:lstStyle/>
          <a:p>
            <a:r>
              <a:rPr lang="zh-CN" altLang="en-US" dirty="0"/>
              <a:t>现有方法的核心局限</a:t>
            </a:r>
          </a:p>
        </p:txBody>
      </p:sp>
      <p:sp>
        <p:nvSpPr>
          <p:cNvPr id="19" name="文本占位符 18">
            <a:extLst>
              <a:ext uri="{FF2B5EF4-FFF2-40B4-BE49-F238E27FC236}">
                <a16:creationId xmlns:a16="http://schemas.microsoft.com/office/drawing/2014/main" id="{09E38E02-8708-4E5A-B514-DE54AA1C19EB}"/>
              </a:ext>
            </a:extLst>
          </p:cNvPr>
          <p:cNvSpPr>
            <a:spLocks noGrp="1"/>
          </p:cNvSpPr>
          <p:nvPr>
            <p:ph type="body" sz="quarter" idx="16"/>
          </p:nvPr>
        </p:nvSpPr>
        <p:spPr>
          <a:xfrm>
            <a:off x="7152979" y="2459890"/>
            <a:ext cx="3250800" cy="514787"/>
          </a:xfrm>
        </p:spPr>
        <p:txBody>
          <a:bodyPr/>
          <a:lstStyle/>
          <a:p>
            <a:r>
              <a:rPr lang="en-US" altLang="zh-CN" dirty="0"/>
              <a:t>Core limitations of existing methods</a:t>
            </a:r>
            <a:endParaRPr lang="zh-CN" altLang="en-US" dirty="0"/>
          </a:p>
        </p:txBody>
      </p:sp>
      <p:sp>
        <p:nvSpPr>
          <p:cNvPr id="32" name="文本占位符 31">
            <a:extLst>
              <a:ext uri="{FF2B5EF4-FFF2-40B4-BE49-F238E27FC236}">
                <a16:creationId xmlns:a16="http://schemas.microsoft.com/office/drawing/2014/main" id="{256812FC-3710-4082-BB6A-CED0DE5F5DA6}"/>
              </a:ext>
            </a:extLst>
          </p:cNvPr>
          <p:cNvSpPr>
            <a:spLocks noGrp="1"/>
          </p:cNvSpPr>
          <p:nvPr>
            <p:ph type="body" sz="quarter" idx="17"/>
          </p:nvPr>
        </p:nvSpPr>
        <p:spPr>
          <a:xfrm>
            <a:off x="2532760" y="3318346"/>
            <a:ext cx="3250169" cy="361081"/>
          </a:xfrm>
        </p:spPr>
        <p:txBody>
          <a:bodyPr/>
          <a:lstStyle/>
          <a:p>
            <a:r>
              <a:rPr lang="zh-CN" altLang="en-US" dirty="0"/>
              <a:t>核心思路与创新点</a:t>
            </a:r>
          </a:p>
        </p:txBody>
      </p:sp>
      <p:sp>
        <p:nvSpPr>
          <p:cNvPr id="33" name="文本占位符 32">
            <a:extLst>
              <a:ext uri="{FF2B5EF4-FFF2-40B4-BE49-F238E27FC236}">
                <a16:creationId xmlns:a16="http://schemas.microsoft.com/office/drawing/2014/main" id="{90378F39-46C0-40D8-BBB0-EA1C54DBD581}"/>
              </a:ext>
            </a:extLst>
          </p:cNvPr>
          <p:cNvSpPr>
            <a:spLocks noGrp="1"/>
          </p:cNvSpPr>
          <p:nvPr>
            <p:ph type="body" sz="quarter" idx="18"/>
          </p:nvPr>
        </p:nvSpPr>
        <p:spPr>
          <a:xfrm>
            <a:off x="2532759" y="3759021"/>
            <a:ext cx="3250169" cy="269018"/>
          </a:xfrm>
        </p:spPr>
        <p:txBody>
          <a:bodyPr/>
          <a:lstStyle/>
          <a:p>
            <a:r>
              <a:rPr lang="en-US" altLang="zh-CN" dirty="0"/>
              <a:t>Core Ideas and Innovations</a:t>
            </a:r>
            <a:endParaRPr lang="zh-CN" altLang="en-US" dirty="0"/>
          </a:p>
        </p:txBody>
      </p:sp>
      <p:sp>
        <p:nvSpPr>
          <p:cNvPr id="34" name="文本占位符 33">
            <a:extLst>
              <a:ext uri="{FF2B5EF4-FFF2-40B4-BE49-F238E27FC236}">
                <a16:creationId xmlns:a16="http://schemas.microsoft.com/office/drawing/2014/main" id="{8A512FC9-9CDF-4148-BD49-93CAB98C42D0}"/>
              </a:ext>
            </a:extLst>
          </p:cNvPr>
          <p:cNvSpPr>
            <a:spLocks noGrp="1"/>
          </p:cNvSpPr>
          <p:nvPr>
            <p:ph type="body" sz="quarter" idx="19"/>
          </p:nvPr>
        </p:nvSpPr>
        <p:spPr>
          <a:xfrm>
            <a:off x="7086832" y="3294582"/>
            <a:ext cx="3250800" cy="361081"/>
          </a:xfrm>
        </p:spPr>
        <p:txBody>
          <a:bodyPr/>
          <a:lstStyle/>
          <a:p>
            <a:r>
              <a:rPr lang="en-US" altLang="zh-CN" dirty="0"/>
              <a:t>TED </a:t>
            </a:r>
            <a:r>
              <a:rPr lang="zh-CN" altLang="en-US" dirty="0"/>
              <a:t>框架核心设计</a:t>
            </a:r>
          </a:p>
        </p:txBody>
      </p:sp>
      <p:sp>
        <p:nvSpPr>
          <p:cNvPr id="35" name="文本占位符 34">
            <a:extLst>
              <a:ext uri="{FF2B5EF4-FFF2-40B4-BE49-F238E27FC236}">
                <a16:creationId xmlns:a16="http://schemas.microsoft.com/office/drawing/2014/main" id="{6E5E1140-F918-446C-8EFB-E7A1FC48C54D}"/>
              </a:ext>
            </a:extLst>
          </p:cNvPr>
          <p:cNvSpPr>
            <a:spLocks noGrp="1"/>
          </p:cNvSpPr>
          <p:nvPr>
            <p:ph type="body" sz="quarter" idx="20"/>
          </p:nvPr>
        </p:nvSpPr>
        <p:spPr>
          <a:xfrm>
            <a:off x="7086832" y="3744020"/>
            <a:ext cx="3250800" cy="568843"/>
          </a:xfrm>
        </p:spPr>
        <p:txBody>
          <a:bodyPr/>
          <a:lstStyle/>
          <a:p>
            <a:r>
              <a:rPr lang="en-US" altLang="zh-CN" dirty="0"/>
              <a:t>Core Design of the TED Framework</a:t>
            </a:r>
            <a:endParaRPr lang="zh-CN" altLang="en-US" dirty="0"/>
          </a:p>
        </p:txBody>
      </p:sp>
      <p:sp>
        <p:nvSpPr>
          <p:cNvPr id="36" name="文本占位符 35">
            <a:extLst>
              <a:ext uri="{FF2B5EF4-FFF2-40B4-BE49-F238E27FC236}">
                <a16:creationId xmlns:a16="http://schemas.microsoft.com/office/drawing/2014/main" id="{2CA0A5AE-1C80-4DB6-ABEB-469D6EAB7B23}"/>
              </a:ext>
            </a:extLst>
          </p:cNvPr>
          <p:cNvSpPr>
            <a:spLocks noGrp="1"/>
          </p:cNvSpPr>
          <p:nvPr>
            <p:ph type="body" sz="quarter" idx="21"/>
          </p:nvPr>
        </p:nvSpPr>
        <p:spPr>
          <a:xfrm>
            <a:off x="2532759" y="4612501"/>
            <a:ext cx="3526241" cy="361081"/>
          </a:xfrm>
        </p:spPr>
        <p:txBody>
          <a:bodyPr/>
          <a:lstStyle/>
          <a:p>
            <a:r>
              <a:rPr lang="zh-CN" altLang="en-US" dirty="0"/>
              <a:t>实验验证与结果分析</a:t>
            </a:r>
          </a:p>
        </p:txBody>
      </p:sp>
      <p:sp>
        <p:nvSpPr>
          <p:cNvPr id="38" name="文本占位符 37">
            <a:extLst>
              <a:ext uri="{FF2B5EF4-FFF2-40B4-BE49-F238E27FC236}">
                <a16:creationId xmlns:a16="http://schemas.microsoft.com/office/drawing/2014/main" id="{418BB145-43C9-4403-962D-1669FD243959}"/>
              </a:ext>
            </a:extLst>
          </p:cNvPr>
          <p:cNvSpPr>
            <a:spLocks noGrp="1"/>
          </p:cNvSpPr>
          <p:nvPr>
            <p:ph type="body" sz="quarter" idx="23"/>
          </p:nvPr>
        </p:nvSpPr>
        <p:spPr>
          <a:xfrm>
            <a:off x="7086832" y="4638286"/>
            <a:ext cx="3250800" cy="361081"/>
          </a:xfrm>
        </p:spPr>
        <p:txBody>
          <a:bodyPr/>
          <a:lstStyle/>
          <a:p>
            <a:r>
              <a:rPr lang="zh-CN" altLang="en-US" dirty="0"/>
              <a:t>典型案例展示</a:t>
            </a:r>
          </a:p>
        </p:txBody>
      </p:sp>
      <p:sp>
        <p:nvSpPr>
          <p:cNvPr id="51" name="文本占位符 50">
            <a:extLst>
              <a:ext uri="{FF2B5EF4-FFF2-40B4-BE49-F238E27FC236}">
                <a16:creationId xmlns:a16="http://schemas.microsoft.com/office/drawing/2014/main" id="{2F09C621-9602-4270-BE41-07F7D18395CC}"/>
              </a:ext>
            </a:extLst>
          </p:cNvPr>
          <p:cNvSpPr>
            <a:spLocks noGrp="1"/>
          </p:cNvSpPr>
          <p:nvPr>
            <p:ph type="body" sz="quarter" idx="24"/>
          </p:nvPr>
        </p:nvSpPr>
        <p:spPr>
          <a:xfrm>
            <a:off x="7086832" y="5087725"/>
            <a:ext cx="3250800" cy="269018"/>
          </a:xfrm>
        </p:spPr>
        <p:txBody>
          <a:bodyPr/>
          <a:lstStyle/>
          <a:p>
            <a:r>
              <a:rPr lang="en-US" altLang="zh-CN" dirty="0"/>
              <a:t>Typical Case Demonstration</a:t>
            </a:r>
            <a:endParaRPr lang="zh-CN" altLang="en-US" dirty="0"/>
          </a:p>
        </p:txBody>
      </p:sp>
      <p:sp>
        <p:nvSpPr>
          <p:cNvPr id="64" name="文本占位符 63">
            <a:extLst>
              <a:ext uri="{FF2B5EF4-FFF2-40B4-BE49-F238E27FC236}">
                <a16:creationId xmlns:a16="http://schemas.microsoft.com/office/drawing/2014/main" id="{F7AB99D8-F701-4D71-A53C-4A5605F78F3A}"/>
              </a:ext>
            </a:extLst>
          </p:cNvPr>
          <p:cNvSpPr>
            <a:spLocks noGrp="1"/>
          </p:cNvSpPr>
          <p:nvPr>
            <p:ph type="body" sz="quarter" idx="25"/>
          </p:nvPr>
        </p:nvSpPr>
        <p:spPr>
          <a:xfrm>
            <a:off x="1671080" y="1950878"/>
            <a:ext cx="719242" cy="720000"/>
          </a:xfrm>
        </p:spPr>
        <p:txBody>
          <a:bodyPr/>
          <a:lstStyle/>
          <a:p>
            <a:r>
              <a:rPr lang="en-US" altLang="zh-CN" dirty="0"/>
              <a:t>01</a:t>
            </a:r>
            <a:endParaRPr lang="zh-CN" altLang="en-US" dirty="0"/>
          </a:p>
        </p:txBody>
      </p:sp>
      <p:sp>
        <p:nvSpPr>
          <p:cNvPr id="17" name="文本占位符 16">
            <a:extLst>
              <a:ext uri="{FF2B5EF4-FFF2-40B4-BE49-F238E27FC236}">
                <a16:creationId xmlns:a16="http://schemas.microsoft.com/office/drawing/2014/main" id="{A7FEBBE7-6505-4FDC-8219-DDD826D2BA64}"/>
              </a:ext>
            </a:extLst>
          </p:cNvPr>
          <p:cNvSpPr>
            <a:spLocks noGrp="1"/>
          </p:cNvSpPr>
          <p:nvPr>
            <p:ph type="body" sz="quarter" idx="26"/>
          </p:nvPr>
        </p:nvSpPr>
        <p:spPr>
          <a:xfrm>
            <a:off x="6246369" y="1950878"/>
            <a:ext cx="719242" cy="720000"/>
          </a:xfrm>
        </p:spPr>
        <p:txBody>
          <a:bodyPr/>
          <a:lstStyle/>
          <a:p>
            <a:r>
              <a:rPr lang="en-US" altLang="zh-CN" dirty="0"/>
              <a:t>02</a:t>
            </a:r>
            <a:endParaRPr lang="zh-CN" altLang="en-US" dirty="0"/>
          </a:p>
        </p:txBody>
      </p:sp>
      <p:sp>
        <p:nvSpPr>
          <p:cNvPr id="20" name="文本占位符 19">
            <a:extLst>
              <a:ext uri="{FF2B5EF4-FFF2-40B4-BE49-F238E27FC236}">
                <a16:creationId xmlns:a16="http://schemas.microsoft.com/office/drawing/2014/main" id="{1A855430-40D5-43C6-BD0C-FD1B79732A4D}"/>
              </a:ext>
            </a:extLst>
          </p:cNvPr>
          <p:cNvSpPr>
            <a:spLocks noGrp="1"/>
          </p:cNvSpPr>
          <p:nvPr>
            <p:ph type="body" sz="quarter" idx="27"/>
          </p:nvPr>
        </p:nvSpPr>
        <p:spPr>
          <a:xfrm>
            <a:off x="1671080" y="3252425"/>
            <a:ext cx="719242" cy="720000"/>
          </a:xfrm>
        </p:spPr>
        <p:txBody>
          <a:bodyPr/>
          <a:lstStyle/>
          <a:p>
            <a:r>
              <a:rPr lang="en-US" altLang="zh-CN" dirty="0"/>
              <a:t>03</a:t>
            </a:r>
            <a:endParaRPr lang="zh-CN" altLang="en-US" dirty="0"/>
          </a:p>
        </p:txBody>
      </p:sp>
      <p:sp>
        <p:nvSpPr>
          <p:cNvPr id="21" name="文本占位符 20">
            <a:extLst>
              <a:ext uri="{FF2B5EF4-FFF2-40B4-BE49-F238E27FC236}">
                <a16:creationId xmlns:a16="http://schemas.microsoft.com/office/drawing/2014/main" id="{F7F83C35-4B23-4E93-B5BA-9D06B0771ADE}"/>
              </a:ext>
            </a:extLst>
          </p:cNvPr>
          <p:cNvSpPr>
            <a:spLocks noGrp="1"/>
          </p:cNvSpPr>
          <p:nvPr>
            <p:ph type="body" sz="quarter" idx="28"/>
          </p:nvPr>
        </p:nvSpPr>
        <p:spPr>
          <a:xfrm>
            <a:off x="6246369" y="3252425"/>
            <a:ext cx="719242" cy="720000"/>
          </a:xfrm>
        </p:spPr>
        <p:txBody>
          <a:bodyPr/>
          <a:lstStyle/>
          <a:p>
            <a:r>
              <a:rPr lang="en-US" altLang="zh-CN" dirty="0"/>
              <a:t>04</a:t>
            </a:r>
            <a:endParaRPr lang="zh-CN" altLang="en-US" dirty="0"/>
          </a:p>
        </p:txBody>
      </p:sp>
      <p:sp>
        <p:nvSpPr>
          <p:cNvPr id="22" name="文本占位符 21">
            <a:extLst>
              <a:ext uri="{FF2B5EF4-FFF2-40B4-BE49-F238E27FC236}">
                <a16:creationId xmlns:a16="http://schemas.microsoft.com/office/drawing/2014/main" id="{A0D32376-30FF-43BD-B1D9-41FE23890B4B}"/>
              </a:ext>
            </a:extLst>
          </p:cNvPr>
          <p:cNvSpPr>
            <a:spLocks noGrp="1"/>
          </p:cNvSpPr>
          <p:nvPr>
            <p:ph type="body" sz="quarter" idx="29"/>
          </p:nvPr>
        </p:nvSpPr>
        <p:spPr>
          <a:xfrm>
            <a:off x="1671080" y="4552579"/>
            <a:ext cx="719242" cy="720000"/>
          </a:xfrm>
        </p:spPr>
        <p:txBody>
          <a:bodyPr/>
          <a:lstStyle/>
          <a:p>
            <a:r>
              <a:rPr lang="en-US" altLang="zh-CN" dirty="0"/>
              <a:t>05</a:t>
            </a:r>
            <a:endParaRPr lang="zh-CN" altLang="en-US" dirty="0"/>
          </a:p>
        </p:txBody>
      </p:sp>
      <p:sp>
        <p:nvSpPr>
          <p:cNvPr id="23" name="文本占位符 22">
            <a:extLst>
              <a:ext uri="{FF2B5EF4-FFF2-40B4-BE49-F238E27FC236}">
                <a16:creationId xmlns:a16="http://schemas.microsoft.com/office/drawing/2014/main" id="{3263E569-18BE-414D-8EB9-28DF5FA78A88}"/>
              </a:ext>
            </a:extLst>
          </p:cNvPr>
          <p:cNvSpPr>
            <a:spLocks noGrp="1"/>
          </p:cNvSpPr>
          <p:nvPr>
            <p:ph type="body" sz="quarter" idx="30"/>
          </p:nvPr>
        </p:nvSpPr>
        <p:spPr>
          <a:xfrm>
            <a:off x="6246369" y="4552579"/>
            <a:ext cx="719242" cy="720000"/>
          </a:xfrm>
        </p:spPr>
        <p:txBody>
          <a:bodyPr/>
          <a:lstStyle/>
          <a:p>
            <a:r>
              <a:rPr lang="en-US" altLang="zh-CN" dirty="0"/>
              <a:t>06</a:t>
            </a:r>
            <a:endParaRPr lang="zh-CN" altLang="en-US" dirty="0"/>
          </a:p>
        </p:txBody>
      </p:sp>
      <p:sp>
        <p:nvSpPr>
          <p:cNvPr id="24" name="矩形 23">
            <a:extLst>
              <a:ext uri="{FF2B5EF4-FFF2-40B4-BE49-F238E27FC236}">
                <a16:creationId xmlns:a16="http://schemas.microsoft.com/office/drawing/2014/main" id="{DC5A7AB0-60F6-4A64-ABDC-8CBE3B623F35}"/>
              </a:ext>
            </a:extLst>
          </p:cNvPr>
          <p:cNvSpPr/>
          <p:nvPr/>
        </p:nvSpPr>
        <p:spPr>
          <a:xfrm>
            <a:off x="10374630" y="6101080"/>
            <a:ext cx="134620" cy="134620"/>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a:extLst>
              <a:ext uri="{FF2B5EF4-FFF2-40B4-BE49-F238E27FC236}">
                <a16:creationId xmlns:a16="http://schemas.microsoft.com/office/drawing/2014/main" id="{AEB5FD3A-4B42-4FCC-8700-389EC869BE37}"/>
              </a:ext>
            </a:extLst>
          </p:cNvPr>
          <p:cNvSpPr/>
          <p:nvPr/>
        </p:nvSpPr>
        <p:spPr>
          <a:xfrm>
            <a:off x="10576561" y="6101080"/>
            <a:ext cx="134620" cy="134620"/>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a:extLst>
              <a:ext uri="{FF2B5EF4-FFF2-40B4-BE49-F238E27FC236}">
                <a16:creationId xmlns:a16="http://schemas.microsoft.com/office/drawing/2014/main" id="{50475A20-795B-4860-B9F4-627CCA277DC5}"/>
              </a:ext>
            </a:extLst>
          </p:cNvPr>
          <p:cNvSpPr/>
          <p:nvPr/>
        </p:nvSpPr>
        <p:spPr>
          <a:xfrm>
            <a:off x="10778490" y="6101080"/>
            <a:ext cx="134620" cy="134620"/>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矩形 26">
            <a:extLst>
              <a:ext uri="{FF2B5EF4-FFF2-40B4-BE49-F238E27FC236}">
                <a16:creationId xmlns:a16="http://schemas.microsoft.com/office/drawing/2014/main" id="{211061FA-8BDD-4188-8CB5-E7A49F6C85BE}"/>
              </a:ext>
            </a:extLst>
          </p:cNvPr>
          <p:cNvSpPr/>
          <p:nvPr/>
        </p:nvSpPr>
        <p:spPr>
          <a:xfrm>
            <a:off x="10980420" y="6101080"/>
            <a:ext cx="134620" cy="134620"/>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27">
            <a:extLst>
              <a:ext uri="{FF2B5EF4-FFF2-40B4-BE49-F238E27FC236}">
                <a16:creationId xmlns:a16="http://schemas.microsoft.com/office/drawing/2014/main" id="{0903B7D6-E5CC-4A2D-9A48-86B3A236D190}"/>
              </a:ext>
            </a:extLst>
          </p:cNvPr>
          <p:cNvSpPr/>
          <p:nvPr/>
        </p:nvSpPr>
        <p:spPr>
          <a:xfrm>
            <a:off x="11182350" y="6101080"/>
            <a:ext cx="134620" cy="134620"/>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a:extLst>
              <a:ext uri="{FF2B5EF4-FFF2-40B4-BE49-F238E27FC236}">
                <a16:creationId xmlns:a16="http://schemas.microsoft.com/office/drawing/2014/main" id="{AE322770-F5A9-4ECF-BA2B-3146B892C426}"/>
              </a:ext>
            </a:extLst>
          </p:cNvPr>
          <p:cNvSpPr/>
          <p:nvPr/>
        </p:nvSpPr>
        <p:spPr>
          <a:xfrm>
            <a:off x="11384280" y="6101080"/>
            <a:ext cx="134620" cy="134620"/>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占位符 49">
            <a:extLst>
              <a:ext uri="{FF2B5EF4-FFF2-40B4-BE49-F238E27FC236}">
                <a16:creationId xmlns:a16="http://schemas.microsoft.com/office/drawing/2014/main" id="{E76E1800-33F7-405E-B88F-3D2EAA9FE988}"/>
              </a:ext>
            </a:extLst>
          </p:cNvPr>
          <p:cNvSpPr txBox="1">
            <a:spLocks/>
          </p:cNvSpPr>
          <p:nvPr/>
        </p:nvSpPr>
        <p:spPr>
          <a:xfrm>
            <a:off x="2540692" y="5146903"/>
            <a:ext cx="3250169" cy="417137"/>
          </a:xfrm>
          <a:prstGeom prst="rect">
            <a:avLst/>
          </a:prstGeom>
        </p:spPr>
        <p:txBody>
          <a:bodyPr vert="horz" lIns="0" tIns="45720" rIns="91440" bIns="0" rtlCol="0" anchor="b" anchorCtr="0">
            <a:noAutofit/>
          </a:bodyPr>
          <a:lstStyle>
            <a:lvl1pPr marL="0" indent="0" algn="l" defTabSz="914400" rtl="0" eaLnBrk="1" latinLnBrk="0" hangingPunct="1">
              <a:lnSpc>
                <a:spcPct val="90000"/>
              </a:lnSpc>
              <a:spcBef>
                <a:spcPts val="1000"/>
              </a:spcBef>
              <a:buFont typeface="Arial" panose="020B0604020202020204" pitchFamily="34" charset="0"/>
              <a:buNone/>
              <a:defRPr lang="zh-CN" altLang="en-US" sz="1800" kern="1200" baseline="0" dirty="0">
                <a:solidFill>
                  <a:schemeClr val="bg1">
                    <a:lumMod val="5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dirty="0"/>
              <a:t>Experimental Verification and Result Analysis</a:t>
            </a:r>
            <a:endParaRPr lang="en-US" dirty="0"/>
          </a:p>
        </p:txBody>
      </p:sp>
    </p:spTree>
    <p:extLst>
      <p:ext uri="{BB962C8B-B14F-4D97-AF65-F5344CB8AC3E}">
        <p14:creationId xmlns:p14="http://schemas.microsoft.com/office/powerpoint/2010/main" val="37289356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占位符 5">
            <a:extLst>
              <a:ext uri="{FF2B5EF4-FFF2-40B4-BE49-F238E27FC236}">
                <a16:creationId xmlns:a16="http://schemas.microsoft.com/office/drawing/2014/main" id="{FF10B8FB-2273-41B7-8E1F-926DBE78890B}"/>
              </a:ext>
            </a:extLst>
          </p:cNvPr>
          <p:cNvSpPr>
            <a:spLocks noGrp="1"/>
          </p:cNvSpPr>
          <p:nvPr>
            <p:ph type="body" sz="quarter" idx="10"/>
          </p:nvPr>
        </p:nvSpPr>
        <p:spPr/>
        <p:txBody>
          <a:bodyPr/>
          <a:lstStyle/>
          <a:p>
            <a:r>
              <a:rPr lang="en-US" altLang="zh-CN" dirty="0"/>
              <a:t>01</a:t>
            </a:r>
            <a:endParaRPr lang="zh-CN" altLang="en-US" dirty="0"/>
          </a:p>
        </p:txBody>
      </p:sp>
      <p:sp>
        <p:nvSpPr>
          <p:cNvPr id="4" name="标题 3">
            <a:extLst>
              <a:ext uri="{FF2B5EF4-FFF2-40B4-BE49-F238E27FC236}">
                <a16:creationId xmlns:a16="http://schemas.microsoft.com/office/drawing/2014/main" id="{E0FF230A-246B-4B62-806B-74825E33A6CA}"/>
              </a:ext>
            </a:extLst>
          </p:cNvPr>
          <p:cNvSpPr>
            <a:spLocks noGrp="1"/>
          </p:cNvSpPr>
          <p:nvPr>
            <p:ph type="title"/>
          </p:nvPr>
        </p:nvSpPr>
        <p:spPr/>
        <p:txBody>
          <a:bodyPr/>
          <a:lstStyle/>
          <a:p>
            <a:r>
              <a:rPr lang="zh-CN" altLang="en-US" dirty="0"/>
              <a:t>研究背景</a:t>
            </a:r>
          </a:p>
        </p:txBody>
      </p:sp>
      <p:sp>
        <p:nvSpPr>
          <p:cNvPr id="18" name="文本占位符 17">
            <a:extLst>
              <a:ext uri="{FF2B5EF4-FFF2-40B4-BE49-F238E27FC236}">
                <a16:creationId xmlns:a16="http://schemas.microsoft.com/office/drawing/2014/main" id="{BA7A27FB-D900-4265-A649-5670F758F572}"/>
              </a:ext>
            </a:extLst>
          </p:cNvPr>
          <p:cNvSpPr>
            <a:spLocks noGrp="1"/>
          </p:cNvSpPr>
          <p:nvPr>
            <p:ph type="body" sz="quarter" idx="11"/>
          </p:nvPr>
        </p:nvSpPr>
        <p:spPr>
          <a:xfrm>
            <a:off x="1842552" y="4722128"/>
            <a:ext cx="4012560" cy="471882"/>
          </a:xfrm>
        </p:spPr>
        <p:txBody>
          <a:bodyPr/>
          <a:lstStyle/>
          <a:p>
            <a:r>
              <a:rPr lang="en-US" altLang="zh-CN" dirty="0"/>
              <a:t>Research Background</a:t>
            </a:r>
            <a:endParaRPr lang="zh-CN" altLang="en-US" dirty="0"/>
          </a:p>
        </p:txBody>
      </p:sp>
      <p:sp>
        <p:nvSpPr>
          <p:cNvPr id="23" name="文本占位符 22">
            <a:extLst>
              <a:ext uri="{FF2B5EF4-FFF2-40B4-BE49-F238E27FC236}">
                <a16:creationId xmlns:a16="http://schemas.microsoft.com/office/drawing/2014/main" id="{CD512192-B602-40AF-AD7D-06B990B43C57}"/>
              </a:ext>
            </a:extLst>
          </p:cNvPr>
          <p:cNvSpPr>
            <a:spLocks noGrp="1"/>
          </p:cNvSpPr>
          <p:nvPr>
            <p:ph type="body" sz="quarter" idx="12"/>
          </p:nvPr>
        </p:nvSpPr>
        <p:spPr/>
        <p:txBody>
          <a:bodyPr>
            <a:normAutofit/>
          </a:bodyPr>
          <a:lstStyle/>
          <a:p>
            <a:r>
              <a:rPr lang="zh-CN" altLang="en-US" dirty="0"/>
              <a:t>研究背景与问题提出</a:t>
            </a:r>
          </a:p>
        </p:txBody>
      </p:sp>
      <p:sp>
        <p:nvSpPr>
          <p:cNvPr id="7" name="矩形 6">
            <a:extLst>
              <a:ext uri="{FF2B5EF4-FFF2-40B4-BE49-F238E27FC236}">
                <a16:creationId xmlns:a16="http://schemas.microsoft.com/office/drawing/2014/main" id="{D820D1AB-7AB0-46B9-A544-5A22C9D2AD6A}"/>
              </a:ext>
            </a:extLst>
          </p:cNvPr>
          <p:cNvSpPr/>
          <p:nvPr/>
        </p:nvSpPr>
        <p:spPr>
          <a:xfrm>
            <a:off x="673100" y="5999480"/>
            <a:ext cx="134620" cy="134620"/>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2D46A45-1469-4EBB-8A8D-82D3787D02BA}"/>
              </a:ext>
            </a:extLst>
          </p:cNvPr>
          <p:cNvSpPr/>
          <p:nvPr/>
        </p:nvSpPr>
        <p:spPr>
          <a:xfrm>
            <a:off x="875031" y="5999480"/>
            <a:ext cx="134620" cy="134620"/>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62289554-1D42-469B-83B0-740899C01652}"/>
              </a:ext>
            </a:extLst>
          </p:cNvPr>
          <p:cNvSpPr/>
          <p:nvPr/>
        </p:nvSpPr>
        <p:spPr>
          <a:xfrm>
            <a:off x="1076960" y="5999480"/>
            <a:ext cx="134620" cy="134620"/>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0C5FF172-CB5F-43BB-81CB-9E1FFA866959}"/>
              </a:ext>
            </a:extLst>
          </p:cNvPr>
          <p:cNvSpPr/>
          <p:nvPr/>
        </p:nvSpPr>
        <p:spPr>
          <a:xfrm>
            <a:off x="1278890" y="5999480"/>
            <a:ext cx="134620" cy="134620"/>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6372E00D-D69E-4470-A41F-1819A83C2FA3}"/>
              </a:ext>
            </a:extLst>
          </p:cNvPr>
          <p:cNvSpPr/>
          <p:nvPr/>
        </p:nvSpPr>
        <p:spPr>
          <a:xfrm>
            <a:off x="1480820" y="5999480"/>
            <a:ext cx="134620" cy="134620"/>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a:extLst>
              <a:ext uri="{FF2B5EF4-FFF2-40B4-BE49-F238E27FC236}">
                <a16:creationId xmlns:a16="http://schemas.microsoft.com/office/drawing/2014/main" id="{D207B1B1-F689-46DE-956A-24EC1FBD99EA}"/>
              </a:ext>
            </a:extLst>
          </p:cNvPr>
          <p:cNvSpPr/>
          <p:nvPr/>
        </p:nvSpPr>
        <p:spPr>
          <a:xfrm>
            <a:off x="1682750" y="5999480"/>
            <a:ext cx="134620" cy="134620"/>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2003385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9">
            <a:extLst>
              <a:ext uri="{FF2B5EF4-FFF2-40B4-BE49-F238E27FC236}">
                <a16:creationId xmlns:a16="http://schemas.microsoft.com/office/drawing/2014/main" id="{4D7A9752-4F5A-C537-483B-BDDF435CC3FE}"/>
              </a:ext>
            </a:extLst>
          </p:cNvPr>
          <p:cNvSpPr>
            <a:spLocks noGrp="1"/>
          </p:cNvSpPr>
          <p:nvPr>
            <p:ph type="title"/>
          </p:nvPr>
        </p:nvSpPr>
        <p:spPr/>
        <p:txBody>
          <a:bodyPr/>
          <a:lstStyle/>
          <a:p>
            <a:r>
              <a:rPr lang="en-US" altLang="zh-CN" dirty="0"/>
              <a:t>01 </a:t>
            </a:r>
            <a:r>
              <a:rPr lang="zh-CN" altLang="en-US" dirty="0"/>
              <a:t>研究背景</a:t>
            </a:r>
          </a:p>
        </p:txBody>
      </p:sp>
      <p:sp>
        <p:nvSpPr>
          <p:cNvPr id="12" name="矩形 11">
            <a:extLst>
              <a:ext uri="{FF2B5EF4-FFF2-40B4-BE49-F238E27FC236}">
                <a16:creationId xmlns:a16="http://schemas.microsoft.com/office/drawing/2014/main" id="{C622C998-AF40-E0D8-5FF3-C765D4E03203}"/>
              </a:ext>
            </a:extLst>
          </p:cNvPr>
          <p:cNvSpPr/>
          <p:nvPr/>
        </p:nvSpPr>
        <p:spPr>
          <a:xfrm>
            <a:off x="649481" y="1256211"/>
            <a:ext cx="2743960" cy="34187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t>虚假新闻的严峻社会危害</a:t>
            </a:r>
          </a:p>
        </p:txBody>
      </p:sp>
      <p:sp>
        <p:nvSpPr>
          <p:cNvPr id="13" name="文本框 12">
            <a:extLst>
              <a:ext uri="{FF2B5EF4-FFF2-40B4-BE49-F238E27FC236}">
                <a16:creationId xmlns:a16="http://schemas.microsoft.com/office/drawing/2014/main" id="{E4AFF855-7163-AAB7-B74A-E6FDA704F5E7}"/>
              </a:ext>
            </a:extLst>
          </p:cNvPr>
          <p:cNvSpPr txBox="1"/>
          <p:nvPr/>
        </p:nvSpPr>
        <p:spPr>
          <a:xfrm>
            <a:off x="649480" y="1728899"/>
            <a:ext cx="4628190" cy="417358"/>
          </a:xfrm>
          <a:prstGeom prst="rect">
            <a:avLst/>
          </a:prstGeom>
          <a:noFill/>
        </p:spPr>
        <p:txBody>
          <a:bodyPr wrap="none" rtlCol="0">
            <a:spAutoFit/>
          </a:bodyPr>
          <a:lstStyle/>
          <a:p>
            <a:pPr marL="285750" indent="-285750">
              <a:lnSpc>
                <a:spcPct val="130000"/>
              </a:lnSpc>
              <a:buFont typeface="Arial" panose="020B0604020202020204" pitchFamily="34" charset="0"/>
              <a:buChar char="•"/>
            </a:pPr>
            <a:r>
              <a:rPr lang="zh-CN" altLang="en-US" dirty="0">
                <a:latin typeface="+mj-ea"/>
                <a:ea typeface="+mj-ea"/>
              </a:rPr>
              <a:t>引发公众恐慌，直接威胁生命与财产安全</a:t>
            </a:r>
          </a:p>
        </p:txBody>
      </p:sp>
      <p:pic>
        <p:nvPicPr>
          <p:cNvPr id="1026" name="Picture 2" descr="警方披露猫一杯炮制秦朗事件详情_新浪新闻">
            <a:extLst>
              <a:ext uri="{FF2B5EF4-FFF2-40B4-BE49-F238E27FC236}">
                <a16:creationId xmlns:a16="http://schemas.microsoft.com/office/drawing/2014/main" id="{3283D3D4-8026-AF10-E919-4F14707F98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15172" y="1187361"/>
            <a:ext cx="1798320" cy="2160384"/>
          </a:xfrm>
          <a:prstGeom prst="rect">
            <a:avLst/>
          </a:prstGeom>
          <a:noFill/>
          <a:extLst>
            <a:ext uri="{909E8E84-426E-40DD-AFC4-6F175D3DCCD1}">
              <a14:hiddenFill xmlns:a14="http://schemas.microsoft.com/office/drawing/2010/main">
                <a:solidFill>
                  <a:srgbClr val="FFFFFF"/>
                </a:solidFill>
              </a14:hiddenFill>
            </a:ext>
          </a:extLst>
        </p:spPr>
      </p:pic>
      <p:sp>
        <p:nvSpPr>
          <p:cNvPr id="3" name="文本框 2">
            <a:extLst>
              <a:ext uri="{FF2B5EF4-FFF2-40B4-BE49-F238E27FC236}">
                <a16:creationId xmlns:a16="http://schemas.microsoft.com/office/drawing/2014/main" id="{E331EDED-009C-C6CF-1056-D8F5F7A4FB74}"/>
              </a:ext>
            </a:extLst>
          </p:cNvPr>
          <p:cNvSpPr txBox="1"/>
          <p:nvPr/>
        </p:nvSpPr>
        <p:spPr>
          <a:xfrm>
            <a:off x="660718" y="5393110"/>
            <a:ext cx="6096000" cy="417358"/>
          </a:xfrm>
          <a:prstGeom prst="rect">
            <a:avLst/>
          </a:prstGeom>
          <a:noFill/>
        </p:spPr>
        <p:txBody>
          <a:bodyPr wrap="square">
            <a:spAutoFit/>
          </a:bodyPr>
          <a:lstStyle/>
          <a:p>
            <a:pPr marL="285750" indent="-285750">
              <a:lnSpc>
                <a:spcPct val="130000"/>
              </a:lnSpc>
              <a:buFont typeface="Arial" panose="020B0604020202020204" pitchFamily="34" charset="0"/>
              <a:buChar char="•"/>
            </a:pPr>
            <a:r>
              <a:rPr lang="zh-CN" altLang="en-US" dirty="0">
                <a:latin typeface="+mj-ea"/>
                <a:ea typeface="+mj-ea"/>
              </a:rPr>
              <a:t>劣币驱逐良币，摧毁健康的信息生态</a:t>
            </a:r>
          </a:p>
        </p:txBody>
      </p:sp>
      <p:sp>
        <p:nvSpPr>
          <p:cNvPr id="5" name="文本框 4">
            <a:extLst>
              <a:ext uri="{FF2B5EF4-FFF2-40B4-BE49-F238E27FC236}">
                <a16:creationId xmlns:a16="http://schemas.microsoft.com/office/drawing/2014/main" id="{BF3A9935-2C6C-B810-EA79-E7E0619C66D5}"/>
              </a:ext>
            </a:extLst>
          </p:cNvPr>
          <p:cNvSpPr txBox="1"/>
          <p:nvPr/>
        </p:nvSpPr>
        <p:spPr>
          <a:xfrm>
            <a:off x="660718" y="2888571"/>
            <a:ext cx="6096000" cy="417358"/>
          </a:xfrm>
          <a:prstGeom prst="rect">
            <a:avLst/>
          </a:prstGeom>
          <a:noFill/>
        </p:spPr>
        <p:txBody>
          <a:bodyPr wrap="square">
            <a:spAutoFit/>
          </a:bodyPr>
          <a:lstStyle/>
          <a:p>
            <a:pPr marL="285750" indent="-285750">
              <a:lnSpc>
                <a:spcPct val="130000"/>
              </a:lnSpc>
              <a:buFont typeface="Arial" panose="020B0604020202020204" pitchFamily="34" charset="0"/>
              <a:buChar char="•"/>
            </a:pPr>
            <a:r>
              <a:rPr lang="zh-CN" altLang="en-US" dirty="0">
                <a:latin typeface="+mj-ea"/>
                <a:ea typeface="+mj-ea"/>
              </a:rPr>
              <a:t>瓦解了公众对官方和科学的信任</a:t>
            </a:r>
            <a:endParaRPr lang="en-US" altLang="zh-CN" dirty="0">
              <a:latin typeface="+mj-ea"/>
              <a:ea typeface="+mj-ea"/>
            </a:endParaRPr>
          </a:p>
        </p:txBody>
      </p:sp>
      <p:sp>
        <p:nvSpPr>
          <p:cNvPr id="7" name="文本框 6">
            <a:extLst>
              <a:ext uri="{FF2B5EF4-FFF2-40B4-BE49-F238E27FC236}">
                <a16:creationId xmlns:a16="http://schemas.microsoft.com/office/drawing/2014/main" id="{A5CE2108-5643-ABCC-BDEC-BC2570E51E4B}"/>
              </a:ext>
            </a:extLst>
          </p:cNvPr>
          <p:cNvSpPr txBox="1"/>
          <p:nvPr/>
        </p:nvSpPr>
        <p:spPr>
          <a:xfrm>
            <a:off x="649480" y="4053441"/>
            <a:ext cx="6096000" cy="417358"/>
          </a:xfrm>
          <a:prstGeom prst="rect">
            <a:avLst/>
          </a:prstGeom>
          <a:noFill/>
        </p:spPr>
        <p:txBody>
          <a:bodyPr wrap="square">
            <a:spAutoFit/>
          </a:bodyPr>
          <a:lstStyle/>
          <a:p>
            <a:pPr marL="285750" indent="-285750">
              <a:lnSpc>
                <a:spcPct val="130000"/>
              </a:lnSpc>
              <a:buFont typeface="Arial" panose="020B0604020202020204" pitchFamily="34" charset="0"/>
              <a:buChar char="•"/>
            </a:pPr>
            <a:r>
              <a:rPr lang="zh-CN" altLang="en-US" dirty="0">
                <a:latin typeface="+mj-ea"/>
                <a:ea typeface="+mj-ea"/>
              </a:rPr>
              <a:t>撕裂社会共识，加剧群体对立</a:t>
            </a:r>
          </a:p>
        </p:txBody>
      </p:sp>
      <p:sp>
        <p:nvSpPr>
          <p:cNvPr id="9" name="AutoShape 6" descr="女子挺5个月孕肚征婚？重庆警方通报">
            <a:extLst>
              <a:ext uri="{FF2B5EF4-FFF2-40B4-BE49-F238E27FC236}">
                <a16:creationId xmlns:a16="http://schemas.microsoft.com/office/drawing/2014/main" id="{2AEBF718-FB71-54AE-B483-C17734D87A3D}"/>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1" name="AutoShape 8" descr="女子挺5个月孕肚征婚？重庆警方通报">
            <a:extLst>
              <a:ext uri="{FF2B5EF4-FFF2-40B4-BE49-F238E27FC236}">
                <a16:creationId xmlns:a16="http://schemas.microsoft.com/office/drawing/2014/main" id="{CFA60C57-E1EA-F857-D3F1-624B07D49760}"/>
              </a:ext>
            </a:extLst>
          </p:cNvPr>
          <p:cNvSpPr>
            <a:spLocks noChangeAspect="1" noChangeArrowheads="1"/>
          </p:cNvSpPr>
          <p:nvPr/>
        </p:nvSpPr>
        <p:spPr bwMode="auto">
          <a:xfrm>
            <a:off x="6096000" y="3429000"/>
            <a:ext cx="3332480" cy="333248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1034" name="Picture 10">
            <a:extLst>
              <a:ext uri="{FF2B5EF4-FFF2-40B4-BE49-F238E27FC236}">
                <a16:creationId xmlns:a16="http://schemas.microsoft.com/office/drawing/2014/main" id="{6C8B08C8-2360-3D24-3B84-6B0B1D7B204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807349" y="1252683"/>
            <a:ext cx="1528882" cy="2029739"/>
          </a:xfrm>
          <a:prstGeom prst="rect">
            <a:avLst/>
          </a:prstGeom>
          <a:noFill/>
          <a:extLst>
            <a:ext uri="{909E8E84-426E-40DD-AFC4-6F175D3DCCD1}">
              <a14:hiddenFill xmlns:a14="http://schemas.microsoft.com/office/drawing/2010/main">
                <a:solidFill>
                  <a:srgbClr val="FFFFFF"/>
                </a:solidFill>
              </a14:hiddenFill>
            </a:ext>
          </a:extLst>
        </p:spPr>
      </p:pic>
      <p:sp>
        <p:nvSpPr>
          <p:cNvPr id="14" name="文本框 13">
            <a:extLst>
              <a:ext uri="{FF2B5EF4-FFF2-40B4-BE49-F238E27FC236}">
                <a16:creationId xmlns:a16="http://schemas.microsoft.com/office/drawing/2014/main" id="{9512EA09-3583-1B61-E9D8-EFE4D318AA15}"/>
              </a:ext>
            </a:extLst>
          </p:cNvPr>
          <p:cNvSpPr txBox="1"/>
          <p:nvPr/>
        </p:nvSpPr>
        <p:spPr>
          <a:xfrm>
            <a:off x="4843872" y="3335257"/>
            <a:ext cx="4130492" cy="549061"/>
          </a:xfrm>
          <a:prstGeom prst="rect">
            <a:avLst/>
          </a:prstGeom>
          <a:noFill/>
        </p:spPr>
        <p:txBody>
          <a:bodyPr wrap="square">
            <a:spAutoFit/>
          </a:bodyPr>
          <a:lstStyle/>
          <a:p>
            <a:pPr algn="ctr">
              <a:lnSpc>
                <a:spcPct val="130000"/>
              </a:lnSpc>
            </a:pPr>
            <a:r>
              <a:rPr lang="en-US" altLang="zh-CN" sz="1200" dirty="0">
                <a:latin typeface="+mj-ea"/>
                <a:ea typeface="+mj-ea"/>
              </a:rPr>
              <a:t>2024</a:t>
            </a:r>
            <a:r>
              <a:rPr lang="zh-CN" altLang="en-US" sz="1200" dirty="0">
                <a:latin typeface="+mj-ea"/>
                <a:ea typeface="+mj-ea"/>
              </a:rPr>
              <a:t>年</a:t>
            </a:r>
            <a:endParaRPr lang="en-US" altLang="zh-CN" sz="1200" dirty="0">
              <a:latin typeface="+mj-ea"/>
              <a:ea typeface="+mj-ea"/>
            </a:endParaRPr>
          </a:p>
          <a:p>
            <a:pPr algn="ctr">
              <a:lnSpc>
                <a:spcPct val="130000"/>
              </a:lnSpc>
            </a:pPr>
            <a:r>
              <a:rPr lang="zh-CN" altLang="en-US" sz="1200" dirty="0">
                <a:latin typeface="+mj-ea"/>
                <a:ea typeface="+mj-ea"/>
              </a:rPr>
              <a:t>千万粉网红“猫一杯”炮制“巴黎捡寒假作业”事件</a:t>
            </a:r>
            <a:endParaRPr lang="en-US" altLang="zh-CN" sz="1200" dirty="0">
              <a:latin typeface="+mj-ea"/>
              <a:ea typeface="+mj-ea"/>
            </a:endParaRPr>
          </a:p>
        </p:txBody>
      </p:sp>
      <p:sp>
        <p:nvSpPr>
          <p:cNvPr id="17" name="文本框 16">
            <a:extLst>
              <a:ext uri="{FF2B5EF4-FFF2-40B4-BE49-F238E27FC236}">
                <a16:creationId xmlns:a16="http://schemas.microsoft.com/office/drawing/2014/main" id="{4D1C8E6F-2A58-6A30-6E5F-1DCF2C67575B}"/>
              </a:ext>
            </a:extLst>
          </p:cNvPr>
          <p:cNvSpPr txBox="1"/>
          <p:nvPr/>
        </p:nvSpPr>
        <p:spPr>
          <a:xfrm>
            <a:off x="8444344" y="3330202"/>
            <a:ext cx="3907924" cy="549061"/>
          </a:xfrm>
          <a:prstGeom prst="rect">
            <a:avLst/>
          </a:prstGeom>
          <a:noFill/>
        </p:spPr>
        <p:txBody>
          <a:bodyPr wrap="square">
            <a:spAutoFit/>
          </a:bodyPr>
          <a:lstStyle/>
          <a:p>
            <a:pPr algn="ctr">
              <a:lnSpc>
                <a:spcPct val="130000"/>
              </a:lnSpc>
            </a:pPr>
            <a:r>
              <a:rPr lang="en-US" altLang="zh-CN" sz="1200" dirty="0">
                <a:latin typeface="+mj-ea"/>
                <a:ea typeface="+mj-ea"/>
              </a:rPr>
              <a:t>2023</a:t>
            </a:r>
            <a:r>
              <a:rPr lang="zh-CN" altLang="en-US" sz="1200" dirty="0">
                <a:latin typeface="+mj-ea"/>
                <a:ea typeface="+mj-ea"/>
              </a:rPr>
              <a:t>年</a:t>
            </a:r>
            <a:endParaRPr lang="en-US" altLang="zh-CN" sz="1200" dirty="0">
              <a:latin typeface="+mj-ea"/>
              <a:ea typeface="+mj-ea"/>
            </a:endParaRPr>
          </a:p>
          <a:p>
            <a:pPr algn="ctr">
              <a:lnSpc>
                <a:spcPct val="130000"/>
              </a:lnSpc>
            </a:pPr>
            <a:r>
              <a:rPr lang="zh-CN" altLang="en-US" sz="1200" dirty="0">
                <a:latin typeface="+mj-ea"/>
                <a:ea typeface="+mj-ea"/>
              </a:rPr>
              <a:t>重庆“女子挺</a:t>
            </a:r>
            <a:r>
              <a:rPr lang="en-US" altLang="zh-CN" sz="1200" dirty="0">
                <a:latin typeface="+mj-ea"/>
                <a:ea typeface="+mj-ea"/>
              </a:rPr>
              <a:t>5</a:t>
            </a:r>
            <a:r>
              <a:rPr lang="zh-CN" altLang="en-US" sz="1200" dirty="0">
                <a:latin typeface="+mj-ea"/>
                <a:ea typeface="+mj-ea"/>
              </a:rPr>
              <a:t>个月孕肚征婚”虚假短视频事件</a:t>
            </a:r>
          </a:p>
        </p:txBody>
      </p:sp>
      <p:pic>
        <p:nvPicPr>
          <p:cNvPr id="19" name="图片 18">
            <a:extLst>
              <a:ext uri="{FF2B5EF4-FFF2-40B4-BE49-F238E27FC236}">
                <a16:creationId xmlns:a16="http://schemas.microsoft.com/office/drawing/2014/main" id="{66697408-1E88-7A8F-6659-00DFDC89F12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009958" y="3879263"/>
            <a:ext cx="1798320" cy="2068068"/>
          </a:xfrm>
          <a:prstGeom prst="rect">
            <a:avLst/>
          </a:prstGeom>
        </p:spPr>
      </p:pic>
      <p:sp>
        <p:nvSpPr>
          <p:cNvPr id="27" name="文本框 26">
            <a:extLst>
              <a:ext uri="{FF2B5EF4-FFF2-40B4-BE49-F238E27FC236}">
                <a16:creationId xmlns:a16="http://schemas.microsoft.com/office/drawing/2014/main" id="{39233320-97B7-535E-2A70-34B17467FDA4}"/>
              </a:ext>
            </a:extLst>
          </p:cNvPr>
          <p:cNvSpPr txBox="1"/>
          <p:nvPr/>
        </p:nvSpPr>
        <p:spPr>
          <a:xfrm>
            <a:off x="4231266" y="5940902"/>
            <a:ext cx="5355704" cy="549061"/>
          </a:xfrm>
          <a:prstGeom prst="rect">
            <a:avLst/>
          </a:prstGeom>
          <a:noFill/>
        </p:spPr>
        <p:txBody>
          <a:bodyPr wrap="square">
            <a:spAutoFit/>
          </a:bodyPr>
          <a:lstStyle/>
          <a:p>
            <a:pPr algn="ctr">
              <a:lnSpc>
                <a:spcPct val="130000"/>
              </a:lnSpc>
            </a:pPr>
            <a:r>
              <a:rPr lang="en-US" altLang="zh-CN" sz="1200" dirty="0">
                <a:latin typeface="+mj-ea"/>
                <a:ea typeface="+mj-ea"/>
              </a:rPr>
              <a:t>2026</a:t>
            </a:r>
            <a:r>
              <a:rPr lang="zh-CN" altLang="en-US" sz="1200" dirty="0">
                <a:latin typeface="+mj-ea"/>
                <a:ea typeface="+mj-ea"/>
              </a:rPr>
              <a:t>年</a:t>
            </a:r>
            <a:endParaRPr lang="en-US" altLang="zh-CN" sz="1200" dirty="0">
              <a:latin typeface="+mj-ea"/>
              <a:ea typeface="+mj-ea"/>
            </a:endParaRPr>
          </a:p>
          <a:p>
            <a:pPr algn="ctr">
              <a:lnSpc>
                <a:spcPct val="130000"/>
              </a:lnSpc>
            </a:pPr>
            <a:r>
              <a:rPr lang="zh-CN" altLang="en-US" sz="1200" dirty="0">
                <a:latin typeface="+mj-ea"/>
                <a:ea typeface="+mj-ea"/>
              </a:rPr>
              <a:t>平武山洪谣言</a:t>
            </a:r>
            <a:endParaRPr lang="en-US" altLang="zh-CN" sz="1200" dirty="0">
              <a:latin typeface="+mj-ea"/>
              <a:ea typeface="+mj-ea"/>
            </a:endParaRPr>
          </a:p>
        </p:txBody>
      </p:sp>
      <p:pic>
        <p:nvPicPr>
          <p:cNvPr id="29" name="图片 28">
            <a:extLst>
              <a:ext uri="{FF2B5EF4-FFF2-40B4-BE49-F238E27FC236}">
                <a16:creationId xmlns:a16="http://schemas.microsoft.com/office/drawing/2014/main" id="{3BB9814A-CAF2-B30F-5DB5-78B6AF55E95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199466" y="4255545"/>
            <a:ext cx="2744648" cy="1298625"/>
          </a:xfrm>
          <a:prstGeom prst="rect">
            <a:avLst/>
          </a:prstGeom>
        </p:spPr>
      </p:pic>
      <p:sp>
        <p:nvSpPr>
          <p:cNvPr id="31" name="文本框 30">
            <a:extLst>
              <a:ext uri="{FF2B5EF4-FFF2-40B4-BE49-F238E27FC236}">
                <a16:creationId xmlns:a16="http://schemas.microsoft.com/office/drawing/2014/main" id="{C26AEE54-4F89-8A04-AE63-7DFE47ED2E52}"/>
              </a:ext>
            </a:extLst>
          </p:cNvPr>
          <p:cNvSpPr txBox="1"/>
          <p:nvPr/>
        </p:nvSpPr>
        <p:spPr>
          <a:xfrm>
            <a:off x="7483150" y="5933149"/>
            <a:ext cx="6177280" cy="549061"/>
          </a:xfrm>
          <a:prstGeom prst="rect">
            <a:avLst/>
          </a:prstGeom>
          <a:noFill/>
        </p:spPr>
        <p:txBody>
          <a:bodyPr wrap="square">
            <a:spAutoFit/>
          </a:bodyPr>
          <a:lstStyle/>
          <a:p>
            <a:pPr algn="ctr">
              <a:lnSpc>
                <a:spcPct val="130000"/>
              </a:lnSpc>
            </a:pPr>
            <a:r>
              <a:rPr lang="en-US" altLang="zh-CN" sz="1200" dirty="0">
                <a:latin typeface="+mj-ea"/>
                <a:ea typeface="+mj-ea"/>
              </a:rPr>
              <a:t>2026</a:t>
            </a:r>
            <a:r>
              <a:rPr lang="zh-CN" altLang="en-US" sz="1200" dirty="0">
                <a:latin typeface="+mj-ea"/>
                <a:ea typeface="+mj-ea"/>
              </a:rPr>
              <a:t>年</a:t>
            </a:r>
            <a:endParaRPr lang="en-US" altLang="zh-CN" sz="1200" dirty="0">
              <a:latin typeface="+mj-ea"/>
              <a:ea typeface="+mj-ea"/>
            </a:endParaRPr>
          </a:p>
          <a:p>
            <a:pPr algn="ctr">
              <a:lnSpc>
                <a:spcPct val="130000"/>
              </a:lnSpc>
            </a:pPr>
            <a:r>
              <a:rPr lang="zh-CN" altLang="en-US" sz="1200" dirty="0">
                <a:latin typeface="+mj-ea"/>
                <a:ea typeface="+mj-ea"/>
              </a:rPr>
              <a:t>新能源车试点开征“里程税”谣言</a:t>
            </a:r>
            <a:endParaRPr lang="en-US" altLang="zh-CN" sz="1200" dirty="0">
              <a:latin typeface="+mj-ea"/>
              <a:ea typeface="+mj-ea"/>
            </a:endParaRPr>
          </a:p>
        </p:txBody>
      </p:sp>
    </p:spTree>
    <p:extLst>
      <p:ext uri="{BB962C8B-B14F-4D97-AF65-F5344CB8AC3E}">
        <p14:creationId xmlns:p14="http://schemas.microsoft.com/office/powerpoint/2010/main" val="7933045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占位符 5">
            <a:extLst>
              <a:ext uri="{FF2B5EF4-FFF2-40B4-BE49-F238E27FC236}">
                <a16:creationId xmlns:a16="http://schemas.microsoft.com/office/drawing/2014/main" id="{FF10B8FB-2273-41B7-8E1F-926DBE78890B}"/>
              </a:ext>
            </a:extLst>
          </p:cNvPr>
          <p:cNvSpPr>
            <a:spLocks noGrp="1"/>
          </p:cNvSpPr>
          <p:nvPr>
            <p:ph type="body" sz="quarter" idx="10"/>
          </p:nvPr>
        </p:nvSpPr>
        <p:spPr/>
        <p:txBody>
          <a:bodyPr/>
          <a:lstStyle/>
          <a:p>
            <a:r>
              <a:rPr lang="en-US" altLang="zh-CN" dirty="0"/>
              <a:t>02</a:t>
            </a:r>
            <a:endParaRPr lang="zh-CN" altLang="en-US" dirty="0"/>
          </a:p>
        </p:txBody>
      </p:sp>
      <p:sp>
        <p:nvSpPr>
          <p:cNvPr id="4" name="标题 3">
            <a:extLst>
              <a:ext uri="{FF2B5EF4-FFF2-40B4-BE49-F238E27FC236}">
                <a16:creationId xmlns:a16="http://schemas.microsoft.com/office/drawing/2014/main" id="{E0FF230A-246B-4B62-806B-74825E33A6CA}"/>
              </a:ext>
            </a:extLst>
          </p:cNvPr>
          <p:cNvSpPr>
            <a:spLocks noGrp="1"/>
          </p:cNvSpPr>
          <p:nvPr>
            <p:ph type="title"/>
          </p:nvPr>
        </p:nvSpPr>
        <p:spPr/>
        <p:txBody>
          <a:bodyPr/>
          <a:lstStyle/>
          <a:p>
            <a:r>
              <a:rPr lang="zh-CN" altLang="en-US" dirty="0"/>
              <a:t>现有方法的核心局限</a:t>
            </a:r>
          </a:p>
        </p:txBody>
      </p:sp>
      <p:sp>
        <p:nvSpPr>
          <p:cNvPr id="18" name="文本占位符 17">
            <a:extLst>
              <a:ext uri="{FF2B5EF4-FFF2-40B4-BE49-F238E27FC236}">
                <a16:creationId xmlns:a16="http://schemas.microsoft.com/office/drawing/2014/main" id="{BA7A27FB-D900-4265-A649-5670F758F572}"/>
              </a:ext>
            </a:extLst>
          </p:cNvPr>
          <p:cNvSpPr>
            <a:spLocks noGrp="1"/>
          </p:cNvSpPr>
          <p:nvPr>
            <p:ph type="body" sz="quarter" idx="11"/>
          </p:nvPr>
        </p:nvSpPr>
        <p:spPr>
          <a:xfrm>
            <a:off x="1842552" y="4711968"/>
            <a:ext cx="4012560" cy="471882"/>
          </a:xfrm>
        </p:spPr>
        <p:txBody>
          <a:bodyPr/>
          <a:lstStyle/>
          <a:p>
            <a:r>
              <a:rPr lang="en-US" altLang="zh-CN" dirty="0"/>
              <a:t>Core limitations of existing methods</a:t>
            </a:r>
            <a:endParaRPr lang="zh-CN" altLang="en-US" dirty="0"/>
          </a:p>
        </p:txBody>
      </p:sp>
      <p:sp>
        <p:nvSpPr>
          <p:cNvPr id="23" name="文本占位符 22">
            <a:extLst>
              <a:ext uri="{FF2B5EF4-FFF2-40B4-BE49-F238E27FC236}">
                <a16:creationId xmlns:a16="http://schemas.microsoft.com/office/drawing/2014/main" id="{CD512192-B602-40AF-AD7D-06B990B43C57}"/>
              </a:ext>
            </a:extLst>
          </p:cNvPr>
          <p:cNvSpPr>
            <a:spLocks noGrp="1"/>
          </p:cNvSpPr>
          <p:nvPr>
            <p:ph type="body" sz="quarter" idx="12"/>
          </p:nvPr>
        </p:nvSpPr>
        <p:spPr/>
        <p:txBody>
          <a:bodyPr>
            <a:normAutofit/>
          </a:bodyPr>
          <a:lstStyle/>
          <a:p>
            <a:r>
              <a:rPr lang="zh-CN" altLang="en-US" dirty="0"/>
              <a:t>现有方法的核心局限</a:t>
            </a:r>
          </a:p>
        </p:txBody>
      </p:sp>
      <p:sp>
        <p:nvSpPr>
          <p:cNvPr id="7" name="矩形 6">
            <a:extLst>
              <a:ext uri="{FF2B5EF4-FFF2-40B4-BE49-F238E27FC236}">
                <a16:creationId xmlns:a16="http://schemas.microsoft.com/office/drawing/2014/main" id="{D820D1AB-7AB0-46B9-A544-5A22C9D2AD6A}"/>
              </a:ext>
            </a:extLst>
          </p:cNvPr>
          <p:cNvSpPr/>
          <p:nvPr/>
        </p:nvSpPr>
        <p:spPr>
          <a:xfrm>
            <a:off x="868680" y="5999480"/>
            <a:ext cx="134620" cy="134620"/>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2D46A45-1469-4EBB-8A8D-82D3787D02BA}"/>
              </a:ext>
            </a:extLst>
          </p:cNvPr>
          <p:cNvSpPr/>
          <p:nvPr/>
        </p:nvSpPr>
        <p:spPr>
          <a:xfrm>
            <a:off x="660400" y="5999480"/>
            <a:ext cx="134620" cy="134620"/>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62289554-1D42-469B-83B0-740899C01652}"/>
              </a:ext>
            </a:extLst>
          </p:cNvPr>
          <p:cNvSpPr/>
          <p:nvPr/>
        </p:nvSpPr>
        <p:spPr>
          <a:xfrm>
            <a:off x="1076960" y="5999480"/>
            <a:ext cx="134620" cy="134620"/>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0C5FF172-CB5F-43BB-81CB-9E1FFA866959}"/>
              </a:ext>
            </a:extLst>
          </p:cNvPr>
          <p:cNvSpPr/>
          <p:nvPr/>
        </p:nvSpPr>
        <p:spPr>
          <a:xfrm>
            <a:off x="1278890" y="5999480"/>
            <a:ext cx="134620" cy="134620"/>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6372E00D-D69E-4470-A41F-1819A83C2FA3}"/>
              </a:ext>
            </a:extLst>
          </p:cNvPr>
          <p:cNvSpPr/>
          <p:nvPr/>
        </p:nvSpPr>
        <p:spPr>
          <a:xfrm>
            <a:off x="1480820" y="5999480"/>
            <a:ext cx="134620" cy="134620"/>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a:extLst>
              <a:ext uri="{FF2B5EF4-FFF2-40B4-BE49-F238E27FC236}">
                <a16:creationId xmlns:a16="http://schemas.microsoft.com/office/drawing/2014/main" id="{D207B1B1-F689-46DE-956A-24EC1FBD99EA}"/>
              </a:ext>
            </a:extLst>
          </p:cNvPr>
          <p:cNvSpPr/>
          <p:nvPr/>
        </p:nvSpPr>
        <p:spPr>
          <a:xfrm>
            <a:off x="1682750" y="5999480"/>
            <a:ext cx="134620" cy="134620"/>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1384400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7A7E50-F139-FD72-5575-5E4BA9818215}"/>
            </a:ext>
          </a:extLst>
        </p:cNvPr>
        <p:cNvGrpSpPr/>
        <p:nvPr/>
      </p:nvGrpSpPr>
      <p:grpSpPr>
        <a:xfrm>
          <a:off x="0" y="0"/>
          <a:ext cx="0" cy="0"/>
          <a:chOff x="0" y="0"/>
          <a:chExt cx="0" cy="0"/>
        </a:xfrm>
      </p:grpSpPr>
      <p:sp>
        <p:nvSpPr>
          <p:cNvPr id="10" name="标题 9">
            <a:extLst>
              <a:ext uri="{FF2B5EF4-FFF2-40B4-BE49-F238E27FC236}">
                <a16:creationId xmlns:a16="http://schemas.microsoft.com/office/drawing/2014/main" id="{32B57D2D-8782-9941-C886-3AD6238D7967}"/>
              </a:ext>
            </a:extLst>
          </p:cNvPr>
          <p:cNvSpPr>
            <a:spLocks noGrp="1"/>
          </p:cNvSpPr>
          <p:nvPr>
            <p:ph type="title"/>
          </p:nvPr>
        </p:nvSpPr>
        <p:spPr/>
        <p:txBody>
          <a:bodyPr/>
          <a:lstStyle/>
          <a:p>
            <a:r>
              <a:rPr lang="en-US" altLang="zh-CN" dirty="0"/>
              <a:t>02 </a:t>
            </a:r>
            <a:r>
              <a:rPr lang="zh-CN" altLang="en-US" dirty="0"/>
              <a:t>现有方法的核心局限</a:t>
            </a:r>
          </a:p>
        </p:txBody>
      </p:sp>
      <p:sp>
        <p:nvSpPr>
          <p:cNvPr id="12" name="矩形 11">
            <a:extLst>
              <a:ext uri="{FF2B5EF4-FFF2-40B4-BE49-F238E27FC236}">
                <a16:creationId xmlns:a16="http://schemas.microsoft.com/office/drawing/2014/main" id="{45ADEEC0-7E0C-A04B-A276-9FD698BF7300}"/>
              </a:ext>
            </a:extLst>
          </p:cNvPr>
          <p:cNvSpPr/>
          <p:nvPr/>
        </p:nvSpPr>
        <p:spPr>
          <a:xfrm>
            <a:off x="649480" y="1256211"/>
            <a:ext cx="3292599" cy="34187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t>虚假新闻检测的三大刚性需求</a:t>
            </a:r>
          </a:p>
        </p:txBody>
      </p:sp>
      <p:sp>
        <p:nvSpPr>
          <p:cNvPr id="9" name="AutoShape 6" descr="女子挺5个月孕肚征婚？重庆警方通报">
            <a:extLst>
              <a:ext uri="{FF2B5EF4-FFF2-40B4-BE49-F238E27FC236}">
                <a16:creationId xmlns:a16="http://schemas.microsoft.com/office/drawing/2014/main" id="{8ADBCD62-88FC-B3D9-CB66-476087BA7488}"/>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graphicFrame>
        <p:nvGraphicFramePr>
          <p:cNvPr id="4" name="表格 3">
            <a:extLst>
              <a:ext uri="{FF2B5EF4-FFF2-40B4-BE49-F238E27FC236}">
                <a16:creationId xmlns:a16="http://schemas.microsoft.com/office/drawing/2014/main" id="{298AA8CB-6CC4-00A8-19B8-49ADC1D3C97E}"/>
              </a:ext>
            </a:extLst>
          </p:cNvPr>
          <p:cNvGraphicFramePr>
            <a:graphicFrameLocks noGrp="1"/>
          </p:cNvGraphicFramePr>
          <p:nvPr>
            <p:extLst>
              <p:ext uri="{D42A27DB-BD31-4B8C-83A1-F6EECF244321}">
                <p14:modId xmlns:p14="http://schemas.microsoft.com/office/powerpoint/2010/main" val="2937716518"/>
              </p:ext>
            </p:extLst>
          </p:nvPr>
        </p:nvGraphicFramePr>
        <p:xfrm>
          <a:off x="1793240" y="2855516"/>
          <a:ext cx="8300720" cy="2021284"/>
        </p:xfrm>
        <a:graphic>
          <a:graphicData uri="http://schemas.openxmlformats.org/drawingml/2006/table">
            <a:tbl>
              <a:tblPr firstRow="1" bandRow="1">
                <a:tableStyleId>{5C22544A-7EE6-4342-B048-85BDC9FD1C3A}</a:tableStyleId>
              </a:tblPr>
              <a:tblGrid>
                <a:gridCol w="4150360">
                  <a:extLst>
                    <a:ext uri="{9D8B030D-6E8A-4147-A177-3AD203B41FA5}">
                      <a16:colId xmlns:a16="http://schemas.microsoft.com/office/drawing/2014/main" val="296631369"/>
                    </a:ext>
                  </a:extLst>
                </a:gridCol>
                <a:gridCol w="4150360">
                  <a:extLst>
                    <a:ext uri="{9D8B030D-6E8A-4147-A177-3AD203B41FA5}">
                      <a16:colId xmlns:a16="http://schemas.microsoft.com/office/drawing/2014/main" val="1298119585"/>
                    </a:ext>
                  </a:extLst>
                </a:gridCol>
              </a:tblGrid>
              <a:tr h="505321">
                <a:tc>
                  <a:txBody>
                    <a:bodyPr/>
                    <a:lstStyle/>
                    <a:p>
                      <a:pPr algn="ctr"/>
                      <a:r>
                        <a:rPr lang="zh-CN" altLang="en-US" dirty="0"/>
                        <a:t>核心需求</a:t>
                      </a:r>
                    </a:p>
                  </a:txBody>
                  <a:tcPr/>
                </a:tc>
                <a:tc>
                  <a:txBody>
                    <a:bodyPr/>
                    <a:lstStyle/>
                    <a:p>
                      <a:pPr algn="ctr"/>
                      <a:r>
                        <a:rPr lang="zh-CN" altLang="en-US" dirty="0"/>
                        <a:t>具体要求</a:t>
                      </a:r>
                    </a:p>
                  </a:txBody>
                  <a:tcPr/>
                </a:tc>
                <a:extLst>
                  <a:ext uri="{0D108BD9-81ED-4DB2-BD59-A6C34878D82A}">
                    <a16:rowId xmlns:a16="http://schemas.microsoft.com/office/drawing/2014/main" val="2273018573"/>
                  </a:ext>
                </a:extLst>
              </a:tr>
              <a:tr h="505321">
                <a:tc>
                  <a:txBody>
                    <a:bodyPr/>
                    <a:lstStyle/>
                    <a:p>
                      <a:pPr algn="ctr"/>
                      <a:r>
                        <a:rPr lang="zh-CN" altLang="en-US" sz="1800" kern="1200" dirty="0">
                          <a:solidFill>
                            <a:schemeClr val="tx1"/>
                          </a:solidFill>
                          <a:latin typeface="+mj-ea"/>
                          <a:ea typeface="+mj-ea"/>
                          <a:cs typeface="+mn-cs"/>
                        </a:rPr>
                        <a:t>高检测精度</a:t>
                      </a:r>
                    </a:p>
                  </a:txBody>
                  <a:tcPr/>
                </a:tc>
                <a:tc>
                  <a:txBody>
                    <a:bodyPr/>
                    <a:lstStyle/>
                    <a:p>
                      <a:pPr marL="0" algn="ctr" defTabSz="914400" rtl="0" eaLnBrk="1" latinLnBrk="0" hangingPunct="1"/>
                      <a:r>
                        <a:rPr lang="zh-CN" altLang="en-US" sz="1800" kern="1200" dirty="0">
                          <a:solidFill>
                            <a:schemeClr val="tx1"/>
                          </a:solidFill>
                          <a:latin typeface="+mj-ea"/>
                          <a:ea typeface="+mj-ea"/>
                          <a:cs typeface="+mn-cs"/>
                        </a:rPr>
                        <a:t>准确区分真实 </a:t>
                      </a:r>
                      <a:r>
                        <a:rPr lang="en-US" altLang="zh-CN" sz="1800" kern="1200" dirty="0">
                          <a:solidFill>
                            <a:schemeClr val="tx1"/>
                          </a:solidFill>
                          <a:latin typeface="+mj-ea"/>
                          <a:ea typeface="+mj-ea"/>
                          <a:cs typeface="+mn-cs"/>
                        </a:rPr>
                        <a:t>/ </a:t>
                      </a:r>
                      <a:r>
                        <a:rPr lang="zh-CN" altLang="en-US" sz="1800" kern="1200" dirty="0">
                          <a:solidFill>
                            <a:schemeClr val="tx1"/>
                          </a:solidFill>
                          <a:latin typeface="+mj-ea"/>
                          <a:ea typeface="+mj-ea"/>
                          <a:cs typeface="+mn-cs"/>
                        </a:rPr>
                        <a:t>虚假新闻，低误判率</a:t>
                      </a:r>
                    </a:p>
                  </a:txBody>
                  <a:tcPr/>
                </a:tc>
                <a:extLst>
                  <a:ext uri="{0D108BD9-81ED-4DB2-BD59-A6C34878D82A}">
                    <a16:rowId xmlns:a16="http://schemas.microsoft.com/office/drawing/2014/main" val="2302991306"/>
                  </a:ext>
                </a:extLst>
              </a:tr>
              <a:tr h="505321">
                <a:tc>
                  <a:txBody>
                    <a:bodyPr/>
                    <a:lstStyle/>
                    <a:p>
                      <a:pPr marL="0" algn="ctr" defTabSz="914400" rtl="0" eaLnBrk="1" latinLnBrk="0" hangingPunct="1"/>
                      <a:r>
                        <a:rPr lang="zh-CN" altLang="en-US" sz="1800" kern="1200" dirty="0">
                          <a:solidFill>
                            <a:schemeClr val="tx1"/>
                          </a:solidFill>
                          <a:latin typeface="+mj-ea"/>
                          <a:ea typeface="+mj-ea"/>
                          <a:cs typeface="+mn-cs"/>
                        </a:rPr>
                        <a:t>强可解释性</a:t>
                      </a:r>
                    </a:p>
                  </a:txBody>
                  <a:tcPr/>
                </a:tc>
                <a:tc>
                  <a:txBody>
                    <a:bodyPr/>
                    <a:lstStyle/>
                    <a:p>
                      <a:pPr marL="0" algn="ctr" defTabSz="914400" rtl="0" eaLnBrk="1" latinLnBrk="0" hangingPunct="1"/>
                      <a:r>
                        <a:rPr lang="zh-CN" altLang="en-US" sz="1800" kern="1200" dirty="0">
                          <a:solidFill>
                            <a:schemeClr val="tx1"/>
                          </a:solidFill>
                          <a:latin typeface="+mj-ea"/>
                          <a:ea typeface="+mj-ea"/>
                          <a:cs typeface="+mn-cs"/>
                        </a:rPr>
                        <a:t>清晰给出判断依据，而非黑箱分类结果</a:t>
                      </a:r>
                    </a:p>
                  </a:txBody>
                  <a:tcPr/>
                </a:tc>
                <a:extLst>
                  <a:ext uri="{0D108BD9-81ED-4DB2-BD59-A6C34878D82A}">
                    <a16:rowId xmlns:a16="http://schemas.microsoft.com/office/drawing/2014/main" val="4244505350"/>
                  </a:ext>
                </a:extLst>
              </a:tr>
              <a:tr h="505321">
                <a:tc>
                  <a:txBody>
                    <a:bodyPr/>
                    <a:lstStyle/>
                    <a:p>
                      <a:pPr marL="0" algn="ctr" defTabSz="914400" rtl="0" eaLnBrk="1" latinLnBrk="0" hangingPunct="1"/>
                      <a:r>
                        <a:rPr lang="zh-CN" altLang="en-US" sz="1800" kern="1200" dirty="0">
                          <a:solidFill>
                            <a:schemeClr val="tx1"/>
                          </a:solidFill>
                          <a:latin typeface="+mj-ea"/>
                          <a:ea typeface="+mj-ea"/>
                          <a:cs typeface="+mn-cs"/>
                        </a:rPr>
                        <a:t>优泛化能力</a:t>
                      </a:r>
                    </a:p>
                  </a:txBody>
                  <a:tcPr/>
                </a:tc>
                <a:tc>
                  <a:txBody>
                    <a:bodyPr/>
                    <a:lstStyle/>
                    <a:p>
                      <a:pPr marL="0" algn="ctr" defTabSz="914400" rtl="0" eaLnBrk="1" latinLnBrk="0" hangingPunct="1"/>
                      <a:r>
                        <a:rPr lang="zh-CN" altLang="en-US" sz="1800" kern="1200" dirty="0">
                          <a:solidFill>
                            <a:schemeClr val="tx1"/>
                          </a:solidFill>
                          <a:latin typeface="+mj-ea"/>
                          <a:ea typeface="+mj-ea"/>
                          <a:cs typeface="+mn-cs"/>
                        </a:rPr>
                        <a:t>适配多领域、时效性强的新闻内容</a:t>
                      </a:r>
                    </a:p>
                  </a:txBody>
                  <a:tcPr/>
                </a:tc>
                <a:extLst>
                  <a:ext uri="{0D108BD9-81ED-4DB2-BD59-A6C34878D82A}">
                    <a16:rowId xmlns:a16="http://schemas.microsoft.com/office/drawing/2014/main" val="3033421880"/>
                  </a:ext>
                </a:extLst>
              </a:tr>
            </a:tbl>
          </a:graphicData>
        </a:graphic>
      </p:graphicFrame>
    </p:spTree>
    <p:extLst>
      <p:ext uri="{BB962C8B-B14F-4D97-AF65-F5344CB8AC3E}">
        <p14:creationId xmlns:p14="http://schemas.microsoft.com/office/powerpoint/2010/main" val="38280019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3A54D0-3BCD-271C-50C7-680F42D1CDD2}"/>
            </a:ext>
          </a:extLst>
        </p:cNvPr>
        <p:cNvGrpSpPr/>
        <p:nvPr/>
      </p:nvGrpSpPr>
      <p:grpSpPr>
        <a:xfrm>
          <a:off x="0" y="0"/>
          <a:ext cx="0" cy="0"/>
          <a:chOff x="0" y="0"/>
          <a:chExt cx="0" cy="0"/>
        </a:xfrm>
      </p:grpSpPr>
      <p:sp>
        <p:nvSpPr>
          <p:cNvPr id="10" name="标题 9">
            <a:extLst>
              <a:ext uri="{FF2B5EF4-FFF2-40B4-BE49-F238E27FC236}">
                <a16:creationId xmlns:a16="http://schemas.microsoft.com/office/drawing/2014/main" id="{86AB230D-59CA-CA47-61D2-B1287EF1B248}"/>
              </a:ext>
            </a:extLst>
          </p:cNvPr>
          <p:cNvSpPr>
            <a:spLocks noGrp="1"/>
          </p:cNvSpPr>
          <p:nvPr>
            <p:ph type="title"/>
          </p:nvPr>
        </p:nvSpPr>
        <p:spPr/>
        <p:txBody>
          <a:bodyPr/>
          <a:lstStyle/>
          <a:p>
            <a:r>
              <a:rPr lang="en-US" altLang="zh-CN" dirty="0"/>
              <a:t>02 </a:t>
            </a:r>
            <a:r>
              <a:rPr lang="zh-CN" altLang="en-US" dirty="0"/>
              <a:t>现有方法的核心局限</a:t>
            </a:r>
          </a:p>
        </p:txBody>
      </p:sp>
      <p:sp>
        <p:nvSpPr>
          <p:cNvPr id="12" name="矩形 11">
            <a:extLst>
              <a:ext uri="{FF2B5EF4-FFF2-40B4-BE49-F238E27FC236}">
                <a16:creationId xmlns:a16="http://schemas.microsoft.com/office/drawing/2014/main" id="{12410248-C6FF-2763-B079-2808EA485665}"/>
              </a:ext>
            </a:extLst>
          </p:cNvPr>
          <p:cNvSpPr/>
          <p:nvPr/>
        </p:nvSpPr>
        <p:spPr>
          <a:xfrm>
            <a:off x="649480" y="1256211"/>
            <a:ext cx="3292599" cy="34187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t>现有方法与核心局限</a:t>
            </a:r>
          </a:p>
        </p:txBody>
      </p:sp>
      <p:sp>
        <p:nvSpPr>
          <p:cNvPr id="9" name="AutoShape 6" descr="女子挺5个月孕肚征婚？重庆警方通报">
            <a:extLst>
              <a:ext uri="{FF2B5EF4-FFF2-40B4-BE49-F238E27FC236}">
                <a16:creationId xmlns:a16="http://schemas.microsoft.com/office/drawing/2014/main" id="{E3A1182E-23A7-46B2-7D23-C58F10B8320C}"/>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graphicFrame>
        <p:nvGraphicFramePr>
          <p:cNvPr id="2" name="表格 1">
            <a:extLst>
              <a:ext uri="{FF2B5EF4-FFF2-40B4-BE49-F238E27FC236}">
                <a16:creationId xmlns:a16="http://schemas.microsoft.com/office/drawing/2014/main" id="{F2C0D2C9-C018-0686-682E-9307A55335CE}"/>
              </a:ext>
            </a:extLst>
          </p:cNvPr>
          <p:cNvGraphicFramePr>
            <a:graphicFrameLocks noGrp="1"/>
          </p:cNvGraphicFramePr>
          <p:nvPr>
            <p:extLst>
              <p:ext uri="{D42A27DB-BD31-4B8C-83A1-F6EECF244321}">
                <p14:modId xmlns:p14="http://schemas.microsoft.com/office/powerpoint/2010/main" val="480012955"/>
              </p:ext>
            </p:extLst>
          </p:nvPr>
        </p:nvGraphicFramePr>
        <p:xfrm>
          <a:off x="649481" y="1950720"/>
          <a:ext cx="11318999" cy="2631440"/>
        </p:xfrm>
        <a:graphic>
          <a:graphicData uri="http://schemas.openxmlformats.org/drawingml/2006/table">
            <a:tbl>
              <a:tblPr firstRow="1" bandRow="1">
                <a:tableStyleId>{5C22544A-7EE6-4342-B048-85BDC9FD1C3A}</a:tableStyleId>
              </a:tblPr>
              <a:tblGrid>
                <a:gridCol w="3627879">
                  <a:extLst>
                    <a:ext uri="{9D8B030D-6E8A-4147-A177-3AD203B41FA5}">
                      <a16:colId xmlns:a16="http://schemas.microsoft.com/office/drawing/2014/main" val="2653853412"/>
                    </a:ext>
                  </a:extLst>
                </a:gridCol>
                <a:gridCol w="3918120">
                  <a:extLst>
                    <a:ext uri="{9D8B030D-6E8A-4147-A177-3AD203B41FA5}">
                      <a16:colId xmlns:a16="http://schemas.microsoft.com/office/drawing/2014/main" val="3161686751"/>
                    </a:ext>
                  </a:extLst>
                </a:gridCol>
                <a:gridCol w="3773000">
                  <a:extLst>
                    <a:ext uri="{9D8B030D-6E8A-4147-A177-3AD203B41FA5}">
                      <a16:colId xmlns:a16="http://schemas.microsoft.com/office/drawing/2014/main" val="855750572"/>
                    </a:ext>
                  </a:extLst>
                </a:gridCol>
              </a:tblGrid>
              <a:tr h="373687">
                <a:tc>
                  <a:txBody>
                    <a:bodyPr/>
                    <a:lstStyle/>
                    <a:p>
                      <a:pPr algn="ctr"/>
                      <a:r>
                        <a:rPr lang="zh-CN" altLang="en-US" dirty="0"/>
                        <a:t>三类主流检测方法</a:t>
                      </a:r>
                    </a:p>
                  </a:txBody>
                  <a:tcPr/>
                </a:tc>
                <a:tc>
                  <a:txBody>
                    <a:bodyPr/>
                    <a:lstStyle/>
                    <a:p>
                      <a:pPr marL="0" algn="ctr" defTabSz="914400" rtl="0" eaLnBrk="1" latinLnBrk="0" hangingPunct="1"/>
                      <a:r>
                        <a:rPr lang="zh-CN" altLang="en-US" sz="1800" b="1" kern="1200" dirty="0">
                          <a:solidFill>
                            <a:schemeClr val="lt1"/>
                          </a:solidFill>
                          <a:latin typeface="+mn-lt"/>
                          <a:ea typeface="+mn-ea"/>
                          <a:cs typeface="+mn-cs"/>
                        </a:rPr>
                        <a:t>特点</a:t>
                      </a:r>
                    </a:p>
                  </a:txBody>
                  <a:tcPr/>
                </a:tc>
                <a:tc>
                  <a:txBody>
                    <a:bodyPr/>
                    <a:lstStyle/>
                    <a:p>
                      <a:pPr marL="0" algn="ctr" defTabSz="914400" rtl="0" eaLnBrk="1" latinLnBrk="0" hangingPunct="1"/>
                      <a:r>
                        <a:rPr lang="zh-CN" altLang="en-US" sz="1800" b="1" kern="1200" dirty="0">
                          <a:solidFill>
                            <a:schemeClr val="lt1"/>
                          </a:solidFill>
                          <a:latin typeface="+mn-lt"/>
                          <a:ea typeface="+mn-ea"/>
                          <a:cs typeface="+mn-cs"/>
                        </a:rPr>
                        <a:t>核心局限</a:t>
                      </a:r>
                    </a:p>
                  </a:txBody>
                  <a:tcPr/>
                </a:tc>
                <a:extLst>
                  <a:ext uri="{0D108BD9-81ED-4DB2-BD59-A6C34878D82A}">
                    <a16:rowId xmlns:a16="http://schemas.microsoft.com/office/drawing/2014/main" val="2919559861"/>
                  </a:ext>
                </a:extLst>
              </a:tr>
              <a:tr h="591363">
                <a:tc>
                  <a:txBody>
                    <a:bodyPr/>
                    <a:lstStyle/>
                    <a:p>
                      <a:pPr marL="0" algn="ctr" defTabSz="914400" rtl="0" eaLnBrk="1" latinLnBrk="0" hangingPunct="1"/>
                      <a:r>
                        <a:rPr lang="zh-CN" altLang="en-US" sz="1800" kern="1200" dirty="0">
                          <a:solidFill>
                            <a:schemeClr val="tx1"/>
                          </a:solidFill>
                          <a:latin typeface="+mj-ea"/>
                          <a:ea typeface="+mj-ea"/>
                          <a:cs typeface="+mn-cs"/>
                        </a:rPr>
                        <a:t>传统小模型监督分类方法（</a:t>
                      </a:r>
                      <a:r>
                        <a:rPr lang="en-US" altLang="zh-CN" sz="1800" kern="1200" dirty="0">
                          <a:solidFill>
                            <a:schemeClr val="tx1"/>
                          </a:solidFill>
                          <a:latin typeface="Times New Roman" panose="02020603050405020304" pitchFamily="18" charset="0"/>
                          <a:ea typeface="+mj-ea"/>
                          <a:cs typeface="Times New Roman" panose="02020603050405020304" pitchFamily="18" charset="0"/>
                        </a:rPr>
                        <a:t>SLM</a:t>
                      </a:r>
                      <a:r>
                        <a:rPr lang="zh-CN" altLang="en-US" sz="1800" kern="1200" dirty="0">
                          <a:solidFill>
                            <a:schemeClr val="tx1"/>
                          </a:solidFill>
                          <a:latin typeface="+mj-ea"/>
                          <a:ea typeface="+mj-ea"/>
                          <a:cs typeface="+mn-cs"/>
                        </a:rPr>
                        <a:t>）</a:t>
                      </a:r>
                    </a:p>
                  </a:txBody>
                  <a:tcPr/>
                </a:tc>
                <a:tc>
                  <a:txBody>
                    <a:bodyPr/>
                    <a:lstStyle/>
                    <a:p>
                      <a:pPr marL="0" algn="ctr" defTabSz="914400" rtl="0" eaLnBrk="1" latinLnBrk="0" hangingPunct="1"/>
                      <a:r>
                        <a:rPr lang="zh-CN" altLang="en-US" sz="1800" kern="1200" dirty="0">
                          <a:solidFill>
                            <a:schemeClr val="tx1"/>
                          </a:solidFill>
                          <a:latin typeface="+mj-ea"/>
                          <a:ea typeface="+mj-ea"/>
                          <a:cs typeface="+mn-cs"/>
                        </a:rPr>
                        <a:t>基于 </a:t>
                      </a:r>
                      <a:r>
                        <a:rPr lang="en-US" altLang="zh-CN" sz="1800" kern="1200" dirty="0">
                          <a:solidFill>
                            <a:schemeClr val="tx1"/>
                          </a:solidFill>
                          <a:latin typeface="Times New Roman" panose="02020603050405020304" pitchFamily="18" charset="0"/>
                          <a:ea typeface="+mj-ea"/>
                          <a:cs typeface="Times New Roman" panose="02020603050405020304" pitchFamily="18" charset="0"/>
                        </a:rPr>
                        <a:t>CNN</a:t>
                      </a:r>
                      <a:r>
                        <a:rPr lang="zh-CN" altLang="en-US" sz="1800" kern="1200" dirty="0">
                          <a:solidFill>
                            <a:schemeClr val="tx1"/>
                          </a:solidFill>
                          <a:latin typeface="+mj-ea"/>
                          <a:ea typeface="+mj-ea"/>
                          <a:cs typeface="+mn-cs"/>
                        </a:rPr>
                        <a:t>、</a:t>
                      </a:r>
                      <a:r>
                        <a:rPr lang="en-US" altLang="zh-CN" sz="1800" kern="1200" dirty="0">
                          <a:solidFill>
                            <a:schemeClr val="tx1"/>
                          </a:solidFill>
                          <a:latin typeface="Times New Roman" panose="02020603050405020304" pitchFamily="18" charset="0"/>
                          <a:ea typeface="+mj-ea"/>
                          <a:cs typeface="Times New Roman" panose="02020603050405020304" pitchFamily="18" charset="0"/>
                        </a:rPr>
                        <a:t>BERT</a:t>
                      </a:r>
                      <a:r>
                        <a:rPr lang="en-US" altLang="zh-CN" sz="1800" kern="1200" dirty="0">
                          <a:solidFill>
                            <a:schemeClr val="tx1"/>
                          </a:solidFill>
                          <a:latin typeface="+mj-ea"/>
                          <a:ea typeface="+mj-ea"/>
                          <a:cs typeface="+mn-cs"/>
                        </a:rPr>
                        <a:t> </a:t>
                      </a:r>
                      <a:r>
                        <a:rPr lang="zh-CN" altLang="en-US" sz="1800" kern="1200" dirty="0">
                          <a:solidFill>
                            <a:schemeClr val="tx1"/>
                          </a:solidFill>
                          <a:latin typeface="+mj-ea"/>
                          <a:ea typeface="+mj-ea"/>
                          <a:cs typeface="+mn-cs"/>
                        </a:rPr>
                        <a:t>等结构的分类模型</a:t>
                      </a:r>
                    </a:p>
                  </a:txBody>
                  <a:tcPr/>
                </a:tc>
                <a:tc>
                  <a:txBody>
                    <a:bodyPr/>
                    <a:lstStyle/>
                    <a:p>
                      <a:pPr marL="0" algn="ctr" defTabSz="914400" rtl="0" eaLnBrk="1" latinLnBrk="0" hangingPunct="1"/>
                      <a:r>
                        <a:rPr lang="zh-CN" altLang="en-US" sz="1800" kern="1200" dirty="0">
                          <a:solidFill>
                            <a:schemeClr val="tx1"/>
                          </a:solidFill>
                          <a:latin typeface="+mj-ea"/>
                          <a:ea typeface="+mj-ea"/>
                          <a:cs typeface="+mn-cs"/>
                        </a:rPr>
                        <a:t>黑箱输出，</a:t>
                      </a:r>
                      <a:r>
                        <a:rPr lang="zh-CN" altLang="en-US" sz="1800" kern="1200" dirty="0">
                          <a:solidFill>
                            <a:srgbClr val="FF0000"/>
                          </a:solidFill>
                          <a:latin typeface="+mj-ea"/>
                          <a:ea typeface="+mj-ea"/>
                          <a:cs typeface="+mn-cs"/>
                        </a:rPr>
                        <a:t>可解释性极差</a:t>
                      </a:r>
                      <a:r>
                        <a:rPr lang="zh-CN" altLang="en-US" sz="1800" kern="1200" dirty="0">
                          <a:solidFill>
                            <a:schemeClr val="tx1"/>
                          </a:solidFill>
                          <a:latin typeface="+mj-ea"/>
                          <a:ea typeface="+mj-ea"/>
                          <a:cs typeface="+mn-cs"/>
                        </a:rPr>
                        <a:t>，泛化能力弱，极度依赖领域标注数据</a:t>
                      </a:r>
                    </a:p>
                  </a:txBody>
                  <a:tcPr/>
                </a:tc>
                <a:extLst>
                  <a:ext uri="{0D108BD9-81ED-4DB2-BD59-A6C34878D82A}">
                    <a16:rowId xmlns:a16="http://schemas.microsoft.com/office/drawing/2014/main" val="1059091100"/>
                  </a:ext>
                </a:extLst>
              </a:tr>
              <a:tr h="858595">
                <a:tc>
                  <a:txBody>
                    <a:bodyPr/>
                    <a:lstStyle/>
                    <a:p>
                      <a:pPr marL="0" algn="ctr" defTabSz="914400" rtl="0" eaLnBrk="1" latinLnBrk="0" hangingPunct="1"/>
                      <a:r>
                        <a:rPr lang="zh-CN" altLang="en-US" sz="1800" kern="1200" dirty="0">
                          <a:solidFill>
                            <a:schemeClr val="tx1"/>
                          </a:solidFill>
                          <a:latin typeface="+mj-ea"/>
                          <a:ea typeface="+mj-ea"/>
                          <a:cs typeface="+mn-cs"/>
                        </a:rPr>
                        <a:t>单一大语言模型检测方法（</a:t>
                      </a:r>
                      <a:r>
                        <a:rPr lang="en-US" altLang="zh-CN" sz="1800" kern="1200" dirty="0">
                          <a:solidFill>
                            <a:schemeClr val="tx1"/>
                          </a:solidFill>
                          <a:latin typeface="Times New Roman" panose="02020603050405020304" pitchFamily="18" charset="0"/>
                          <a:ea typeface="+mj-ea"/>
                          <a:cs typeface="Times New Roman" panose="02020603050405020304" pitchFamily="18" charset="0"/>
                        </a:rPr>
                        <a:t>LLM</a:t>
                      </a:r>
                      <a:r>
                        <a:rPr lang="zh-CN" altLang="en-US" sz="1800" kern="1200" dirty="0">
                          <a:solidFill>
                            <a:schemeClr val="tx1"/>
                          </a:solidFill>
                          <a:latin typeface="+mj-ea"/>
                          <a:ea typeface="+mj-ea"/>
                          <a:cs typeface="+mn-cs"/>
                        </a:rPr>
                        <a:t>）</a:t>
                      </a:r>
                    </a:p>
                  </a:txBody>
                  <a:tcPr/>
                </a:tc>
                <a:tc>
                  <a:txBody>
                    <a:bodyPr/>
                    <a:lstStyle/>
                    <a:p>
                      <a:pPr marL="0" algn="ctr" defTabSz="914400" rtl="0" eaLnBrk="1" latinLnBrk="0" hangingPunct="1"/>
                      <a:r>
                        <a:rPr lang="zh-CN" altLang="en-US" sz="1800" kern="1200" dirty="0">
                          <a:solidFill>
                            <a:schemeClr val="tx1"/>
                          </a:solidFill>
                          <a:latin typeface="+mj-ea"/>
                          <a:ea typeface="+mj-ea"/>
                          <a:cs typeface="+mn-cs"/>
                        </a:rPr>
                        <a:t>基于提示词工程，让 </a:t>
                      </a:r>
                      <a:r>
                        <a:rPr lang="en-US" altLang="zh-CN" sz="1800" kern="1200" dirty="0">
                          <a:solidFill>
                            <a:schemeClr val="tx1"/>
                          </a:solidFill>
                          <a:latin typeface="Times New Roman" panose="02020603050405020304" pitchFamily="18" charset="0"/>
                          <a:ea typeface="+mj-ea"/>
                          <a:cs typeface="Times New Roman" panose="02020603050405020304" pitchFamily="18" charset="0"/>
                        </a:rPr>
                        <a:t>LLM</a:t>
                      </a:r>
                      <a:r>
                        <a:rPr lang="en-US" altLang="zh-CN" sz="1800" kern="1200" dirty="0">
                          <a:solidFill>
                            <a:schemeClr val="tx1"/>
                          </a:solidFill>
                          <a:latin typeface="+mj-ea"/>
                          <a:ea typeface="+mj-ea"/>
                          <a:cs typeface="+mn-cs"/>
                        </a:rPr>
                        <a:t> </a:t>
                      </a:r>
                      <a:r>
                        <a:rPr lang="zh-CN" altLang="en-US" sz="1800" kern="1200" dirty="0">
                          <a:solidFill>
                            <a:schemeClr val="tx1"/>
                          </a:solidFill>
                          <a:latin typeface="+mj-ea"/>
                          <a:ea typeface="+mj-ea"/>
                          <a:cs typeface="+mn-cs"/>
                        </a:rPr>
                        <a:t>直接输出检测结果</a:t>
                      </a:r>
                    </a:p>
                  </a:txBody>
                  <a:tcPr/>
                </a:tc>
                <a:tc>
                  <a:txBody>
                    <a:bodyPr/>
                    <a:lstStyle/>
                    <a:p>
                      <a:pPr marL="0" algn="ctr" defTabSz="914400" rtl="0" eaLnBrk="1" latinLnBrk="0" hangingPunct="1"/>
                      <a:r>
                        <a:rPr lang="zh-CN" altLang="en-US" sz="1800" kern="1200" dirty="0">
                          <a:solidFill>
                            <a:srgbClr val="FF0000"/>
                          </a:solidFill>
                          <a:latin typeface="+mj-ea"/>
                          <a:ea typeface="+mj-ea"/>
                          <a:cs typeface="+mn-cs"/>
                        </a:rPr>
                        <a:t>推理深度不足</a:t>
                      </a:r>
                      <a:r>
                        <a:rPr lang="zh-CN" altLang="en-US" sz="1800" kern="1200" dirty="0">
                          <a:solidFill>
                            <a:schemeClr val="tx1"/>
                          </a:solidFill>
                          <a:latin typeface="+mj-ea"/>
                          <a:ea typeface="+mj-ea"/>
                          <a:cs typeface="+mn-cs"/>
                        </a:rPr>
                        <a:t>，易产生幻觉，逻辑一致性差，无法充分挖掘新闻矛盾点</a:t>
                      </a:r>
                    </a:p>
                  </a:txBody>
                  <a:tcPr/>
                </a:tc>
                <a:extLst>
                  <a:ext uri="{0D108BD9-81ED-4DB2-BD59-A6C34878D82A}">
                    <a16:rowId xmlns:a16="http://schemas.microsoft.com/office/drawing/2014/main" val="4024354131"/>
                  </a:ext>
                </a:extLst>
              </a:tr>
              <a:tr h="703273">
                <a:tc>
                  <a:txBody>
                    <a:bodyPr/>
                    <a:lstStyle/>
                    <a:p>
                      <a:pPr marL="0" algn="ctr" defTabSz="914400" rtl="0" eaLnBrk="1" latinLnBrk="0" hangingPunct="1"/>
                      <a:r>
                        <a:rPr lang="zh-CN" altLang="en-US" sz="1800" kern="1200" dirty="0">
                          <a:solidFill>
                            <a:schemeClr val="tx1"/>
                          </a:solidFill>
                          <a:latin typeface="+mj-ea"/>
                          <a:ea typeface="+mj-ea"/>
                          <a:cs typeface="+mn-cs"/>
                        </a:rPr>
                        <a:t>简单多智能体方法（</a:t>
                      </a:r>
                      <a:r>
                        <a:rPr lang="en-US" altLang="zh-CN" sz="1800" kern="1200" dirty="0">
                          <a:solidFill>
                            <a:schemeClr val="tx1"/>
                          </a:solidFill>
                          <a:latin typeface="Times New Roman" panose="02020603050405020304" pitchFamily="18" charset="0"/>
                          <a:ea typeface="+mj-ea"/>
                          <a:cs typeface="Times New Roman" panose="02020603050405020304" pitchFamily="18" charset="0"/>
                        </a:rPr>
                        <a:t>MAD</a:t>
                      </a:r>
                      <a:r>
                        <a:rPr lang="zh-CN" altLang="en-US" sz="1800" kern="1200" dirty="0">
                          <a:solidFill>
                            <a:schemeClr val="tx1"/>
                          </a:solidFill>
                          <a:latin typeface="+mj-ea"/>
                          <a:ea typeface="+mj-ea"/>
                          <a:cs typeface="+mn-cs"/>
                        </a:rPr>
                        <a:t>）</a:t>
                      </a:r>
                    </a:p>
                  </a:txBody>
                  <a:tcPr/>
                </a:tc>
                <a:tc>
                  <a:txBody>
                    <a:bodyPr/>
                    <a:lstStyle/>
                    <a:p>
                      <a:pPr marL="0" algn="ctr" defTabSz="914400" rtl="0" eaLnBrk="1" latinLnBrk="0" hangingPunct="1"/>
                      <a:r>
                        <a:rPr lang="zh-CN" altLang="en-US" sz="1800" kern="1200" dirty="0">
                          <a:solidFill>
                            <a:schemeClr val="tx1"/>
                          </a:solidFill>
                          <a:latin typeface="+mj-ea"/>
                          <a:ea typeface="+mj-ea"/>
                          <a:cs typeface="+mn-cs"/>
                        </a:rPr>
                        <a:t>基础多智能体交互，无结构化辩论流程</a:t>
                      </a:r>
                    </a:p>
                  </a:txBody>
                  <a:tcPr/>
                </a:tc>
                <a:tc>
                  <a:txBody>
                    <a:bodyPr/>
                    <a:lstStyle/>
                    <a:p>
                      <a:pPr marL="0" algn="ctr" defTabSz="914400" rtl="0" eaLnBrk="1" latinLnBrk="0" hangingPunct="1"/>
                      <a:r>
                        <a:rPr lang="zh-CN" altLang="en-US" sz="1800" kern="1200" dirty="0">
                          <a:solidFill>
                            <a:srgbClr val="FF0000"/>
                          </a:solidFill>
                          <a:latin typeface="+mj-ea"/>
                          <a:ea typeface="+mj-ea"/>
                          <a:cs typeface="+mn-cs"/>
                        </a:rPr>
                        <a:t>无标准化辩论流程</a:t>
                      </a:r>
                      <a:r>
                        <a:rPr lang="zh-CN" altLang="en-US" sz="1800" kern="1200" dirty="0">
                          <a:solidFill>
                            <a:schemeClr val="tx1"/>
                          </a:solidFill>
                          <a:latin typeface="+mj-ea"/>
                          <a:ea typeface="+mj-ea"/>
                          <a:cs typeface="+mn-cs"/>
                        </a:rPr>
                        <a:t>，角色分工模糊，对抗性不足，分析流于表面</a:t>
                      </a:r>
                    </a:p>
                  </a:txBody>
                  <a:tcPr/>
                </a:tc>
                <a:extLst>
                  <a:ext uri="{0D108BD9-81ED-4DB2-BD59-A6C34878D82A}">
                    <a16:rowId xmlns:a16="http://schemas.microsoft.com/office/drawing/2014/main" val="2320873824"/>
                  </a:ext>
                </a:extLst>
              </a:tr>
            </a:tbl>
          </a:graphicData>
        </a:graphic>
      </p:graphicFrame>
      <p:pic>
        <p:nvPicPr>
          <p:cNvPr id="3" name="图片 2">
            <a:extLst>
              <a:ext uri="{FF2B5EF4-FFF2-40B4-BE49-F238E27FC236}">
                <a16:creationId xmlns:a16="http://schemas.microsoft.com/office/drawing/2014/main" id="{F991ACFA-A1E8-03B3-E31B-B2DAEE8D28C3}"/>
              </a:ext>
            </a:extLst>
          </p:cNvPr>
          <p:cNvPicPr>
            <a:picLocks noChangeAspect="1"/>
          </p:cNvPicPr>
          <p:nvPr/>
        </p:nvPicPr>
        <p:blipFill>
          <a:blip r:embed="rId3"/>
          <a:stretch>
            <a:fillRect/>
          </a:stretch>
        </p:blipFill>
        <p:spPr>
          <a:xfrm>
            <a:off x="649480" y="5102186"/>
            <a:ext cx="4542280" cy="573864"/>
          </a:xfrm>
          <a:prstGeom prst="rect">
            <a:avLst/>
          </a:prstGeom>
        </p:spPr>
      </p:pic>
      <p:pic>
        <p:nvPicPr>
          <p:cNvPr id="5" name="图片 4">
            <a:extLst>
              <a:ext uri="{FF2B5EF4-FFF2-40B4-BE49-F238E27FC236}">
                <a16:creationId xmlns:a16="http://schemas.microsoft.com/office/drawing/2014/main" id="{F92CC94F-5CC2-B532-03EC-EE62A5CAC020}"/>
              </a:ext>
            </a:extLst>
          </p:cNvPr>
          <p:cNvPicPr>
            <a:picLocks noChangeAspect="1"/>
          </p:cNvPicPr>
          <p:nvPr/>
        </p:nvPicPr>
        <p:blipFill>
          <a:blip r:embed="rId4"/>
          <a:stretch>
            <a:fillRect/>
          </a:stretch>
        </p:blipFill>
        <p:spPr>
          <a:xfrm>
            <a:off x="7303137" y="4824925"/>
            <a:ext cx="4665343" cy="1128386"/>
          </a:xfrm>
          <a:prstGeom prst="rect">
            <a:avLst/>
          </a:prstGeom>
        </p:spPr>
      </p:pic>
    </p:spTree>
    <p:extLst>
      <p:ext uri="{BB962C8B-B14F-4D97-AF65-F5344CB8AC3E}">
        <p14:creationId xmlns:p14="http://schemas.microsoft.com/office/powerpoint/2010/main" val="34190074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占位符 5">
            <a:extLst>
              <a:ext uri="{FF2B5EF4-FFF2-40B4-BE49-F238E27FC236}">
                <a16:creationId xmlns:a16="http://schemas.microsoft.com/office/drawing/2014/main" id="{FF10B8FB-2273-41B7-8E1F-926DBE78890B}"/>
              </a:ext>
            </a:extLst>
          </p:cNvPr>
          <p:cNvSpPr>
            <a:spLocks noGrp="1"/>
          </p:cNvSpPr>
          <p:nvPr>
            <p:ph type="body" sz="quarter" idx="10"/>
          </p:nvPr>
        </p:nvSpPr>
        <p:spPr/>
        <p:txBody>
          <a:bodyPr/>
          <a:lstStyle/>
          <a:p>
            <a:r>
              <a:rPr lang="en-US" altLang="zh-CN" dirty="0"/>
              <a:t>03</a:t>
            </a:r>
            <a:endParaRPr lang="zh-CN" altLang="en-US" dirty="0"/>
          </a:p>
        </p:txBody>
      </p:sp>
      <p:sp>
        <p:nvSpPr>
          <p:cNvPr id="4" name="标题 3">
            <a:extLst>
              <a:ext uri="{FF2B5EF4-FFF2-40B4-BE49-F238E27FC236}">
                <a16:creationId xmlns:a16="http://schemas.microsoft.com/office/drawing/2014/main" id="{E0FF230A-246B-4B62-806B-74825E33A6CA}"/>
              </a:ext>
            </a:extLst>
          </p:cNvPr>
          <p:cNvSpPr>
            <a:spLocks noGrp="1"/>
          </p:cNvSpPr>
          <p:nvPr>
            <p:ph type="title"/>
          </p:nvPr>
        </p:nvSpPr>
        <p:spPr/>
        <p:txBody>
          <a:bodyPr/>
          <a:lstStyle/>
          <a:p>
            <a:r>
              <a:rPr lang="zh-CN" altLang="en-US" dirty="0"/>
              <a:t>核心思路与创新点</a:t>
            </a:r>
          </a:p>
        </p:txBody>
      </p:sp>
      <p:sp>
        <p:nvSpPr>
          <p:cNvPr id="18" name="文本占位符 17">
            <a:extLst>
              <a:ext uri="{FF2B5EF4-FFF2-40B4-BE49-F238E27FC236}">
                <a16:creationId xmlns:a16="http://schemas.microsoft.com/office/drawing/2014/main" id="{BA7A27FB-D900-4265-A649-5670F758F572}"/>
              </a:ext>
            </a:extLst>
          </p:cNvPr>
          <p:cNvSpPr>
            <a:spLocks noGrp="1"/>
          </p:cNvSpPr>
          <p:nvPr>
            <p:ph type="body" sz="quarter" idx="11"/>
          </p:nvPr>
        </p:nvSpPr>
        <p:spPr>
          <a:xfrm>
            <a:off x="1842552" y="4681488"/>
            <a:ext cx="4012560" cy="471882"/>
          </a:xfrm>
        </p:spPr>
        <p:txBody>
          <a:bodyPr/>
          <a:lstStyle/>
          <a:p>
            <a:r>
              <a:rPr lang="en-US" altLang="zh-CN" dirty="0"/>
              <a:t>Core Ideas and Innovations</a:t>
            </a:r>
            <a:endParaRPr lang="zh-CN" altLang="en-US" dirty="0"/>
          </a:p>
        </p:txBody>
      </p:sp>
      <p:sp>
        <p:nvSpPr>
          <p:cNvPr id="23" name="文本占位符 22">
            <a:extLst>
              <a:ext uri="{FF2B5EF4-FFF2-40B4-BE49-F238E27FC236}">
                <a16:creationId xmlns:a16="http://schemas.microsoft.com/office/drawing/2014/main" id="{CD512192-B602-40AF-AD7D-06B990B43C57}"/>
              </a:ext>
            </a:extLst>
          </p:cNvPr>
          <p:cNvSpPr>
            <a:spLocks noGrp="1"/>
          </p:cNvSpPr>
          <p:nvPr>
            <p:ph type="body" sz="quarter" idx="12"/>
          </p:nvPr>
        </p:nvSpPr>
        <p:spPr/>
        <p:txBody>
          <a:bodyPr>
            <a:normAutofit/>
          </a:bodyPr>
          <a:lstStyle/>
          <a:p>
            <a:r>
              <a:rPr lang="zh-CN" altLang="en-US" dirty="0"/>
              <a:t>核心思路与创新点</a:t>
            </a:r>
          </a:p>
        </p:txBody>
      </p:sp>
      <p:sp>
        <p:nvSpPr>
          <p:cNvPr id="7" name="矩形 6">
            <a:extLst>
              <a:ext uri="{FF2B5EF4-FFF2-40B4-BE49-F238E27FC236}">
                <a16:creationId xmlns:a16="http://schemas.microsoft.com/office/drawing/2014/main" id="{D820D1AB-7AB0-46B9-A544-5A22C9D2AD6A}"/>
              </a:ext>
            </a:extLst>
          </p:cNvPr>
          <p:cNvSpPr/>
          <p:nvPr/>
        </p:nvSpPr>
        <p:spPr>
          <a:xfrm>
            <a:off x="1069340" y="5999480"/>
            <a:ext cx="134620" cy="134620"/>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2D46A45-1469-4EBB-8A8D-82D3787D02BA}"/>
              </a:ext>
            </a:extLst>
          </p:cNvPr>
          <p:cNvSpPr/>
          <p:nvPr/>
        </p:nvSpPr>
        <p:spPr>
          <a:xfrm>
            <a:off x="660400" y="5999480"/>
            <a:ext cx="134620" cy="134620"/>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62289554-1D42-469B-83B0-740899C01652}"/>
              </a:ext>
            </a:extLst>
          </p:cNvPr>
          <p:cNvSpPr/>
          <p:nvPr/>
        </p:nvSpPr>
        <p:spPr>
          <a:xfrm>
            <a:off x="1273810" y="5999480"/>
            <a:ext cx="134620" cy="134620"/>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0C5FF172-CB5F-43BB-81CB-9E1FFA866959}"/>
              </a:ext>
            </a:extLst>
          </p:cNvPr>
          <p:cNvSpPr/>
          <p:nvPr/>
        </p:nvSpPr>
        <p:spPr>
          <a:xfrm>
            <a:off x="864870" y="5999480"/>
            <a:ext cx="134620" cy="134620"/>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6372E00D-D69E-4470-A41F-1819A83C2FA3}"/>
              </a:ext>
            </a:extLst>
          </p:cNvPr>
          <p:cNvSpPr/>
          <p:nvPr/>
        </p:nvSpPr>
        <p:spPr>
          <a:xfrm>
            <a:off x="1478280" y="5999480"/>
            <a:ext cx="134620" cy="134620"/>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a:extLst>
              <a:ext uri="{FF2B5EF4-FFF2-40B4-BE49-F238E27FC236}">
                <a16:creationId xmlns:a16="http://schemas.microsoft.com/office/drawing/2014/main" id="{D207B1B1-F689-46DE-956A-24EC1FBD99EA}"/>
              </a:ext>
            </a:extLst>
          </p:cNvPr>
          <p:cNvSpPr/>
          <p:nvPr/>
        </p:nvSpPr>
        <p:spPr>
          <a:xfrm>
            <a:off x="1682750" y="5999480"/>
            <a:ext cx="134620" cy="134620"/>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4465222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B46B6F-2089-98E0-41F1-9C3706492741}"/>
            </a:ext>
          </a:extLst>
        </p:cNvPr>
        <p:cNvGrpSpPr/>
        <p:nvPr/>
      </p:nvGrpSpPr>
      <p:grpSpPr>
        <a:xfrm>
          <a:off x="0" y="0"/>
          <a:ext cx="0" cy="0"/>
          <a:chOff x="0" y="0"/>
          <a:chExt cx="0" cy="0"/>
        </a:xfrm>
      </p:grpSpPr>
      <p:sp>
        <p:nvSpPr>
          <p:cNvPr id="10" name="标题 9">
            <a:extLst>
              <a:ext uri="{FF2B5EF4-FFF2-40B4-BE49-F238E27FC236}">
                <a16:creationId xmlns:a16="http://schemas.microsoft.com/office/drawing/2014/main" id="{C94A45C8-8806-D1A1-BE8B-23C9215B59A9}"/>
              </a:ext>
            </a:extLst>
          </p:cNvPr>
          <p:cNvSpPr>
            <a:spLocks noGrp="1"/>
          </p:cNvSpPr>
          <p:nvPr>
            <p:ph type="title"/>
          </p:nvPr>
        </p:nvSpPr>
        <p:spPr/>
        <p:txBody>
          <a:bodyPr/>
          <a:lstStyle/>
          <a:p>
            <a:r>
              <a:rPr lang="en-US" altLang="zh-CN" dirty="0"/>
              <a:t>03 </a:t>
            </a:r>
            <a:r>
              <a:rPr lang="zh-CN" altLang="en-US" dirty="0"/>
              <a:t>核心思路与创新点</a:t>
            </a:r>
          </a:p>
        </p:txBody>
      </p:sp>
      <p:sp>
        <p:nvSpPr>
          <p:cNvPr id="9" name="AutoShape 6" descr="女子挺5个月孕肚征婚？重庆警方通报">
            <a:extLst>
              <a:ext uri="{FF2B5EF4-FFF2-40B4-BE49-F238E27FC236}">
                <a16:creationId xmlns:a16="http://schemas.microsoft.com/office/drawing/2014/main" id="{324672C9-DD3D-E347-4A0B-913DF3AE46A4}"/>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 name="矩形 3">
            <a:extLst>
              <a:ext uri="{FF2B5EF4-FFF2-40B4-BE49-F238E27FC236}">
                <a16:creationId xmlns:a16="http://schemas.microsoft.com/office/drawing/2014/main" id="{9255E5F9-41B8-D742-7616-685B04830C72}"/>
              </a:ext>
            </a:extLst>
          </p:cNvPr>
          <p:cNvSpPr/>
          <p:nvPr/>
        </p:nvSpPr>
        <p:spPr>
          <a:xfrm>
            <a:off x="640934" y="1196391"/>
            <a:ext cx="1657885" cy="34187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t>核心思路</a:t>
            </a:r>
          </a:p>
        </p:txBody>
      </p:sp>
      <p:grpSp>
        <p:nvGrpSpPr>
          <p:cNvPr id="6" name="组合 5">
            <a:extLst>
              <a:ext uri="{FF2B5EF4-FFF2-40B4-BE49-F238E27FC236}">
                <a16:creationId xmlns:a16="http://schemas.microsoft.com/office/drawing/2014/main" id="{67F588CB-6937-3133-A3D1-C6C8052F70FA}"/>
              </a:ext>
            </a:extLst>
          </p:cNvPr>
          <p:cNvGrpSpPr/>
          <p:nvPr/>
        </p:nvGrpSpPr>
        <p:grpSpPr>
          <a:xfrm>
            <a:off x="1008815" y="2829700"/>
            <a:ext cx="2455662" cy="3134027"/>
            <a:chOff x="7922334" y="2157064"/>
            <a:chExt cx="2455662" cy="3134027"/>
          </a:xfrm>
        </p:grpSpPr>
        <p:sp>
          <p:nvSpPr>
            <p:cNvPr id="7" name="矩形: 圆角 6">
              <a:extLst>
                <a:ext uri="{FF2B5EF4-FFF2-40B4-BE49-F238E27FC236}">
                  <a16:creationId xmlns:a16="http://schemas.microsoft.com/office/drawing/2014/main" id="{538612A5-38E0-3830-1143-6304665AC7CA}"/>
                </a:ext>
              </a:extLst>
            </p:cNvPr>
            <p:cNvSpPr/>
            <p:nvPr/>
          </p:nvSpPr>
          <p:spPr>
            <a:xfrm>
              <a:off x="7922334" y="2157064"/>
              <a:ext cx="2455662" cy="3134027"/>
            </a:xfrm>
            <a:prstGeom prst="roundRect">
              <a:avLst>
                <a:gd name="adj" fmla="val 2432"/>
              </a:avLst>
            </a:prstGeom>
            <a:pattFill prst="ltUpDiag">
              <a:fgClr>
                <a:schemeClr val="bg1">
                  <a:lumMod val="85000"/>
                </a:schemeClr>
              </a:fgClr>
              <a:bgClr>
                <a:schemeClr val="bg1"/>
              </a:bgClr>
            </a:pattFill>
            <a:ln w="19050">
              <a:solidFill>
                <a:schemeClr val="accent1"/>
              </a:solidFill>
            </a:ln>
            <a:effectLst>
              <a:glow rad="254000">
                <a:schemeClr val="accent1">
                  <a:alpha val="10000"/>
                </a:schemeClr>
              </a:glow>
            </a:effectLst>
          </p:spPr>
          <p:style>
            <a:lnRef idx="2">
              <a:schemeClr val="accent1">
                <a:shade val="50000"/>
              </a:schemeClr>
            </a:lnRef>
            <a:fillRef idx="1">
              <a:schemeClr val="accent1"/>
            </a:fillRef>
            <a:effectRef idx="0">
              <a:schemeClr val="accent1"/>
            </a:effectRef>
            <a:fontRef idx="minor">
              <a:schemeClr val="lt1"/>
            </a:fontRef>
          </p:style>
          <p:txBody>
            <a:bodyPr lIns="72000" rIns="72000" rtlCol="0" anchor="ctr"/>
            <a:lstStyle/>
            <a:p>
              <a:pPr algn="ctr"/>
              <a:endParaRPr lang="zh-CN" altLang="en-US"/>
            </a:p>
          </p:txBody>
        </p:sp>
        <p:sp>
          <p:nvSpPr>
            <p:cNvPr id="8" name="文本框 7">
              <a:extLst>
                <a:ext uri="{FF2B5EF4-FFF2-40B4-BE49-F238E27FC236}">
                  <a16:creationId xmlns:a16="http://schemas.microsoft.com/office/drawing/2014/main" id="{8E7E7048-CEA6-0E35-F282-B7E42925A0EE}"/>
                </a:ext>
              </a:extLst>
            </p:cNvPr>
            <p:cNvSpPr txBox="1"/>
            <p:nvPr/>
          </p:nvSpPr>
          <p:spPr>
            <a:xfrm>
              <a:off x="8249483" y="2307119"/>
              <a:ext cx="1792854" cy="368546"/>
            </a:xfrm>
            <a:prstGeom prst="roundRect">
              <a:avLst>
                <a:gd name="adj" fmla="val 12394"/>
              </a:avLst>
            </a:prstGeom>
            <a:noFill/>
          </p:spPr>
          <p:txBody>
            <a:bodyPr wrap="square" lIns="72000" rIns="72000" rtlCol="0" anchor="ctr" anchorCtr="0">
              <a:noAutofit/>
            </a:bodyPr>
            <a:lstStyle/>
            <a:p>
              <a:pPr algn="ctr"/>
              <a:r>
                <a:rPr lang="zh-CN" altLang="en-US" b="1" dirty="0">
                  <a:solidFill>
                    <a:schemeClr val="accent1"/>
                  </a:solidFill>
                  <a:latin typeface="+mj-ea"/>
                  <a:ea typeface="+mj-ea"/>
                </a:rPr>
                <a:t>结构化辩论范式</a:t>
              </a:r>
            </a:p>
          </p:txBody>
        </p:sp>
        <p:cxnSp>
          <p:nvCxnSpPr>
            <p:cNvPr id="11" name="直接连接符 10">
              <a:extLst>
                <a:ext uri="{FF2B5EF4-FFF2-40B4-BE49-F238E27FC236}">
                  <a16:creationId xmlns:a16="http://schemas.microsoft.com/office/drawing/2014/main" id="{DB2CCD9A-8A98-7A40-20C6-2BBC32033DC4}"/>
                </a:ext>
              </a:extLst>
            </p:cNvPr>
            <p:cNvCxnSpPr>
              <a:cxnSpLocks/>
            </p:cNvCxnSpPr>
            <p:nvPr/>
          </p:nvCxnSpPr>
          <p:spPr>
            <a:xfrm>
              <a:off x="8659545" y="2826239"/>
              <a:ext cx="981240" cy="0"/>
            </a:xfrm>
            <a:prstGeom prst="line">
              <a:avLst/>
            </a:prstGeom>
            <a:ln w="38100" cap="rnd"/>
          </p:spPr>
          <p:style>
            <a:lnRef idx="1">
              <a:schemeClr val="accent1"/>
            </a:lnRef>
            <a:fillRef idx="0">
              <a:schemeClr val="accent1"/>
            </a:fillRef>
            <a:effectRef idx="0">
              <a:schemeClr val="accent1"/>
            </a:effectRef>
            <a:fontRef idx="minor">
              <a:schemeClr val="tx1"/>
            </a:fontRef>
          </p:style>
        </p:cxnSp>
        <p:sp>
          <p:nvSpPr>
            <p:cNvPr id="13" name="文本框 12">
              <a:extLst>
                <a:ext uri="{FF2B5EF4-FFF2-40B4-BE49-F238E27FC236}">
                  <a16:creationId xmlns:a16="http://schemas.microsoft.com/office/drawing/2014/main" id="{B88F0181-A8B1-F214-48F9-2ED1BD112264}"/>
                </a:ext>
              </a:extLst>
            </p:cNvPr>
            <p:cNvSpPr txBox="1"/>
            <p:nvPr/>
          </p:nvSpPr>
          <p:spPr>
            <a:xfrm>
              <a:off x="7923424" y="2976814"/>
              <a:ext cx="2453483" cy="2217851"/>
            </a:xfrm>
            <a:prstGeom prst="rect">
              <a:avLst/>
            </a:prstGeom>
            <a:noFill/>
          </p:spPr>
          <p:txBody>
            <a:bodyPr wrap="square" lIns="72000" rIns="72000" rtlCol="0">
              <a:spAutoFit/>
            </a:bodyPr>
            <a:lstStyle/>
            <a:p>
              <a:pPr algn="ctr">
                <a:lnSpc>
                  <a:spcPct val="130000"/>
                </a:lnSpc>
                <a:spcBef>
                  <a:spcPts val="600"/>
                </a:spcBef>
              </a:pPr>
              <a:r>
                <a:rPr lang="zh-CN" altLang="en-US" dirty="0">
                  <a:latin typeface="+mj-ea"/>
                  <a:ea typeface="+mj-ea"/>
                </a:rPr>
                <a:t>首次将正式辩论全流程（开篇陈词 </a:t>
              </a:r>
              <a:r>
                <a:rPr lang="en-US" altLang="zh-CN" dirty="0">
                  <a:latin typeface="+mj-ea"/>
                  <a:ea typeface="+mj-ea"/>
                </a:rPr>
                <a:t>- </a:t>
              </a:r>
              <a:r>
                <a:rPr lang="zh-CN" altLang="en-US" dirty="0">
                  <a:latin typeface="+mj-ea"/>
                  <a:ea typeface="+mj-ea"/>
                </a:rPr>
                <a:t>交叉质询 </a:t>
              </a:r>
              <a:r>
                <a:rPr lang="en-US" altLang="zh-CN" dirty="0">
                  <a:latin typeface="+mj-ea"/>
                  <a:ea typeface="+mj-ea"/>
                </a:rPr>
                <a:t>- </a:t>
              </a:r>
              <a:r>
                <a:rPr lang="zh-CN" altLang="en-US" dirty="0">
                  <a:latin typeface="+mj-ea"/>
                  <a:ea typeface="+mj-ea"/>
                </a:rPr>
                <a:t>反驳 </a:t>
              </a:r>
              <a:r>
                <a:rPr lang="en-US" altLang="zh-CN" dirty="0">
                  <a:latin typeface="+mj-ea"/>
                  <a:ea typeface="+mj-ea"/>
                </a:rPr>
                <a:t>- </a:t>
              </a:r>
              <a:r>
                <a:rPr lang="zh-CN" altLang="en-US" dirty="0">
                  <a:latin typeface="+mj-ea"/>
                  <a:ea typeface="+mj-ea"/>
                </a:rPr>
                <a:t>总结陈词）引入虚假新闻检测，构建标准化多智能体对抗交互框架</a:t>
              </a:r>
            </a:p>
          </p:txBody>
        </p:sp>
      </p:grpSp>
      <p:sp>
        <p:nvSpPr>
          <p:cNvPr id="15" name="文本框 14">
            <a:extLst>
              <a:ext uri="{FF2B5EF4-FFF2-40B4-BE49-F238E27FC236}">
                <a16:creationId xmlns:a16="http://schemas.microsoft.com/office/drawing/2014/main" id="{69658B6B-80E1-B5B9-A25A-B2D3C6FEAA11}"/>
              </a:ext>
            </a:extLst>
          </p:cNvPr>
          <p:cNvSpPr txBox="1"/>
          <p:nvPr/>
        </p:nvSpPr>
        <p:spPr>
          <a:xfrm>
            <a:off x="640934" y="1814650"/>
            <a:ext cx="11340270" cy="369332"/>
          </a:xfrm>
          <a:prstGeom prst="rect">
            <a:avLst/>
          </a:prstGeom>
          <a:noFill/>
        </p:spPr>
        <p:txBody>
          <a:bodyPr wrap="square">
            <a:spAutoFit/>
          </a:bodyPr>
          <a:lstStyle/>
          <a:p>
            <a:r>
              <a:rPr lang="zh-CN" altLang="en-US" dirty="0">
                <a:latin typeface="+mj-ea"/>
                <a:ea typeface="+mj-ea"/>
              </a:rPr>
              <a:t>模拟人类正式辩论的标准化流程，构建基于 </a:t>
            </a:r>
            <a:r>
              <a:rPr lang="en-US" altLang="zh-CN" dirty="0">
                <a:latin typeface="Times New Roman" panose="02020603050405020304" pitchFamily="18" charset="0"/>
                <a:ea typeface="+mj-ea"/>
                <a:cs typeface="Times New Roman" panose="02020603050405020304" pitchFamily="18" charset="0"/>
              </a:rPr>
              <a:t>LLM</a:t>
            </a:r>
            <a:r>
              <a:rPr lang="en-US" altLang="zh-CN" dirty="0">
                <a:latin typeface="+mj-ea"/>
                <a:ea typeface="+mj-ea"/>
              </a:rPr>
              <a:t> </a:t>
            </a:r>
            <a:r>
              <a:rPr lang="zh-CN" altLang="en-US" dirty="0">
                <a:latin typeface="+mj-ea"/>
                <a:ea typeface="+mj-ea"/>
              </a:rPr>
              <a:t>的多智能体辩论系统 </a:t>
            </a:r>
            <a:r>
              <a:rPr lang="en-US" altLang="zh-CN" dirty="0">
                <a:latin typeface="Times New Roman" panose="02020603050405020304" pitchFamily="18" charset="0"/>
                <a:ea typeface="+mj-ea"/>
                <a:cs typeface="Times New Roman" panose="02020603050405020304" pitchFamily="18" charset="0"/>
              </a:rPr>
              <a:t>TruEDebate</a:t>
            </a:r>
            <a:r>
              <a:rPr lang="en-US" altLang="zh-CN" dirty="0">
                <a:latin typeface="+mj-ea"/>
                <a:ea typeface="+mj-ea"/>
              </a:rPr>
              <a:t> (</a:t>
            </a:r>
            <a:r>
              <a:rPr lang="zh-CN" altLang="en-US" dirty="0">
                <a:latin typeface="+mj-ea"/>
                <a:ea typeface="+mj-ea"/>
              </a:rPr>
              <a:t>简称 </a:t>
            </a:r>
            <a:r>
              <a:rPr lang="en-US" altLang="zh-CN" dirty="0">
                <a:latin typeface="Times New Roman" panose="02020603050405020304" pitchFamily="18" charset="0"/>
                <a:ea typeface="+mj-ea"/>
                <a:cs typeface="Times New Roman" panose="02020603050405020304" pitchFamily="18" charset="0"/>
              </a:rPr>
              <a:t>TED</a:t>
            </a:r>
            <a:r>
              <a:rPr lang="en-US" altLang="zh-CN" dirty="0">
                <a:latin typeface="+mj-ea"/>
                <a:ea typeface="+mj-ea"/>
              </a:rPr>
              <a:t>)</a:t>
            </a:r>
            <a:endParaRPr lang="zh-CN" altLang="en-US" dirty="0">
              <a:latin typeface="+mj-ea"/>
              <a:ea typeface="+mj-ea"/>
            </a:endParaRPr>
          </a:p>
        </p:txBody>
      </p:sp>
      <p:grpSp>
        <p:nvGrpSpPr>
          <p:cNvPr id="16" name="组合 15">
            <a:extLst>
              <a:ext uri="{FF2B5EF4-FFF2-40B4-BE49-F238E27FC236}">
                <a16:creationId xmlns:a16="http://schemas.microsoft.com/office/drawing/2014/main" id="{493A0802-C271-F52B-90E4-06ABD5D68778}"/>
              </a:ext>
            </a:extLst>
          </p:cNvPr>
          <p:cNvGrpSpPr/>
          <p:nvPr/>
        </p:nvGrpSpPr>
        <p:grpSpPr>
          <a:xfrm>
            <a:off x="4868169" y="2829700"/>
            <a:ext cx="2455662" cy="3134027"/>
            <a:chOff x="7922334" y="2157064"/>
            <a:chExt cx="2455662" cy="3134027"/>
          </a:xfrm>
        </p:grpSpPr>
        <p:sp>
          <p:nvSpPr>
            <p:cNvPr id="17" name="矩形: 圆角 16">
              <a:extLst>
                <a:ext uri="{FF2B5EF4-FFF2-40B4-BE49-F238E27FC236}">
                  <a16:creationId xmlns:a16="http://schemas.microsoft.com/office/drawing/2014/main" id="{100FB0E9-424D-CC31-52AF-9FBC15544636}"/>
                </a:ext>
              </a:extLst>
            </p:cNvPr>
            <p:cNvSpPr/>
            <p:nvPr/>
          </p:nvSpPr>
          <p:spPr>
            <a:xfrm>
              <a:off x="7922334" y="2157064"/>
              <a:ext cx="2455662" cy="3134027"/>
            </a:xfrm>
            <a:prstGeom prst="roundRect">
              <a:avLst>
                <a:gd name="adj" fmla="val 2432"/>
              </a:avLst>
            </a:prstGeom>
            <a:pattFill prst="ltUpDiag">
              <a:fgClr>
                <a:schemeClr val="bg1">
                  <a:lumMod val="85000"/>
                </a:schemeClr>
              </a:fgClr>
              <a:bgClr>
                <a:schemeClr val="bg1"/>
              </a:bgClr>
            </a:pattFill>
            <a:ln w="19050">
              <a:solidFill>
                <a:schemeClr val="accent1"/>
              </a:solidFill>
            </a:ln>
            <a:effectLst>
              <a:glow rad="254000">
                <a:schemeClr val="accent1">
                  <a:alpha val="10000"/>
                </a:schemeClr>
              </a:glow>
            </a:effectLst>
          </p:spPr>
          <p:style>
            <a:lnRef idx="2">
              <a:schemeClr val="accent1">
                <a:shade val="50000"/>
              </a:schemeClr>
            </a:lnRef>
            <a:fillRef idx="1">
              <a:schemeClr val="accent1"/>
            </a:fillRef>
            <a:effectRef idx="0">
              <a:schemeClr val="accent1"/>
            </a:effectRef>
            <a:fontRef idx="minor">
              <a:schemeClr val="lt1"/>
            </a:fontRef>
          </p:style>
          <p:txBody>
            <a:bodyPr lIns="72000" rIns="72000" rtlCol="0" anchor="ctr"/>
            <a:lstStyle/>
            <a:p>
              <a:pPr algn="ctr"/>
              <a:endParaRPr lang="zh-CN" altLang="en-US"/>
            </a:p>
          </p:txBody>
        </p:sp>
        <p:sp>
          <p:nvSpPr>
            <p:cNvPr id="18" name="文本框 17">
              <a:extLst>
                <a:ext uri="{FF2B5EF4-FFF2-40B4-BE49-F238E27FC236}">
                  <a16:creationId xmlns:a16="http://schemas.microsoft.com/office/drawing/2014/main" id="{563B98A9-9CB0-A479-7418-0C269A4D21AA}"/>
                </a:ext>
              </a:extLst>
            </p:cNvPr>
            <p:cNvSpPr txBox="1"/>
            <p:nvPr/>
          </p:nvSpPr>
          <p:spPr>
            <a:xfrm>
              <a:off x="8249483" y="2307119"/>
              <a:ext cx="1792854" cy="368546"/>
            </a:xfrm>
            <a:prstGeom prst="roundRect">
              <a:avLst>
                <a:gd name="adj" fmla="val 12394"/>
              </a:avLst>
            </a:prstGeom>
            <a:noFill/>
          </p:spPr>
          <p:txBody>
            <a:bodyPr wrap="square" lIns="72000" rIns="72000" rtlCol="0" anchor="ctr" anchorCtr="0">
              <a:noAutofit/>
            </a:bodyPr>
            <a:lstStyle/>
            <a:p>
              <a:pPr algn="ctr"/>
              <a:r>
                <a:rPr lang="zh-CN" altLang="en-US" b="1" dirty="0">
                  <a:solidFill>
                    <a:schemeClr val="accent1"/>
                  </a:solidFill>
                  <a:latin typeface="+mj-ea"/>
                  <a:ea typeface="+mj-ea"/>
                </a:rPr>
                <a:t>双核心模块设计</a:t>
              </a:r>
            </a:p>
          </p:txBody>
        </p:sp>
        <p:cxnSp>
          <p:nvCxnSpPr>
            <p:cNvPr id="19" name="直接连接符 18">
              <a:extLst>
                <a:ext uri="{FF2B5EF4-FFF2-40B4-BE49-F238E27FC236}">
                  <a16:creationId xmlns:a16="http://schemas.microsoft.com/office/drawing/2014/main" id="{A349B598-B1C3-08C3-71D4-5397ED5A0421}"/>
                </a:ext>
              </a:extLst>
            </p:cNvPr>
            <p:cNvCxnSpPr>
              <a:cxnSpLocks/>
            </p:cNvCxnSpPr>
            <p:nvPr/>
          </p:nvCxnSpPr>
          <p:spPr>
            <a:xfrm>
              <a:off x="8659545" y="2826239"/>
              <a:ext cx="981240" cy="0"/>
            </a:xfrm>
            <a:prstGeom prst="line">
              <a:avLst/>
            </a:prstGeom>
            <a:ln w="38100" cap="rnd"/>
          </p:spPr>
          <p:style>
            <a:lnRef idx="1">
              <a:schemeClr val="accent1"/>
            </a:lnRef>
            <a:fillRef idx="0">
              <a:schemeClr val="accent1"/>
            </a:fillRef>
            <a:effectRef idx="0">
              <a:schemeClr val="accent1"/>
            </a:effectRef>
            <a:fontRef idx="minor">
              <a:schemeClr val="tx1"/>
            </a:fontRef>
          </p:style>
        </p:cxnSp>
        <p:sp>
          <p:nvSpPr>
            <p:cNvPr id="20" name="文本框 19">
              <a:extLst>
                <a:ext uri="{FF2B5EF4-FFF2-40B4-BE49-F238E27FC236}">
                  <a16:creationId xmlns:a16="http://schemas.microsoft.com/office/drawing/2014/main" id="{92A8E820-B333-0C47-B6D6-E3D483467643}"/>
                </a:ext>
              </a:extLst>
            </p:cNvPr>
            <p:cNvSpPr txBox="1"/>
            <p:nvPr/>
          </p:nvSpPr>
          <p:spPr>
            <a:xfrm>
              <a:off x="7923424" y="2976814"/>
              <a:ext cx="2453483" cy="2217851"/>
            </a:xfrm>
            <a:prstGeom prst="rect">
              <a:avLst/>
            </a:prstGeom>
            <a:noFill/>
          </p:spPr>
          <p:txBody>
            <a:bodyPr wrap="square" lIns="72000" rIns="72000" rtlCol="0">
              <a:spAutoFit/>
            </a:bodyPr>
            <a:lstStyle/>
            <a:p>
              <a:pPr algn="ctr">
                <a:lnSpc>
                  <a:spcPct val="130000"/>
                </a:lnSpc>
                <a:spcBef>
                  <a:spcPts val="600"/>
                </a:spcBef>
              </a:pPr>
              <a:r>
                <a:rPr lang="zh-CN" altLang="en-US" dirty="0">
                  <a:latin typeface="+mj-ea"/>
                  <a:ea typeface="+mj-ea"/>
                </a:rPr>
                <a:t>提出 </a:t>
              </a:r>
              <a:r>
                <a:rPr lang="en-US" altLang="zh-CN" dirty="0">
                  <a:solidFill>
                    <a:srgbClr val="FF0000"/>
                  </a:solidFill>
                  <a:latin typeface="Times New Roman" panose="02020603050405020304" pitchFamily="18" charset="0"/>
                  <a:ea typeface="+mj-ea"/>
                  <a:cs typeface="Times New Roman" panose="02020603050405020304" pitchFamily="18" charset="0"/>
                </a:rPr>
                <a:t>DebateFlow Agents</a:t>
              </a:r>
              <a:r>
                <a:rPr lang="en-US" altLang="zh-CN" dirty="0">
                  <a:latin typeface="+mj-ea"/>
                  <a:ea typeface="+mj-ea"/>
                </a:rPr>
                <a:t> </a:t>
              </a:r>
              <a:r>
                <a:rPr lang="zh-CN" altLang="en-US" dirty="0">
                  <a:latin typeface="+mj-ea"/>
                  <a:ea typeface="+mj-ea"/>
                </a:rPr>
                <a:t>与 </a:t>
              </a:r>
              <a:r>
                <a:rPr lang="en-US" altLang="zh-CN" dirty="0">
                  <a:solidFill>
                    <a:srgbClr val="FF0000"/>
                  </a:solidFill>
                  <a:latin typeface="Times New Roman" panose="02020603050405020304" pitchFamily="18" charset="0"/>
                  <a:ea typeface="+mj-ea"/>
                  <a:cs typeface="Times New Roman" panose="02020603050405020304" pitchFamily="18" charset="0"/>
                </a:rPr>
                <a:t>InsightFlow Agents</a:t>
              </a:r>
              <a:r>
                <a:rPr lang="en-US" altLang="zh-CN" dirty="0">
                  <a:latin typeface="+mj-ea"/>
                  <a:ea typeface="+mj-ea"/>
                </a:rPr>
                <a:t> </a:t>
              </a:r>
              <a:r>
                <a:rPr lang="zh-CN" altLang="en-US" dirty="0">
                  <a:latin typeface="+mj-ea"/>
                  <a:ea typeface="+mj-ea"/>
                </a:rPr>
                <a:t>两大组件，实现 “深度对抗辩论 </a:t>
              </a:r>
              <a:r>
                <a:rPr lang="en-US" altLang="zh-CN" dirty="0">
                  <a:latin typeface="+mj-ea"/>
                  <a:ea typeface="+mj-ea"/>
                </a:rPr>
                <a:t>- </a:t>
              </a:r>
              <a:r>
                <a:rPr lang="zh-CN" altLang="en-US" dirty="0">
                  <a:latin typeface="+mj-ea"/>
                  <a:ea typeface="+mj-ea"/>
                </a:rPr>
                <a:t>全局综合分析” 的完整闭环</a:t>
              </a:r>
            </a:p>
          </p:txBody>
        </p:sp>
      </p:grpSp>
      <p:grpSp>
        <p:nvGrpSpPr>
          <p:cNvPr id="21" name="组合 20">
            <a:extLst>
              <a:ext uri="{FF2B5EF4-FFF2-40B4-BE49-F238E27FC236}">
                <a16:creationId xmlns:a16="http://schemas.microsoft.com/office/drawing/2014/main" id="{DF60D2AE-36D9-40AE-32AC-7C3CD0BF6A31}"/>
              </a:ext>
            </a:extLst>
          </p:cNvPr>
          <p:cNvGrpSpPr/>
          <p:nvPr/>
        </p:nvGrpSpPr>
        <p:grpSpPr>
          <a:xfrm>
            <a:off x="8689531" y="2829700"/>
            <a:ext cx="2534386" cy="3134027"/>
            <a:chOff x="7884342" y="2157064"/>
            <a:chExt cx="2534386" cy="3134027"/>
          </a:xfrm>
        </p:grpSpPr>
        <p:sp>
          <p:nvSpPr>
            <p:cNvPr id="22" name="矩形: 圆角 21">
              <a:extLst>
                <a:ext uri="{FF2B5EF4-FFF2-40B4-BE49-F238E27FC236}">
                  <a16:creationId xmlns:a16="http://schemas.microsoft.com/office/drawing/2014/main" id="{64875762-AF51-6468-250D-1420AD7EBE69}"/>
                </a:ext>
              </a:extLst>
            </p:cNvPr>
            <p:cNvSpPr/>
            <p:nvPr/>
          </p:nvSpPr>
          <p:spPr>
            <a:xfrm>
              <a:off x="7922334" y="2157064"/>
              <a:ext cx="2455662" cy="3134027"/>
            </a:xfrm>
            <a:prstGeom prst="roundRect">
              <a:avLst>
                <a:gd name="adj" fmla="val 2432"/>
              </a:avLst>
            </a:prstGeom>
            <a:pattFill prst="ltUpDiag">
              <a:fgClr>
                <a:schemeClr val="bg1">
                  <a:lumMod val="85000"/>
                </a:schemeClr>
              </a:fgClr>
              <a:bgClr>
                <a:schemeClr val="bg1"/>
              </a:bgClr>
            </a:pattFill>
            <a:ln w="19050">
              <a:solidFill>
                <a:schemeClr val="accent1"/>
              </a:solidFill>
            </a:ln>
            <a:effectLst>
              <a:glow rad="254000">
                <a:schemeClr val="accent1">
                  <a:alpha val="10000"/>
                </a:schemeClr>
              </a:glow>
            </a:effectLst>
          </p:spPr>
          <p:style>
            <a:lnRef idx="2">
              <a:schemeClr val="accent1">
                <a:shade val="50000"/>
              </a:schemeClr>
            </a:lnRef>
            <a:fillRef idx="1">
              <a:schemeClr val="accent1"/>
            </a:fillRef>
            <a:effectRef idx="0">
              <a:schemeClr val="accent1"/>
            </a:effectRef>
            <a:fontRef idx="minor">
              <a:schemeClr val="lt1"/>
            </a:fontRef>
          </p:style>
          <p:txBody>
            <a:bodyPr lIns="72000" rIns="72000" rtlCol="0" anchor="ctr"/>
            <a:lstStyle/>
            <a:p>
              <a:pPr algn="ctr"/>
              <a:endParaRPr lang="zh-CN" altLang="en-US"/>
            </a:p>
          </p:txBody>
        </p:sp>
        <p:sp>
          <p:nvSpPr>
            <p:cNvPr id="23" name="文本框 22">
              <a:extLst>
                <a:ext uri="{FF2B5EF4-FFF2-40B4-BE49-F238E27FC236}">
                  <a16:creationId xmlns:a16="http://schemas.microsoft.com/office/drawing/2014/main" id="{7174E522-F704-6B95-C1CA-111F72801361}"/>
                </a:ext>
              </a:extLst>
            </p:cNvPr>
            <p:cNvSpPr txBox="1"/>
            <p:nvPr/>
          </p:nvSpPr>
          <p:spPr>
            <a:xfrm>
              <a:off x="7884342" y="2295847"/>
              <a:ext cx="2534386" cy="368546"/>
            </a:xfrm>
            <a:prstGeom prst="roundRect">
              <a:avLst>
                <a:gd name="adj" fmla="val 12394"/>
              </a:avLst>
            </a:prstGeom>
            <a:noFill/>
          </p:spPr>
          <p:txBody>
            <a:bodyPr wrap="square" lIns="72000" rIns="72000" rtlCol="0" anchor="ctr" anchorCtr="0">
              <a:noAutofit/>
            </a:bodyPr>
            <a:lstStyle/>
            <a:p>
              <a:pPr algn="ctr"/>
              <a:r>
                <a:rPr lang="zh-CN" altLang="en-US" b="1" dirty="0">
                  <a:solidFill>
                    <a:schemeClr val="accent1"/>
                  </a:solidFill>
                  <a:latin typeface="+mj-ea"/>
                  <a:ea typeface="+mj-ea"/>
                </a:rPr>
                <a:t>性能与可解释性双提升</a:t>
              </a:r>
            </a:p>
          </p:txBody>
        </p:sp>
        <p:cxnSp>
          <p:nvCxnSpPr>
            <p:cNvPr id="24" name="直接连接符 23">
              <a:extLst>
                <a:ext uri="{FF2B5EF4-FFF2-40B4-BE49-F238E27FC236}">
                  <a16:creationId xmlns:a16="http://schemas.microsoft.com/office/drawing/2014/main" id="{9B0664D8-96EA-4014-506B-39E2D7B54274}"/>
                </a:ext>
              </a:extLst>
            </p:cNvPr>
            <p:cNvCxnSpPr>
              <a:cxnSpLocks/>
            </p:cNvCxnSpPr>
            <p:nvPr/>
          </p:nvCxnSpPr>
          <p:spPr>
            <a:xfrm>
              <a:off x="8659545" y="2826239"/>
              <a:ext cx="981240" cy="0"/>
            </a:xfrm>
            <a:prstGeom prst="line">
              <a:avLst/>
            </a:prstGeom>
            <a:ln w="38100" cap="rnd"/>
          </p:spPr>
          <p:style>
            <a:lnRef idx="1">
              <a:schemeClr val="accent1"/>
            </a:lnRef>
            <a:fillRef idx="0">
              <a:schemeClr val="accent1"/>
            </a:fillRef>
            <a:effectRef idx="0">
              <a:schemeClr val="accent1"/>
            </a:effectRef>
            <a:fontRef idx="minor">
              <a:schemeClr val="tx1"/>
            </a:fontRef>
          </p:style>
        </p:cxnSp>
        <p:sp>
          <p:nvSpPr>
            <p:cNvPr id="25" name="文本框 24">
              <a:extLst>
                <a:ext uri="{FF2B5EF4-FFF2-40B4-BE49-F238E27FC236}">
                  <a16:creationId xmlns:a16="http://schemas.microsoft.com/office/drawing/2014/main" id="{77EA68F5-3EC5-2AC0-E243-A3FC83016C6B}"/>
                </a:ext>
              </a:extLst>
            </p:cNvPr>
            <p:cNvSpPr txBox="1"/>
            <p:nvPr/>
          </p:nvSpPr>
          <p:spPr>
            <a:xfrm>
              <a:off x="7923424" y="2976814"/>
              <a:ext cx="2453483" cy="1497654"/>
            </a:xfrm>
            <a:prstGeom prst="rect">
              <a:avLst/>
            </a:prstGeom>
            <a:noFill/>
          </p:spPr>
          <p:txBody>
            <a:bodyPr wrap="square" lIns="72000" rIns="72000" rtlCol="0">
              <a:spAutoFit/>
            </a:bodyPr>
            <a:lstStyle/>
            <a:p>
              <a:pPr algn="ctr">
                <a:lnSpc>
                  <a:spcPct val="130000"/>
                </a:lnSpc>
                <a:spcBef>
                  <a:spcPts val="600"/>
                </a:spcBef>
              </a:pPr>
              <a:r>
                <a:rPr lang="zh-CN" altLang="en-US" dirty="0">
                  <a:latin typeface="+mj-ea"/>
                  <a:ea typeface="+mj-ea"/>
                </a:rPr>
                <a:t>中英文数据集全面超越 </a:t>
              </a:r>
              <a:r>
                <a:rPr lang="en-US" altLang="zh-CN" dirty="0">
                  <a:latin typeface="+mj-ea"/>
                  <a:ea typeface="+mj-ea"/>
                </a:rPr>
                <a:t>SOTA </a:t>
              </a:r>
              <a:r>
                <a:rPr lang="zh-CN" altLang="en-US" dirty="0">
                  <a:latin typeface="+mj-ea"/>
                  <a:ea typeface="+mj-ea"/>
                </a:rPr>
                <a:t>基线，同时输出完整辩论过程与判断依据，具备极强可解释性</a:t>
              </a:r>
            </a:p>
          </p:txBody>
        </p:sp>
      </p:grpSp>
    </p:spTree>
    <p:extLst>
      <p:ext uri="{BB962C8B-B14F-4D97-AF65-F5344CB8AC3E}">
        <p14:creationId xmlns:p14="http://schemas.microsoft.com/office/powerpoint/2010/main" val="5139959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占位符 5">
            <a:extLst>
              <a:ext uri="{FF2B5EF4-FFF2-40B4-BE49-F238E27FC236}">
                <a16:creationId xmlns:a16="http://schemas.microsoft.com/office/drawing/2014/main" id="{FF10B8FB-2273-41B7-8E1F-926DBE78890B}"/>
              </a:ext>
            </a:extLst>
          </p:cNvPr>
          <p:cNvSpPr>
            <a:spLocks noGrp="1"/>
          </p:cNvSpPr>
          <p:nvPr>
            <p:ph type="body" sz="quarter" idx="10"/>
          </p:nvPr>
        </p:nvSpPr>
        <p:spPr/>
        <p:txBody>
          <a:bodyPr/>
          <a:lstStyle/>
          <a:p>
            <a:r>
              <a:rPr lang="en-US" altLang="zh-CN" dirty="0"/>
              <a:t>04</a:t>
            </a:r>
            <a:endParaRPr lang="zh-CN" altLang="en-US" dirty="0"/>
          </a:p>
        </p:txBody>
      </p:sp>
      <p:sp>
        <p:nvSpPr>
          <p:cNvPr id="4" name="标题 3">
            <a:extLst>
              <a:ext uri="{FF2B5EF4-FFF2-40B4-BE49-F238E27FC236}">
                <a16:creationId xmlns:a16="http://schemas.microsoft.com/office/drawing/2014/main" id="{E0FF230A-246B-4B62-806B-74825E33A6CA}"/>
              </a:ext>
            </a:extLst>
          </p:cNvPr>
          <p:cNvSpPr>
            <a:spLocks noGrp="1"/>
          </p:cNvSpPr>
          <p:nvPr>
            <p:ph type="title"/>
          </p:nvPr>
        </p:nvSpPr>
        <p:spPr/>
        <p:txBody>
          <a:bodyPr/>
          <a:lstStyle/>
          <a:p>
            <a:r>
              <a:rPr lang="en-US" altLang="zh-CN" dirty="0"/>
              <a:t>TED </a:t>
            </a:r>
            <a:r>
              <a:rPr lang="zh-CN" altLang="en-US" dirty="0"/>
              <a:t>框架核心设计</a:t>
            </a:r>
          </a:p>
        </p:txBody>
      </p:sp>
      <p:sp>
        <p:nvSpPr>
          <p:cNvPr id="18" name="文本占位符 17">
            <a:extLst>
              <a:ext uri="{FF2B5EF4-FFF2-40B4-BE49-F238E27FC236}">
                <a16:creationId xmlns:a16="http://schemas.microsoft.com/office/drawing/2014/main" id="{BA7A27FB-D900-4265-A649-5670F758F572}"/>
              </a:ext>
            </a:extLst>
          </p:cNvPr>
          <p:cNvSpPr>
            <a:spLocks noGrp="1"/>
          </p:cNvSpPr>
          <p:nvPr>
            <p:ph type="body" sz="quarter" idx="11"/>
          </p:nvPr>
        </p:nvSpPr>
        <p:spPr>
          <a:xfrm>
            <a:off x="1842552" y="4681488"/>
            <a:ext cx="4012560" cy="471882"/>
          </a:xfrm>
        </p:spPr>
        <p:txBody>
          <a:bodyPr/>
          <a:lstStyle/>
          <a:p>
            <a:r>
              <a:rPr lang="en-US" altLang="zh-CN" dirty="0"/>
              <a:t>Core Design of the TED Framework</a:t>
            </a:r>
            <a:endParaRPr lang="zh-CN" altLang="en-US" dirty="0"/>
          </a:p>
        </p:txBody>
      </p:sp>
      <p:sp>
        <p:nvSpPr>
          <p:cNvPr id="23" name="文本占位符 22">
            <a:extLst>
              <a:ext uri="{FF2B5EF4-FFF2-40B4-BE49-F238E27FC236}">
                <a16:creationId xmlns:a16="http://schemas.microsoft.com/office/drawing/2014/main" id="{CD512192-B602-40AF-AD7D-06B990B43C57}"/>
              </a:ext>
            </a:extLst>
          </p:cNvPr>
          <p:cNvSpPr>
            <a:spLocks noGrp="1"/>
          </p:cNvSpPr>
          <p:nvPr>
            <p:ph type="body" sz="quarter" idx="12"/>
          </p:nvPr>
        </p:nvSpPr>
        <p:spPr/>
        <p:txBody>
          <a:bodyPr>
            <a:normAutofit/>
          </a:bodyPr>
          <a:lstStyle/>
          <a:p>
            <a:r>
              <a:rPr lang="en-US" altLang="zh-CN" dirty="0"/>
              <a:t>TED </a:t>
            </a:r>
            <a:r>
              <a:rPr lang="zh-CN" altLang="en-US" dirty="0"/>
              <a:t>框架核心设计</a:t>
            </a:r>
          </a:p>
        </p:txBody>
      </p:sp>
      <p:sp>
        <p:nvSpPr>
          <p:cNvPr id="7" name="矩形 6">
            <a:extLst>
              <a:ext uri="{FF2B5EF4-FFF2-40B4-BE49-F238E27FC236}">
                <a16:creationId xmlns:a16="http://schemas.microsoft.com/office/drawing/2014/main" id="{D820D1AB-7AB0-46B9-A544-5A22C9D2AD6A}"/>
              </a:ext>
            </a:extLst>
          </p:cNvPr>
          <p:cNvSpPr/>
          <p:nvPr/>
        </p:nvSpPr>
        <p:spPr>
          <a:xfrm>
            <a:off x="1273810" y="5999480"/>
            <a:ext cx="134620" cy="134620"/>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2D46A45-1469-4EBB-8A8D-82D3787D02BA}"/>
              </a:ext>
            </a:extLst>
          </p:cNvPr>
          <p:cNvSpPr/>
          <p:nvPr/>
        </p:nvSpPr>
        <p:spPr>
          <a:xfrm>
            <a:off x="660400" y="5999480"/>
            <a:ext cx="134620" cy="134620"/>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62289554-1D42-469B-83B0-740899C01652}"/>
              </a:ext>
            </a:extLst>
          </p:cNvPr>
          <p:cNvSpPr/>
          <p:nvPr/>
        </p:nvSpPr>
        <p:spPr>
          <a:xfrm>
            <a:off x="864870" y="5999480"/>
            <a:ext cx="134620" cy="134620"/>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0C5FF172-CB5F-43BB-81CB-9E1FFA866959}"/>
              </a:ext>
            </a:extLst>
          </p:cNvPr>
          <p:cNvSpPr/>
          <p:nvPr/>
        </p:nvSpPr>
        <p:spPr>
          <a:xfrm>
            <a:off x="1069340" y="5999480"/>
            <a:ext cx="134620" cy="134620"/>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6372E00D-D69E-4470-A41F-1819A83C2FA3}"/>
              </a:ext>
            </a:extLst>
          </p:cNvPr>
          <p:cNvSpPr/>
          <p:nvPr/>
        </p:nvSpPr>
        <p:spPr>
          <a:xfrm>
            <a:off x="1478280" y="5999480"/>
            <a:ext cx="134620" cy="134620"/>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a:extLst>
              <a:ext uri="{FF2B5EF4-FFF2-40B4-BE49-F238E27FC236}">
                <a16:creationId xmlns:a16="http://schemas.microsoft.com/office/drawing/2014/main" id="{D207B1B1-F689-46DE-956A-24EC1FBD99EA}"/>
              </a:ext>
            </a:extLst>
          </p:cNvPr>
          <p:cNvSpPr/>
          <p:nvPr/>
        </p:nvSpPr>
        <p:spPr>
          <a:xfrm>
            <a:off x="1682750" y="5999480"/>
            <a:ext cx="134620" cy="134620"/>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9049436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947353-BA0F-D762-6D1D-D7C50330C5AD}"/>
            </a:ext>
          </a:extLst>
        </p:cNvPr>
        <p:cNvGrpSpPr/>
        <p:nvPr/>
      </p:nvGrpSpPr>
      <p:grpSpPr>
        <a:xfrm>
          <a:off x="0" y="0"/>
          <a:ext cx="0" cy="0"/>
          <a:chOff x="0" y="0"/>
          <a:chExt cx="0" cy="0"/>
        </a:xfrm>
      </p:grpSpPr>
      <p:sp>
        <p:nvSpPr>
          <p:cNvPr id="10" name="标题 9">
            <a:extLst>
              <a:ext uri="{FF2B5EF4-FFF2-40B4-BE49-F238E27FC236}">
                <a16:creationId xmlns:a16="http://schemas.microsoft.com/office/drawing/2014/main" id="{C5375554-DF32-8457-FCDA-CFF8A39ACDE2}"/>
              </a:ext>
            </a:extLst>
          </p:cNvPr>
          <p:cNvSpPr>
            <a:spLocks noGrp="1"/>
          </p:cNvSpPr>
          <p:nvPr>
            <p:ph type="title"/>
          </p:nvPr>
        </p:nvSpPr>
        <p:spPr/>
        <p:txBody>
          <a:bodyPr/>
          <a:lstStyle/>
          <a:p>
            <a:r>
              <a:rPr lang="en-US" altLang="zh-CN" dirty="0"/>
              <a:t>04 TED </a:t>
            </a:r>
            <a:r>
              <a:rPr lang="zh-CN" altLang="en-US" dirty="0"/>
              <a:t>框架核心设计</a:t>
            </a:r>
          </a:p>
        </p:txBody>
      </p:sp>
      <p:sp>
        <p:nvSpPr>
          <p:cNvPr id="9" name="AutoShape 6" descr="女子挺5个月孕肚征婚？重庆警方通报">
            <a:extLst>
              <a:ext uri="{FF2B5EF4-FFF2-40B4-BE49-F238E27FC236}">
                <a16:creationId xmlns:a16="http://schemas.microsoft.com/office/drawing/2014/main" id="{BE563E8E-0684-8B87-207A-6EA5EFE5E542}"/>
              </a:ext>
            </a:extLst>
          </p:cNvPr>
          <p:cNvSpPr>
            <a:spLocks noChangeAspect="1" noChangeArrowheads="1"/>
          </p:cNvSpPr>
          <p:nvPr/>
        </p:nvSpPr>
        <p:spPr bwMode="auto">
          <a:xfrm>
            <a:off x="6652943" y="4267912"/>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 name="矩形 3">
            <a:extLst>
              <a:ext uri="{FF2B5EF4-FFF2-40B4-BE49-F238E27FC236}">
                <a16:creationId xmlns:a16="http://schemas.microsoft.com/office/drawing/2014/main" id="{5F16CB73-0AA3-B89A-DF0B-544641EBF1AC}"/>
              </a:ext>
            </a:extLst>
          </p:cNvPr>
          <p:cNvSpPr/>
          <p:nvPr/>
        </p:nvSpPr>
        <p:spPr>
          <a:xfrm>
            <a:off x="640934" y="1196391"/>
            <a:ext cx="1657885" cy="34187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t>TED </a:t>
            </a:r>
            <a:r>
              <a:rPr lang="zh-CN" altLang="en-US" dirty="0"/>
              <a:t>框架</a:t>
            </a:r>
          </a:p>
        </p:txBody>
      </p:sp>
      <p:sp>
        <p:nvSpPr>
          <p:cNvPr id="52" name="矩形 51">
            <a:extLst>
              <a:ext uri="{FF2B5EF4-FFF2-40B4-BE49-F238E27FC236}">
                <a16:creationId xmlns:a16="http://schemas.microsoft.com/office/drawing/2014/main" id="{60C3637D-98F3-4DCB-7293-A06FD3D8AA60}"/>
              </a:ext>
            </a:extLst>
          </p:cNvPr>
          <p:cNvSpPr/>
          <p:nvPr/>
        </p:nvSpPr>
        <p:spPr>
          <a:xfrm>
            <a:off x="4069885" y="2863554"/>
            <a:ext cx="1318188" cy="1709158"/>
          </a:xfrm>
          <a:prstGeom prst="rect">
            <a:avLst/>
          </a:prstGeom>
          <a:solidFill>
            <a:schemeClr val="accent1">
              <a:lumMod val="20000"/>
              <a:lumOff val="80000"/>
            </a:schemeClr>
          </a:solidFill>
          <a:ln>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latin typeface="Times New Roman" panose="02020603050405020304" pitchFamily="18" charset="0"/>
                <a:ea typeface="+mj-ea"/>
                <a:cs typeface="Times New Roman" panose="02020603050405020304" pitchFamily="18" charset="0"/>
              </a:rPr>
              <a:t>DebateFlow Agents</a:t>
            </a:r>
            <a:endParaRPr lang="zh-CN" altLang="en-US" dirty="0">
              <a:solidFill>
                <a:schemeClr val="tx1"/>
              </a:solidFill>
              <a:latin typeface="Times New Roman" panose="02020603050405020304" pitchFamily="18" charset="0"/>
              <a:ea typeface="+mj-ea"/>
              <a:cs typeface="Times New Roman" panose="02020603050405020304" pitchFamily="18" charset="0"/>
            </a:endParaRPr>
          </a:p>
        </p:txBody>
      </p:sp>
      <p:sp>
        <p:nvSpPr>
          <p:cNvPr id="53" name="箭头: 右 42">
            <a:extLst>
              <a:ext uri="{FF2B5EF4-FFF2-40B4-BE49-F238E27FC236}">
                <a16:creationId xmlns:a16="http://schemas.microsoft.com/office/drawing/2014/main" id="{AD2334D7-4E28-A32D-3D08-045E95AF5100}"/>
              </a:ext>
            </a:extLst>
          </p:cNvPr>
          <p:cNvSpPr>
            <a:spLocks noChangeAspect="1"/>
          </p:cNvSpPr>
          <p:nvPr/>
        </p:nvSpPr>
        <p:spPr>
          <a:xfrm>
            <a:off x="3013552" y="3332510"/>
            <a:ext cx="711246" cy="568996"/>
          </a:xfrm>
          <a:prstGeom prst="rightArrow">
            <a:avLst/>
          </a:prstGeom>
          <a:solidFill>
            <a:schemeClr val="tx2">
              <a:alpha val="30000"/>
            </a:schemeClr>
          </a:solidFill>
          <a:ln w="6055" cap="flat">
            <a:noFill/>
            <a:prstDash val="solid"/>
            <a:miter/>
          </a:ln>
        </p:spPr>
        <p:txBody>
          <a:bodyPr rtlCol="0" anchor="ct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54" name="箭头: 右 42">
            <a:extLst>
              <a:ext uri="{FF2B5EF4-FFF2-40B4-BE49-F238E27FC236}">
                <a16:creationId xmlns:a16="http://schemas.microsoft.com/office/drawing/2014/main" id="{B093EB13-CC48-6A29-F300-80152ED9307C}"/>
              </a:ext>
            </a:extLst>
          </p:cNvPr>
          <p:cNvSpPr>
            <a:spLocks noChangeAspect="1"/>
          </p:cNvSpPr>
          <p:nvPr/>
        </p:nvSpPr>
        <p:spPr>
          <a:xfrm>
            <a:off x="5733160" y="3332510"/>
            <a:ext cx="711246" cy="568996"/>
          </a:xfrm>
          <a:prstGeom prst="rightArrow">
            <a:avLst/>
          </a:prstGeom>
          <a:solidFill>
            <a:schemeClr val="tx2">
              <a:alpha val="30000"/>
            </a:schemeClr>
          </a:solidFill>
          <a:ln w="6055" cap="flat">
            <a:noFill/>
            <a:prstDash val="solid"/>
            <a:miter/>
          </a:ln>
        </p:spPr>
        <p:txBody>
          <a:bodyPr rtlCol="0" anchor="ct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55" name="文本框 54">
            <a:extLst>
              <a:ext uri="{FF2B5EF4-FFF2-40B4-BE49-F238E27FC236}">
                <a16:creationId xmlns:a16="http://schemas.microsoft.com/office/drawing/2014/main" id="{821D425E-030D-87EB-C7A4-1E32A32C911D}"/>
              </a:ext>
            </a:extLst>
          </p:cNvPr>
          <p:cNvSpPr txBox="1"/>
          <p:nvPr/>
        </p:nvSpPr>
        <p:spPr>
          <a:xfrm>
            <a:off x="5534785" y="2915152"/>
            <a:ext cx="1107996" cy="417358"/>
          </a:xfrm>
          <a:prstGeom prst="rect">
            <a:avLst/>
          </a:prstGeom>
          <a:noFill/>
        </p:spPr>
        <p:txBody>
          <a:bodyPr wrap="none" rtlCol="0">
            <a:spAutoFit/>
          </a:bodyPr>
          <a:lstStyle/>
          <a:p>
            <a:pPr algn="l">
              <a:lnSpc>
                <a:spcPct val="130000"/>
              </a:lnSpc>
            </a:pPr>
            <a:r>
              <a:rPr lang="zh-CN" altLang="en-US" dirty="0">
                <a:latin typeface="+mj-ea"/>
                <a:ea typeface="+mj-ea"/>
              </a:rPr>
              <a:t>辩论日志</a:t>
            </a:r>
          </a:p>
        </p:txBody>
      </p:sp>
      <p:sp>
        <p:nvSpPr>
          <p:cNvPr id="56" name="矩形 55">
            <a:extLst>
              <a:ext uri="{FF2B5EF4-FFF2-40B4-BE49-F238E27FC236}">
                <a16:creationId xmlns:a16="http://schemas.microsoft.com/office/drawing/2014/main" id="{F6DB48FE-CB34-8D71-D5CD-B1C5EB9C1012}"/>
              </a:ext>
            </a:extLst>
          </p:cNvPr>
          <p:cNvSpPr/>
          <p:nvPr/>
        </p:nvSpPr>
        <p:spPr>
          <a:xfrm>
            <a:off x="6789493" y="2863554"/>
            <a:ext cx="1318188" cy="1709158"/>
          </a:xfrm>
          <a:prstGeom prst="rect">
            <a:avLst/>
          </a:prstGeom>
          <a:solidFill>
            <a:schemeClr val="accent1">
              <a:lumMod val="20000"/>
              <a:lumOff val="80000"/>
            </a:schemeClr>
          </a:solidFill>
          <a:ln>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latin typeface="Times New Roman" panose="02020603050405020304" pitchFamily="18" charset="0"/>
                <a:ea typeface="+mj-ea"/>
                <a:cs typeface="Times New Roman" panose="02020603050405020304" pitchFamily="18" charset="0"/>
              </a:rPr>
              <a:t>InsightFlow</a:t>
            </a:r>
          </a:p>
          <a:p>
            <a:pPr algn="ctr"/>
            <a:r>
              <a:rPr lang="en-US" altLang="zh-CN" dirty="0">
                <a:solidFill>
                  <a:schemeClr val="tx1"/>
                </a:solidFill>
                <a:latin typeface="Times New Roman" panose="02020603050405020304" pitchFamily="18" charset="0"/>
                <a:cs typeface="Times New Roman" panose="02020603050405020304" pitchFamily="18" charset="0"/>
              </a:rPr>
              <a:t>Agents</a:t>
            </a:r>
            <a:endParaRPr lang="zh-CN" altLang="en-US" dirty="0">
              <a:solidFill>
                <a:schemeClr val="tx1"/>
              </a:solidFill>
              <a:latin typeface="Times New Roman" panose="02020603050405020304" pitchFamily="18" charset="0"/>
              <a:ea typeface="+mj-ea"/>
              <a:cs typeface="Times New Roman" panose="02020603050405020304" pitchFamily="18" charset="0"/>
            </a:endParaRPr>
          </a:p>
        </p:txBody>
      </p:sp>
      <p:sp>
        <p:nvSpPr>
          <p:cNvPr id="57" name="箭头: 右 42">
            <a:extLst>
              <a:ext uri="{FF2B5EF4-FFF2-40B4-BE49-F238E27FC236}">
                <a16:creationId xmlns:a16="http://schemas.microsoft.com/office/drawing/2014/main" id="{05555F7F-AC70-0F95-6D3C-8D8AB64DB373}"/>
              </a:ext>
            </a:extLst>
          </p:cNvPr>
          <p:cNvSpPr>
            <a:spLocks noChangeAspect="1"/>
          </p:cNvSpPr>
          <p:nvPr/>
        </p:nvSpPr>
        <p:spPr>
          <a:xfrm>
            <a:off x="8452768" y="3332510"/>
            <a:ext cx="711246" cy="568996"/>
          </a:xfrm>
          <a:prstGeom prst="rightArrow">
            <a:avLst/>
          </a:prstGeom>
          <a:solidFill>
            <a:schemeClr val="tx2">
              <a:alpha val="30000"/>
            </a:schemeClr>
          </a:solidFill>
          <a:ln w="6055" cap="flat">
            <a:noFill/>
            <a:prstDash val="solid"/>
            <a:miter/>
          </a:ln>
        </p:spPr>
        <p:txBody>
          <a:bodyPr rtlCol="0" anchor="ct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58" name="矩形 57">
            <a:extLst>
              <a:ext uri="{FF2B5EF4-FFF2-40B4-BE49-F238E27FC236}">
                <a16:creationId xmlns:a16="http://schemas.microsoft.com/office/drawing/2014/main" id="{88376EFA-0872-56B8-03AC-896C79D2C0F3}"/>
              </a:ext>
            </a:extLst>
          </p:cNvPr>
          <p:cNvSpPr/>
          <p:nvPr/>
        </p:nvSpPr>
        <p:spPr>
          <a:xfrm>
            <a:off x="9509101" y="2863554"/>
            <a:ext cx="1318188" cy="1709158"/>
          </a:xfrm>
          <a:prstGeom prst="rect">
            <a:avLst/>
          </a:prstGeom>
          <a:solidFill>
            <a:schemeClr val="accent1">
              <a:lumMod val="20000"/>
              <a:lumOff val="80000"/>
            </a:schemeClr>
          </a:solidFill>
          <a:ln>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latin typeface="Times New Roman" panose="02020603050405020304" pitchFamily="18" charset="0"/>
                <a:ea typeface="+mj-ea"/>
                <a:cs typeface="Times New Roman" panose="02020603050405020304" pitchFamily="18" charset="0"/>
              </a:rPr>
              <a:t>输出：</a:t>
            </a:r>
            <a:endParaRPr lang="en-US" altLang="zh-CN" dirty="0">
              <a:solidFill>
                <a:schemeClr val="tx1"/>
              </a:solidFill>
              <a:latin typeface="Times New Roman" panose="02020603050405020304" pitchFamily="18" charset="0"/>
              <a:ea typeface="+mj-ea"/>
              <a:cs typeface="Times New Roman" panose="02020603050405020304" pitchFamily="18" charset="0"/>
            </a:endParaRPr>
          </a:p>
          <a:p>
            <a:pPr algn="ctr"/>
            <a:r>
              <a:rPr lang="zh-CN" altLang="en-US" dirty="0">
                <a:solidFill>
                  <a:schemeClr val="tx1"/>
                </a:solidFill>
                <a:latin typeface="Times New Roman" panose="02020603050405020304" pitchFamily="18" charset="0"/>
                <a:ea typeface="+mj-ea"/>
                <a:cs typeface="Times New Roman" panose="02020603050405020304" pitchFamily="18" charset="0"/>
              </a:rPr>
              <a:t>预测的真实性判断</a:t>
            </a:r>
            <a:r>
              <a:rPr lang="en-US" altLang="zh-CN" dirty="0">
                <a:solidFill>
                  <a:schemeClr val="tx1"/>
                </a:solidFill>
                <a:latin typeface="Times New Roman" panose="02020603050405020304" pitchFamily="18" charset="0"/>
                <a:ea typeface="+mj-ea"/>
                <a:cs typeface="Times New Roman" panose="02020603050405020304" pitchFamily="18" charset="0"/>
              </a:rPr>
              <a:t>+</a:t>
            </a:r>
            <a:r>
              <a:rPr lang="zh-CN" altLang="en-US" dirty="0">
                <a:solidFill>
                  <a:schemeClr val="tx1"/>
                </a:solidFill>
                <a:latin typeface="Times New Roman" panose="02020603050405020304" pitchFamily="18" charset="0"/>
                <a:ea typeface="+mj-ea"/>
                <a:cs typeface="Times New Roman" panose="02020603050405020304" pitchFamily="18" charset="0"/>
              </a:rPr>
              <a:t>可解释性分析</a:t>
            </a:r>
          </a:p>
        </p:txBody>
      </p:sp>
      <p:sp>
        <p:nvSpPr>
          <p:cNvPr id="59" name="矩形 58">
            <a:extLst>
              <a:ext uri="{FF2B5EF4-FFF2-40B4-BE49-F238E27FC236}">
                <a16:creationId xmlns:a16="http://schemas.microsoft.com/office/drawing/2014/main" id="{2012356B-C532-DBB5-4365-D878ED336ADC}"/>
              </a:ext>
            </a:extLst>
          </p:cNvPr>
          <p:cNvSpPr/>
          <p:nvPr/>
        </p:nvSpPr>
        <p:spPr>
          <a:xfrm>
            <a:off x="1350277" y="2822861"/>
            <a:ext cx="1318188" cy="1709158"/>
          </a:xfrm>
          <a:prstGeom prst="rect">
            <a:avLst/>
          </a:prstGeom>
          <a:solidFill>
            <a:schemeClr val="accent1">
              <a:lumMod val="20000"/>
              <a:lumOff val="80000"/>
            </a:schemeClr>
          </a:solidFill>
          <a:ln>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latin typeface="Times New Roman" panose="02020603050405020304" pitchFamily="18" charset="0"/>
                <a:ea typeface="+mj-ea"/>
                <a:cs typeface="Times New Roman" panose="02020603050405020304" pitchFamily="18" charset="0"/>
              </a:rPr>
              <a:t>输入：</a:t>
            </a:r>
            <a:endParaRPr lang="en-US" altLang="zh-CN" dirty="0">
              <a:solidFill>
                <a:schemeClr val="tx1"/>
              </a:solidFill>
              <a:latin typeface="Times New Roman" panose="02020603050405020304" pitchFamily="18" charset="0"/>
              <a:ea typeface="+mj-ea"/>
              <a:cs typeface="Times New Roman" panose="02020603050405020304" pitchFamily="18" charset="0"/>
            </a:endParaRPr>
          </a:p>
          <a:p>
            <a:pPr algn="ctr"/>
            <a:r>
              <a:rPr lang="zh-CN" altLang="en-US" dirty="0">
                <a:solidFill>
                  <a:schemeClr val="tx1"/>
                </a:solidFill>
                <a:latin typeface="Times New Roman" panose="02020603050405020304" pitchFamily="18" charset="0"/>
                <a:ea typeface="+mj-ea"/>
                <a:cs typeface="Times New Roman" panose="02020603050405020304" pitchFamily="18" charset="0"/>
              </a:rPr>
              <a:t>待检测新闻文本</a:t>
            </a:r>
          </a:p>
        </p:txBody>
      </p:sp>
      <p:sp>
        <p:nvSpPr>
          <p:cNvPr id="65" name="箭头: 圆角右 64">
            <a:extLst>
              <a:ext uri="{FF2B5EF4-FFF2-40B4-BE49-F238E27FC236}">
                <a16:creationId xmlns:a16="http://schemas.microsoft.com/office/drawing/2014/main" id="{E7CF1593-AF9D-B2F4-FC9A-8B9A98EAC2C3}"/>
              </a:ext>
            </a:extLst>
          </p:cNvPr>
          <p:cNvSpPr/>
          <p:nvPr/>
        </p:nvSpPr>
        <p:spPr>
          <a:xfrm>
            <a:off x="4720969" y="1786514"/>
            <a:ext cx="813816" cy="868680"/>
          </a:xfrm>
          <a:prstGeom prst="ben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7" name="矩形: 圆角 66">
            <a:extLst>
              <a:ext uri="{FF2B5EF4-FFF2-40B4-BE49-F238E27FC236}">
                <a16:creationId xmlns:a16="http://schemas.microsoft.com/office/drawing/2014/main" id="{E76315F8-78DA-B73C-2B78-5256F61629A5}"/>
              </a:ext>
            </a:extLst>
          </p:cNvPr>
          <p:cNvSpPr/>
          <p:nvPr/>
        </p:nvSpPr>
        <p:spPr>
          <a:xfrm>
            <a:off x="5845954" y="1087097"/>
            <a:ext cx="3799880" cy="1568097"/>
          </a:xfrm>
          <a:prstGeom prst="roundRect">
            <a:avLst>
              <a:gd name="adj" fmla="val 10182"/>
            </a:avLst>
          </a:prstGeom>
          <a:pattFill prst="ltUpDiag">
            <a:fgClr>
              <a:schemeClr val="bg1">
                <a:lumMod val="85000"/>
              </a:schemeClr>
            </a:fgClr>
            <a:bgClr>
              <a:schemeClr val="bg1"/>
            </a:bgClr>
          </a:pattFill>
          <a:ln w="19050">
            <a:solidFill>
              <a:schemeClr val="accent1"/>
            </a:solidFill>
          </a:ln>
          <a:effectLst>
            <a:outerShdw blurRad="63500" sx="101000" sy="101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zh-CN" altLang="en-US" sz="1400" dirty="0">
                <a:solidFill>
                  <a:schemeClr val="tx1"/>
                </a:solidFill>
                <a:latin typeface="Times New Roman" panose="02020603050405020304" pitchFamily="18" charset="0"/>
                <a:ea typeface="+mj-ea"/>
                <a:cs typeface="Times New Roman" panose="02020603050405020304" pitchFamily="18" charset="0"/>
              </a:rPr>
              <a:t>分为两个对立团队</a:t>
            </a:r>
            <a:r>
              <a:rPr lang="en-US" altLang="zh-CN" sz="1400" dirty="0">
                <a:solidFill>
                  <a:schemeClr val="tx1"/>
                </a:solidFill>
                <a:latin typeface="Times New Roman" panose="02020603050405020304" pitchFamily="18" charset="0"/>
                <a:ea typeface="+mj-ea"/>
                <a:cs typeface="Times New Roman" panose="02020603050405020304" pitchFamily="18" charset="0"/>
              </a:rPr>
              <a:t>——</a:t>
            </a:r>
            <a:r>
              <a:rPr lang="zh-CN" altLang="en-US" sz="1400" dirty="0">
                <a:solidFill>
                  <a:schemeClr val="accent2"/>
                </a:solidFill>
                <a:latin typeface="Times New Roman" panose="02020603050405020304" pitchFamily="18" charset="0"/>
                <a:ea typeface="+mj-ea"/>
                <a:cs typeface="Times New Roman" panose="02020603050405020304" pitchFamily="18" charset="0"/>
              </a:rPr>
              <a:t>支持者</a:t>
            </a:r>
            <a:r>
              <a:rPr lang="zh-CN" altLang="en-US" sz="1400" dirty="0">
                <a:solidFill>
                  <a:schemeClr val="tx1"/>
                </a:solidFill>
                <a:latin typeface="Times New Roman" panose="02020603050405020304" pitchFamily="18" charset="0"/>
                <a:ea typeface="+mj-ea"/>
                <a:cs typeface="Times New Roman" panose="02020603050405020304" pitchFamily="18" charset="0"/>
              </a:rPr>
              <a:t>，他们认为新闻项为真，以及</a:t>
            </a:r>
            <a:r>
              <a:rPr lang="zh-CN" altLang="en-US" sz="1400" dirty="0">
                <a:solidFill>
                  <a:schemeClr val="accent2"/>
                </a:solidFill>
                <a:latin typeface="Times New Roman" panose="02020603050405020304" pitchFamily="18" charset="0"/>
                <a:ea typeface="+mj-ea"/>
                <a:cs typeface="Times New Roman" panose="02020603050405020304" pitchFamily="18" charset="0"/>
              </a:rPr>
              <a:t>反对者</a:t>
            </a:r>
            <a:r>
              <a:rPr lang="zh-CN" altLang="en-US" sz="1400" dirty="0">
                <a:solidFill>
                  <a:schemeClr val="tx1"/>
                </a:solidFill>
                <a:latin typeface="Times New Roman" panose="02020603050405020304" pitchFamily="18" charset="0"/>
                <a:ea typeface="+mj-ea"/>
                <a:cs typeface="Times New Roman" panose="02020603050405020304" pitchFamily="18" charset="0"/>
              </a:rPr>
              <a:t>，他们认为其为虚假</a:t>
            </a:r>
            <a:endParaRPr lang="en-US" altLang="zh-CN" sz="1400" dirty="0">
              <a:solidFill>
                <a:schemeClr val="tx1"/>
              </a:solidFill>
              <a:latin typeface="Times New Roman" panose="02020603050405020304" pitchFamily="18" charset="0"/>
              <a:ea typeface="+mj-ea"/>
              <a:cs typeface="Times New Roman" panose="02020603050405020304" pitchFamily="18" charset="0"/>
            </a:endParaRPr>
          </a:p>
          <a:p>
            <a:pPr marL="285750" indent="-285750">
              <a:buFont typeface="Arial" panose="020B0604020202020204" pitchFamily="34" charset="0"/>
              <a:buChar char="•"/>
            </a:pPr>
            <a:r>
              <a:rPr lang="zh-CN" altLang="en-US" sz="1400" dirty="0">
                <a:solidFill>
                  <a:schemeClr val="tx1"/>
                </a:solidFill>
                <a:latin typeface="Times New Roman" panose="02020603050405020304" pitchFamily="18" charset="0"/>
                <a:ea typeface="+mj-ea"/>
                <a:cs typeface="Times New Roman" panose="02020603050405020304" pitchFamily="18" charset="0"/>
              </a:rPr>
              <a:t>模拟辩论场景中的推理过程，包括</a:t>
            </a:r>
            <a:r>
              <a:rPr lang="zh-CN" altLang="en-US" sz="1400" dirty="0">
                <a:solidFill>
                  <a:schemeClr val="accent2"/>
                </a:solidFill>
                <a:latin typeface="Times New Roman" panose="02020603050405020304" pitchFamily="18" charset="0"/>
                <a:ea typeface="+mj-ea"/>
                <a:cs typeface="Times New Roman" panose="02020603050405020304" pitchFamily="18" charset="0"/>
              </a:rPr>
              <a:t>开场询问、交叉询问、反驳和总结陈词</a:t>
            </a:r>
            <a:r>
              <a:rPr lang="zh-CN" altLang="en-US" sz="1400" dirty="0">
                <a:solidFill>
                  <a:schemeClr val="tx1"/>
                </a:solidFill>
                <a:latin typeface="Times New Roman" panose="02020603050405020304" pitchFamily="18" charset="0"/>
                <a:ea typeface="+mj-ea"/>
                <a:cs typeface="Times New Roman" panose="02020603050405020304" pitchFamily="18" charset="0"/>
              </a:rPr>
              <a:t>。</a:t>
            </a:r>
          </a:p>
        </p:txBody>
      </p:sp>
      <p:sp>
        <p:nvSpPr>
          <p:cNvPr id="74" name="箭头: 圆角右 73">
            <a:extLst>
              <a:ext uri="{FF2B5EF4-FFF2-40B4-BE49-F238E27FC236}">
                <a16:creationId xmlns:a16="http://schemas.microsoft.com/office/drawing/2014/main" id="{52BD625D-E7B1-E966-5D00-909AE617675F}"/>
              </a:ext>
            </a:extLst>
          </p:cNvPr>
          <p:cNvSpPr/>
          <p:nvPr/>
        </p:nvSpPr>
        <p:spPr>
          <a:xfrm rot="10800000">
            <a:off x="6789493" y="4781072"/>
            <a:ext cx="813816" cy="868680"/>
          </a:xfrm>
          <a:prstGeom prst="ben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75" name="矩形: 圆角 74">
            <a:extLst>
              <a:ext uri="{FF2B5EF4-FFF2-40B4-BE49-F238E27FC236}">
                <a16:creationId xmlns:a16="http://schemas.microsoft.com/office/drawing/2014/main" id="{A69B38C9-8FF3-E4D0-804D-7796B30EA8E5}"/>
              </a:ext>
            </a:extLst>
          </p:cNvPr>
          <p:cNvSpPr/>
          <p:nvPr/>
        </p:nvSpPr>
        <p:spPr>
          <a:xfrm>
            <a:off x="2434758" y="4832670"/>
            <a:ext cx="3799880" cy="1568097"/>
          </a:xfrm>
          <a:prstGeom prst="roundRect">
            <a:avLst>
              <a:gd name="adj" fmla="val 10182"/>
            </a:avLst>
          </a:prstGeom>
          <a:pattFill prst="ltUpDiag">
            <a:fgClr>
              <a:schemeClr val="bg1">
                <a:lumMod val="85000"/>
              </a:schemeClr>
            </a:fgClr>
            <a:bgClr>
              <a:schemeClr val="bg1"/>
            </a:bgClr>
          </a:pattFill>
          <a:ln w="19050">
            <a:solidFill>
              <a:schemeClr val="accent1"/>
            </a:solidFill>
          </a:ln>
          <a:effectLst>
            <a:outerShdw blurRad="63500" sx="101000" sy="101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zh-CN" altLang="en-US" sz="1400" dirty="0">
                <a:solidFill>
                  <a:schemeClr val="tx1"/>
                </a:solidFill>
                <a:latin typeface="Times New Roman" panose="02020603050405020304" pitchFamily="18" charset="0"/>
                <a:ea typeface="+mj-ea"/>
                <a:cs typeface="Times New Roman" panose="02020603050405020304" pitchFamily="18" charset="0"/>
              </a:rPr>
              <a:t>由</a:t>
            </a:r>
            <a:r>
              <a:rPr lang="zh-CN" altLang="en-US" sz="1400" dirty="0">
                <a:solidFill>
                  <a:schemeClr val="accent2"/>
                </a:solidFill>
                <a:latin typeface="Times New Roman" panose="02020603050405020304" pitchFamily="18" charset="0"/>
                <a:ea typeface="+mj-ea"/>
                <a:cs typeface="Times New Roman" panose="02020603050405020304" pitchFamily="18" charset="0"/>
              </a:rPr>
              <a:t>综合智能体</a:t>
            </a:r>
            <a:r>
              <a:rPr lang="zh-CN" altLang="en-US" sz="1400" dirty="0">
                <a:solidFill>
                  <a:schemeClr val="tx1"/>
                </a:solidFill>
                <a:latin typeface="Times New Roman" panose="02020603050405020304" pitchFamily="18" charset="0"/>
                <a:ea typeface="+mj-ea"/>
                <a:cs typeface="Times New Roman" panose="02020603050405020304" pitchFamily="18" charset="0"/>
              </a:rPr>
              <a:t>和</a:t>
            </a:r>
            <a:r>
              <a:rPr lang="zh-CN" altLang="en-US" sz="1400" dirty="0">
                <a:solidFill>
                  <a:schemeClr val="accent2"/>
                </a:solidFill>
                <a:latin typeface="Times New Roman" panose="02020603050405020304" pitchFamily="18" charset="0"/>
                <a:ea typeface="+mj-ea"/>
                <a:cs typeface="Times New Roman" panose="02020603050405020304" pitchFamily="18" charset="0"/>
              </a:rPr>
              <a:t>分析智能体</a:t>
            </a:r>
            <a:r>
              <a:rPr lang="zh-CN" altLang="en-US" sz="1400" dirty="0">
                <a:solidFill>
                  <a:schemeClr val="tx1"/>
                </a:solidFill>
                <a:latin typeface="Times New Roman" panose="02020603050405020304" pitchFamily="18" charset="0"/>
                <a:ea typeface="+mj-ea"/>
                <a:cs typeface="Times New Roman" panose="02020603050405020304" pitchFamily="18" charset="0"/>
              </a:rPr>
              <a:t>组成。</a:t>
            </a:r>
            <a:endParaRPr lang="en-US" altLang="zh-CN" sz="1400" dirty="0">
              <a:solidFill>
                <a:schemeClr val="tx1"/>
              </a:solidFill>
              <a:latin typeface="Times New Roman" panose="02020603050405020304" pitchFamily="18" charset="0"/>
              <a:ea typeface="+mj-ea"/>
              <a:cs typeface="Times New Roman" panose="02020603050405020304" pitchFamily="18" charset="0"/>
            </a:endParaRPr>
          </a:p>
          <a:p>
            <a:pPr marL="285750" indent="-285750">
              <a:buFont typeface="Arial" panose="020B0604020202020204" pitchFamily="34" charset="0"/>
              <a:buChar char="•"/>
            </a:pPr>
            <a:r>
              <a:rPr lang="zh-CN" altLang="en-US" sz="1400" dirty="0">
                <a:solidFill>
                  <a:schemeClr val="accent2"/>
                </a:solidFill>
                <a:latin typeface="Times New Roman" panose="02020603050405020304" pitchFamily="18" charset="0"/>
                <a:ea typeface="+mj-ea"/>
                <a:cs typeface="Times New Roman" panose="02020603050405020304" pitchFamily="18" charset="0"/>
              </a:rPr>
              <a:t>综合智能体</a:t>
            </a:r>
            <a:r>
              <a:rPr lang="zh-CN" altLang="en-US" sz="1400" dirty="0">
                <a:solidFill>
                  <a:schemeClr val="tx1"/>
                </a:solidFill>
                <a:latin typeface="Times New Roman" panose="02020603050405020304" pitchFamily="18" charset="0"/>
                <a:ea typeface="+mj-ea"/>
                <a:cs typeface="Times New Roman" panose="02020603050405020304" pitchFamily="18" charset="0"/>
              </a:rPr>
              <a:t>根据所有辩论记录生成辩论报告</a:t>
            </a:r>
            <a:endParaRPr lang="en-US" altLang="zh-CN" sz="1400" dirty="0">
              <a:solidFill>
                <a:schemeClr val="tx1"/>
              </a:solidFill>
              <a:latin typeface="Times New Roman" panose="02020603050405020304" pitchFamily="18" charset="0"/>
              <a:ea typeface="+mj-ea"/>
              <a:cs typeface="Times New Roman" panose="02020603050405020304" pitchFamily="18" charset="0"/>
            </a:endParaRPr>
          </a:p>
          <a:p>
            <a:pPr marL="285750" indent="-285750">
              <a:buFont typeface="Arial" panose="020B0604020202020204" pitchFamily="34" charset="0"/>
              <a:buChar char="•"/>
            </a:pPr>
            <a:r>
              <a:rPr lang="zh-CN" altLang="en-US" sz="1400" dirty="0">
                <a:solidFill>
                  <a:schemeClr val="accent2"/>
                </a:solidFill>
                <a:latin typeface="Times New Roman" panose="02020603050405020304" pitchFamily="18" charset="0"/>
                <a:ea typeface="+mj-ea"/>
                <a:cs typeface="Times New Roman" panose="02020603050405020304" pitchFamily="18" charset="0"/>
              </a:rPr>
              <a:t>分析智能体</a:t>
            </a:r>
            <a:r>
              <a:rPr lang="zh-CN" altLang="en-US" sz="1400" dirty="0">
                <a:solidFill>
                  <a:schemeClr val="tx1"/>
                </a:solidFill>
                <a:latin typeface="Times New Roman" panose="02020603050405020304" pitchFamily="18" charset="0"/>
                <a:ea typeface="+mj-ea"/>
                <a:cs typeface="Times New Roman" panose="02020603050405020304" pitchFamily="18" charset="0"/>
              </a:rPr>
              <a:t>根据综合智能体生成的辩论报告以预测新内容是否为真。</a:t>
            </a:r>
            <a:endParaRPr lang="en-US" altLang="zh-CN" sz="1400" dirty="0">
              <a:solidFill>
                <a:schemeClr val="tx1"/>
              </a:solidFill>
              <a:latin typeface="Times New Roman" panose="02020603050405020304" pitchFamily="18" charset="0"/>
              <a:ea typeface="+mj-ea"/>
              <a:cs typeface="Times New Roman" panose="02020603050405020304" pitchFamily="18" charset="0"/>
            </a:endParaRPr>
          </a:p>
        </p:txBody>
      </p:sp>
    </p:spTree>
    <p:extLst>
      <p:ext uri="{BB962C8B-B14F-4D97-AF65-F5344CB8AC3E}">
        <p14:creationId xmlns:p14="http://schemas.microsoft.com/office/powerpoint/2010/main" val="36233797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507EB8-0D66-7255-9A62-EA33B564772A}"/>
            </a:ext>
          </a:extLst>
        </p:cNvPr>
        <p:cNvGrpSpPr/>
        <p:nvPr/>
      </p:nvGrpSpPr>
      <p:grpSpPr>
        <a:xfrm>
          <a:off x="0" y="0"/>
          <a:ext cx="0" cy="0"/>
          <a:chOff x="0" y="0"/>
          <a:chExt cx="0" cy="0"/>
        </a:xfrm>
      </p:grpSpPr>
      <p:sp>
        <p:nvSpPr>
          <p:cNvPr id="10" name="标题 9">
            <a:extLst>
              <a:ext uri="{FF2B5EF4-FFF2-40B4-BE49-F238E27FC236}">
                <a16:creationId xmlns:a16="http://schemas.microsoft.com/office/drawing/2014/main" id="{0ADB305B-19FD-CB25-063A-9638AAECCF70}"/>
              </a:ext>
            </a:extLst>
          </p:cNvPr>
          <p:cNvSpPr>
            <a:spLocks noGrp="1"/>
          </p:cNvSpPr>
          <p:nvPr>
            <p:ph type="title"/>
          </p:nvPr>
        </p:nvSpPr>
        <p:spPr/>
        <p:txBody>
          <a:bodyPr/>
          <a:lstStyle/>
          <a:p>
            <a:r>
              <a:rPr lang="en-US" altLang="zh-CN" dirty="0"/>
              <a:t>04 TED </a:t>
            </a:r>
            <a:r>
              <a:rPr lang="zh-CN" altLang="en-US" dirty="0"/>
              <a:t>框架核心设计</a:t>
            </a:r>
          </a:p>
        </p:txBody>
      </p:sp>
      <p:sp>
        <p:nvSpPr>
          <p:cNvPr id="9" name="AutoShape 6" descr="女子挺5个月孕肚征婚？重庆警方通报">
            <a:extLst>
              <a:ext uri="{FF2B5EF4-FFF2-40B4-BE49-F238E27FC236}">
                <a16:creationId xmlns:a16="http://schemas.microsoft.com/office/drawing/2014/main" id="{BFE431D8-4F46-90BB-E5C5-BBD3BDD60483}"/>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 name="矩形 3">
            <a:extLst>
              <a:ext uri="{FF2B5EF4-FFF2-40B4-BE49-F238E27FC236}">
                <a16:creationId xmlns:a16="http://schemas.microsoft.com/office/drawing/2014/main" id="{3019F5F4-A59D-CDA4-5908-5787AFEAD1ED}"/>
              </a:ext>
            </a:extLst>
          </p:cNvPr>
          <p:cNvSpPr/>
          <p:nvPr/>
        </p:nvSpPr>
        <p:spPr>
          <a:xfrm>
            <a:off x="640934" y="1196391"/>
            <a:ext cx="2546647" cy="34187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1"/>
                </a:solidFill>
                <a:latin typeface="Times New Roman" panose="02020603050405020304" pitchFamily="18" charset="0"/>
                <a:cs typeface="Times New Roman" panose="02020603050405020304" pitchFamily="18" charset="0"/>
              </a:rPr>
              <a:t>DebateFlow Agents</a:t>
            </a:r>
            <a:endParaRPr lang="zh-CN" altLang="en-US" dirty="0">
              <a:solidFill>
                <a:schemeClr val="bg1"/>
              </a:solidFill>
              <a:latin typeface="Times New Roman" panose="02020603050405020304" pitchFamily="18" charset="0"/>
              <a:cs typeface="Times New Roman" panose="02020603050405020304" pitchFamily="18" charset="0"/>
            </a:endParaRPr>
          </a:p>
        </p:txBody>
      </p:sp>
      <p:grpSp>
        <p:nvGrpSpPr>
          <p:cNvPr id="2" name="组合 1">
            <a:extLst>
              <a:ext uri="{FF2B5EF4-FFF2-40B4-BE49-F238E27FC236}">
                <a16:creationId xmlns:a16="http://schemas.microsoft.com/office/drawing/2014/main" id="{8D0AD443-16E1-56DD-761B-587D567FF3D4}"/>
              </a:ext>
            </a:extLst>
          </p:cNvPr>
          <p:cNvGrpSpPr/>
          <p:nvPr/>
        </p:nvGrpSpPr>
        <p:grpSpPr>
          <a:xfrm>
            <a:off x="636228" y="1622051"/>
            <a:ext cx="5305019" cy="4495124"/>
            <a:chOff x="657566" y="1429307"/>
            <a:chExt cx="3195126" cy="4217674"/>
          </a:xfrm>
        </p:grpSpPr>
        <p:sp>
          <p:nvSpPr>
            <p:cNvPr id="3" name="矩形: 圆角 2">
              <a:extLst>
                <a:ext uri="{FF2B5EF4-FFF2-40B4-BE49-F238E27FC236}">
                  <a16:creationId xmlns:a16="http://schemas.microsoft.com/office/drawing/2014/main" id="{A4B60A7B-62A3-0643-7C43-AE658D01E5CB}"/>
                </a:ext>
              </a:extLst>
            </p:cNvPr>
            <p:cNvSpPr/>
            <p:nvPr/>
          </p:nvSpPr>
          <p:spPr>
            <a:xfrm>
              <a:off x="658983" y="1441953"/>
              <a:ext cx="3193709" cy="4174469"/>
            </a:xfrm>
            <a:prstGeom prst="roundRect">
              <a:avLst>
                <a:gd name="adj" fmla="val 2432"/>
              </a:avLst>
            </a:prstGeom>
            <a:pattFill prst="ltUpDiag">
              <a:fgClr>
                <a:schemeClr val="bg1">
                  <a:lumMod val="85000"/>
                </a:schemeClr>
              </a:fgClr>
              <a:bgClr>
                <a:schemeClr val="bg1"/>
              </a:bgClr>
            </a:pattFill>
            <a:ln w="19050">
              <a:solidFill>
                <a:schemeClr val="accent1"/>
              </a:solidFill>
            </a:ln>
            <a:effectLst>
              <a:glow rad="254000">
                <a:schemeClr val="accent1">
                  <a:alpha val="10000"/>
                </a:schemeClr>
              </a:glow>
            </a:effectLst>
          </p:spPr>
          <p:style>
            <a:lnRef idx="2">
              <a:schemeClr val="accent1">
                <a:shade val="50000"/>
              </a:schemeClr>
            </a:lnRef>
            <a:fillRef idx="1">
              <a:schemeClr val="accent1"/>
            </a:fillRef>
            <a:effectRef idx="0">
              <a:schemeClr val="accent1"/>
            </a:effectRef>
            <a:fontRef idx="minor">
              <a:schemeClr val="lt1"/>
            </a:fontRef>
          </p:style>
          <p:txBody>
            <a:bodyPr lIns="72000" rIns="72000" rtlCol="0" anchor="ctr"/>
            <a:lstStyle/>
            <a:p>
              <a:pPr algn="ctr"/>
              <a:endParaRPr lang="zh-CN" altLang="en-US"/>
            </a:p>
          </p:txBody>
        </p:sp>
        <p:sp>
          <p:nvSpPr>
            <p:cNvPr id="5" name="文本框 4">
              <a:extLst>
                <a:ext uri="{FF2B5EF4-FFF2-40B4-BE49-F238E27FC236}">
                  <a16:creationId xmlns:a16="http://schemas.microsoft.com/office/drawing/2014/main" id="{068367CD-5010-3F04-0272-E26719FC58AB}"/>
                </a:ext>
              </a:extLst>
            </p:cNvPr>
            <p:cNvSpPr txBox="1"/>
            <p:nvPr/>
          </p:nvSpPr>
          <p:spPr>
            <a:xfrm>
              <a:off x="1237139" y="1429307"/>
              <a:ext cx="2037397" cy="445826"/>
            </a:xfrm>
            <a:prstGeom prst="roundRect">
              <a:avLst>
                <a:gd name="adj" fmla="val 12394"/>
              </a:avLst>
            </a:prstGeom>
            <a:noFill/>
          </p:spPr>
          <p:txBody>
            <a:bodyPr wrap="square" lIns="72000" rIns="72000" rtlCol="0" anchor="ctr" anchorCtr="0">
              <a:normAutofit/>
            </a:bodyPr>
            <a:lstStyle/>
            <a:p>
              <a:pPr algn="ctr"/>
              <a:r>
                <a:rPr lang="en-US" altLang="zh-CN" dirty="0">
                  <a:latin typeface="Times New Roman" panose="02020603050405020304" pitchFamily="18" charset="0"/>
                  <a:ea typeface="+mj-ea"/>
                  <a:cs typeface="Times New Roman" panose="02020603050405020304" pitchFamily="18" charset="0"/>
                </a:rPr>
                <a:t>DebateFlow Agents</a:t>
              </a:r>
              <a:endParaRPr lang="zh-CN" altLang="en-US" dirty="0">
                <a:latin typeface="Times New Roman" panose="02020603050405020304" pitchFamily="18" charset="0"/>
                <a:ea typeface="+mj-ea"/>
                <a:cs typeface="Times New Roman" panose="02020603050405020304" pitchFamily="18" charset="0"/>
              </a:endParaRPr>
            </a:p>
          </p:txBody>
        </p:sp>
        <p:cxnSp>
          <p:nvCxnSpPr>
            <p:cNvPr id="6" name="直接连接符 5">
              <a:extLst>
                <a:ext uri="{FF2B5EF4-FFF2-40B4-BE49-F238E27FC236}">
                  <a16:creationId xmlns:a16="http://schemas.microsoft.com/office/drawing/2014/main" id="{7C24A68C-4A11-86BA-B9A6-63CD6245F064}"/>
                </a:ext>
              </a:extLst>
            </p:cNvPr>
            <p:cNvCxnSpPr>
              <a:cxnSpLocks/>
            </p:cNvCxnSpPr>
            <p:nvPr/>
          </p:nvCxnSpPr>
          <p:spPr>
            <a:xfrm>
              <a:off x="1617762" y="1899961"/>
              <a:ext cx="1276151" cy="0"/>
            </a:xfrm>
            <a:prstGeom prst="line">
              <a:avLst/>
            </a:prstGeom>
            <a:ln w="38100" cap="rnd"/>
          </p:spPr>
          <p:style>
            <a:lnRef idx="1">
              <a:schemeClr val="accent1"/>
            </a:lnRef>
            <a:fillRef idx="0">
              <a:schemeClr val="accent1"/>
            </a:fillRef>
            <a:effectRef idx="0">
              <a:schemeClr val="accent1"/>
            </a:effectRef>
            <a:fontRef idx="minor">
              <a:schemeClr val="tx1"/>
            </a:fontRef>
          </p:style>
        </p:cxnSp>
        <p:sp>
          <p:nvSpPr>
            <p:cNvPr id="7" name="文本框 6">
              <a:extLst>
                <a:ext uri="{FF2B5EF4-FFF2-40B4-BE49-F238E27FC236}">
                  <a16:creationId xmlns:a16="http://schemas.microsoft.com/office/drawing/2014/main" id="{AF63382C-141A-AC57-9E09-98E89EDABC79}"/>
                </a:ext>
              </a:extLst>
            </p:cNvPr>
            <p:cNvSpPr txBox="1"/>
            <p:nvPr/>
          </p:nvSpPr>
          <p:spPr>
            <a:xfrm>
              <a:off x="657566" y="1924789"/>
              <a:ext cx="3190875" cy="3722192"/>
            </a:xfrm>
            <a:prstGeom prst="rect">
              <a:avLst/>
            </a:prstGeom>
            <a:noFill/>
          </p:spPr>
          <p:txBody>
            <a:bodyPr wrap="square" lIns="72000" rIns="72000" rtlCol="0">
              <a:spAutoFit/>
            </a:bodyPr>
            <a:lstStyle/>
            <a:p>
              <a:pPr marL="285750" indent="-285750">
                <a:lnSpc>
                  <a:spcPct val="130000"/>
                </a:lnSpc>
                <a:spcBef>
                  <a:spcPts val="600"/>
                </a:spcBef>
                <a:buFont typeface="Arial" panose="020B0604020202020204" pitchFamily="34" charset="0"/>
                <a:buChar char="•"/>
              </a:pPr>
              <a:r>
                <a:rPr lang="en-US" altLang="zh-CN" sz="1400" dirty="0">
                  <a:latin typeface="Times New Roman" panose="02020603050405020304" pitchFamily="18" charset="0"/>
                  <a:ea typeface="+mj-ea"/>
                  <a:cs typeface="Times New Roman" panose="02020603050405020304" pitchFamily="18" charset="0"/>
                </a:rPr>
                <a:t>2 </a:t>
              </a:r>
              <a:r>
                <a:rPr lang="zh-CN" altLang="en-US" sz="1400" dirty="0">
                  <a:latin typeface="Times New Roman" panose="02020603050405020304" pitchFamily="18" charset="0"/>
                  <a:ea typeface="+mj-ea"/>
                  <a:cs typeface="Times New Roman" panose="02020603050405020304" pitchFamily="18" charset="0"/>
                </a:rPr>
                <a:t>支对立智能体团队，严格遵循正式辩论规则</a:t>
              </a:r>
              <a:endParaRPr lang="en-US" altLang="zh-CN" sz="1400" dirty="0">
                <a:latin typeface="Times New Roman" panose="02020603050405020304" pitchFamily="18" charset="0"/>
                <a:ea typeface="+mj-ea"/>
                <a:cs typeface="Times New Roman" panose="02020603050405020304" pitchFamily="18" charset="0"/>
              </a:endParaRPr>
            </a:p>
            <a:p>
              <a:pPr marL="742950" lvl="1" indent="-285750">
                <a:lnSpc>
                  <a:spcPct val="130000"/>
                </a:lnSpc>
                <a:spcBef>
                  <a:spcPts val="600"/>
                </a:spcBef>
                <a:buFont typeface="Arial" panose="020B0604020202020204" pitchFamily="34" charset="0"/>
                <a:buChar char="•"/>
              </a:pPr>
              <a:r>
                <a:rPr lang="zh-CN" altLang="en-US" sz="1400" dirty="0">
                  <a:latin typeface="Times New Roman" panose="02020603050405020304" pitchFamily="18" charset="0"/>
                  <a:ea typeface="+mj-ea"/>
                  <a:cs typeface="Times New Roman" panose="02020603050405020304" pitchFamily="18" charset="0"/>
                </a:rPr>
                <a:t>正方团队：核心目标为证明新闻真实性，提供支撑论据</a:t>
              </a:r>
              <a:endParaRPr lang="en-US" altLang="zh-CN" sz="1400" dirty="0">
                <a:latin typeface="Times New Roman" panose="02020603050405020304" pitchFamily="18" charset="0"/>
                <a:ea typeface="+mj-ea"/>
                <a:cs typeface="Times New Roman" panose="02020603050405020304" pitchFamily="18" charset="0"/>
              </a:endParaRPr>
            </a:p>
            <a:p>
              <a:pPr marL="742950" lvl="1" indent="-285750">
                <a:lnSpc>
                  <a:spcPct val="130000"/>
                </a:lnSpc>
                <a:spcBef>
                  <a:spcPts val="600"/>
                </a:spcBef>
                <a:buFont typeface="Arial" panose="020B0604020202020204" pitchFamily="34" charset="0"/>
                <a:buChar char="•"/>
              </a:pPr>
              <a:r>
                <a:rPr lang="zh-CN" altLang="en-US" sz="1400" dirty="0">
                  <a:latin typeface="Times New Roman" panose="02020603050405020304" pitchFamily="18" charset="0"/>
                  <a:ea typeface="+mj-ea"/>
                  <a:cs typeface="Times New Roman" panose="02020603050405020304" pitchFamily="18" charset="0"/>
                </a:rPr>
                <a:t>反方团队：核心目标为证明新闻虚假性，挖掘事实错误与逻辑漏洞</a:t>
              </a:r>
              <a:endParaRPr lang="en-US" altLang="zh-CN" sz="1400" dirty="0">
                <a:latin typeface="Times New Roman" panose="02020603050405020304" pitchFamily="18" charset="0"/>
                <a:ea typeface="+mj-ea"/>
                <a:cs typeface="Times New Roman" panose="02020603050405020304" pitchFamily="18" charset="0"/>
              </a:endParaRPr>
            </a:p>
            <a:p>
              <a:pPr marL="285750" lvl="1" indent="-285750">
                <a:lnSpc>
                  <a:spcPct val="130000"/>
                </a:lnSpc>
                <a:spcBef>
                  <a:spcPts val="600"/>
                </a:spcBef>
                <a:buFont typeface="Arial" panose="020B0604020202020204" pitchFamily="34" charset="0"/>
                <a:buChar char="•"/>
              </a:pPr>
              <a:r>
                <a:rPr lang="zh-CN" altLang="en-US" sz="1400" dirty="0">
                  <a:latin typeface="Times New Roman" panose="02020603050405020304" pitchFamily="18" charset="0"/>
                  <a:ea typeface="+mj-ea"/>
                  <a:cs typeface="Times New Roman" panose="02020603050405020304" pitchFamily="18" charset="0"/>
                </a:rPr>
                <a:t>模拟辩论场景中的推理过程，包括</a:t>
              </a:r>
              <a:r>
                <a:rPr lang="zh-CN" altLang="en-US" sz="1400" dirty="0">
                  <a:solidFill>
                    <a:srgbClr val="FF0000"/>
                  </a:solidFill>
                  <a:latin typeface="Times New Roman" panose="02020603050405020304" pitchFamily="18" charset="0"/>
                  <a:ea typeface="+mj-ea"/>
                  <a:cs typeface="Times New Roman" panose="02020603050405020304" pitchFamily="18" charset="0"/>
                </a:rPr>
                <a:t>开场询问</a:t>
              </a:r>
              <a:r>
                <a:rPr lang="zh-CN" altLang="en-US" sz="1400" dirty="0">
                  <a:latin typeface="Times New Roman" panose="02020603050405020304" pitchFamily="18" charset="0"/>
                  <a:ea typeface="+mj-ea"/>
                  <a:cs typeface="Times New Roman" panose="02020603050405020304" pitchFamily="18" charset="0"/>
                </a:rPr>
                <a:t>、</a:t>
              </a:r>
              <a:r>
                <a:rPr lang="zh-CN" altLang="en-US" sz="1400" dirty="0">
                  <a:solidFill>
                    <a:srgbClr val="FF0000"/>
                  </a:solidFill>
                  <a:latin typeface="Times New Roman" panose="02020603050405020304" pitchFamily="18" charset="0"/>
                  <a:ea typeface="+mj-ea"/>
                  <a:cs typeface="Times New Roman" panose="02020603050405020304" pitchFamily="18" charset="0"/>
                </a:rPr>
                <a:t>交叉询问</a:t>
              </a:r>
              <a:r>
                <a:rPr lang="zh-CN" altLang="en-US" sz="1400" dirty="0">
                  <a:latin typeface="Times New Roman" panose="02020603050405020304" pitchFamily="18" charset="0"/>
                  <a:ea typeface="+mj-ea"/>
                  <a:cs typeface="Times New Roman" panose="02020603050405020304" pitchFamily="18" charset="0"/>
                </a:rPr>
                <a:t>、</a:t>
              </a:r>
              <a:r>
                <a:rPr lang="zh-CN" altLang="en-US" sz="1400" dirty="0">
                  <a:solidFill>
                    <a:srgbClr val="FF0000"/>
                  </a:solidFill>
                  <a:latin typeface="Times New Roman" panose="02020603050405020304" pitchFamily="18" charset="0"/>
                  <a:ea typeface="+mj-ea"/>
                  <a:cs typeface="Times New Roman" panose="02020603050405020304" pitchFamily="18" charset="0"/>
                </a:rPr>
                <a:t>反驳和总结陈词</a:t>
              </a:r>
              <a:r>
                <a:rPr lang="zh-CN" altLang="en-US" sz="1400" dirty="0">
                  <a:latin typeface="Times New Roman" panose="02020603050405020304" pitchFamily="18" charset="0"/>
                  <a:ea typeface="+mj-ea"/>
                  <a:cs typeface="Times New Roman" panose="02020603050405020304" pitchFamily="18" charset="0"/>
                </a:rPr>
                <a:t>。</a:t>
              </a:r>
              <a:endParaRPr lang="en-US" altLang="zh-CN" sz="1400" dirty="0">
                <a:latin typeface="Times New Roman" panose="02020603050405020304" pitchFamily="18" charset="0"/>
                <a:ea typeface="+mj-ea"/>
                <a:cs typeface="Times New Roman" panose="02020603050405020304" pitchFamily="18" charset="0"/>
              </a:endParaRPr>
            </a:p>
            <a:p>
              <a:pPr marL="742950" lvl="1" indent="-285750">
                <a:lnSpc>
                  <a:spcPct val="130000"/>
                </a:lnSpc>
                <a:spcBef>
                  <a:spcPts val="600"/>
                </a:spcBef>
                <a:buFont typeface="Arial" panose="020B0604020202020204" pitchFamily="34" charset="0"/>
                <a:buChar char="•"/>
              </a:pPr>
              <a:r>
                <a:rPr lang="zh-CN" altLang="en-US" sz="1400" dirty="0">
                  <a:solidFill>
                    <a:srgbClr val="FF0000"/>
                  </a:solidFill>
                  <a:latin typeface="Times New Roman" panose="02020603050405020304" pitchFamily="18" charset="0"/>
                  <a:ea typeface="+mj-ea"/>
                  <a:cs typeface="Times New Roman" panose="02020603050405020304" pitchFamily="18" charset="0"/>
                </a:rPr>
                <a:t>开场询问</a:t>
              </a:r>
              <a:r>
                <a:rPr lang="zh-CN" altLang="en-US" sz="1400" dirty="0">
                  <a:latin typeface="Times New Roman" panose="02020603050405020304" pitchFamily="18" charset="0"/>
                  <a:ea typeface="+mj-ea"/>
                  <a:cs typeface="Times New Roman" panose="02020603050405020304" pitchFamily="18" charset="0"/>
                </a:rPr>
                <a:t>阶段：正反双方分别陈述核心立场，给出支撑自身主张的核心论据与初步证据</a:t>
              </a:r>
              <a:endParaRPr lang="en-US" altLang="zh-CN" sz="1400" dirty="0">
                <a:latin typeface="Times New Roman" panose="02020603050405020304" pitchFamily="18" charset="0"/>
                <a:ea typeface="+mj-ea"/>
                <a:cs typeface="Times New Roman" panose="02020603050405020304" pitchFamily="18" charset="0"/>
              </a:endParaRPr>
            </a:p>
            <a:p>
              <a:pPr marL="742950" lvl="1" indent="-285750">
                <a:lnSpc>
                  <a:spcPct val="130000"/>
                </a:lnSpc>
                <a:spcBef>
                  <a:spcPts val="600"/>
                </a:spcBef>
                <a:buFont typeface="Arial" panose="020B0604020202020204" pitchFamily="34" charset="0"/>
                <a:buChar char="•"/>
              </a:pPr>
              <a:r>
                <a:rPr lang="zh-CN" altLang="en-US" sz="1400" dirty="0">
                  <a:solidFill>
                    <a:srgbClr val="FF0000"/>
                  </a:solidFill>
                  <a:latin typeface="Times New Roman" panose="02020603050405020304" pitchFamily="18" charset="0"/>
                  <a:ea typeface="+mj-ea"/>
                  <a:cs typeface="Times New Roman" panose="02020603050405020304" pitchFamily="18" charset="0"/>
                </a:rPr>
                <a:t>交叉询问</a:t>
              </a:r>
              <a:r>
                <a:rPr lang="zh-CN" altLang="en-US" sz="1400" dirty="0">
                  <a:latin typeface="Times New Roman" panose="02020603050405020304" pitchFamily="18" charset="0"/>
                  <a:ea typeface="+mj-ea"/>
                  <a:cs typeface="Times New Roman" panose="02020603050405020304" pitchFamily="18" charset="0"/>
                </a:rPr>
                <a:t>阶段：反方针对正方论据与逻辑漏洞提出针对性质询，正方逐一辩护回应，多轮交互充分暴露核心矛盾</a:t>
              </a:r>
              <a:endParaRPr lang="en-US" altLang="zh-CN" sz="1400" dirty="0">
                <a:latin typeface="Times New Roman" panose="02020603050405020304" pitchFamily="18" charset="0"/>
                <a:ea typeface="+mj-ea"/>
                <a:cs typeface="Times New Roman" panose="02020603050405020304" pitchFamily="18" charset="0"/>
              </a:endParaRPr>
            </a:p>
            <a:p>
              <a:pPr lvl="1">
                <a:lnSpc>
                  <a:spcPct val="130000"/>
                </a:lnSpc>
                <a:spcBef>
                  <a:spcPts val="600"/>
                </a:spcBef>
              </a:pPr>
              <a:endParaRPr lang="en-US" altLang="zh-CN" sz="1400" dirty="0">
                <a:latin typeface="Times New Roman" panose="02020603050405020304" pitchFamily="18" charset="0"/>
                <a:ea typeface="+mj-ea"/>
                <a:cs typeface="Times New Roman" panose="02020603050405020304" pitchFamily="18" charset="0"/>
              </a:endParaRPr>
            </a:p>
          </p:txBody>
        </p:sp>
      </p:grpSp>
      <p:pic>
        <p:nvPicPr>
          <p:cNvPr id="8" name="图片 7">
            <a:extLst>
              <a:ext uri="{FF2B5EF4-FFF2-40B4-BE49-F238E27FC236}">
                <a16:creationId xmlns:a16="http://schemas.microsoft.com/office/drawing/2014/main" id="{A8CED47A-C95C-81D6-E18E-4CB946C9DA49}"/>
              </a:ext>
            </a:extLst>
          </p:cNvPr>
          <p:cNvPicPr>
            <a:picLocks noChangeAspect="1"/>
          </p:cNvPicPr>
          <p:nvPr/>
        </p:nvPicPr>
        <p:blipFill>
          <a:blip r:embed="rId3"/>
          <a:stretch>
            <a:fillRect/>
          </a:stretch>
        </p:blipFill>
        <p:spPr>
          <a:xfrm>
            <a:off x="6094576" y="3257449"/>
            <a:ext cx="5774108" cy="2827157"/>
          </a:xfrm>
          <a:prstGeom prst="rect">
            <a:avLst/>
          </a:prstGeom>
        </p:spPr>
      </p:pic>
      <p:sp>
        <p:nvSpPr>
          <p:cNvPr id="12" name="矩形: 圆角 11">
            <a:extLst>
              <a:ext uri="{FF2B5EF4-FFF2-40B4-BE49-F238E27FC236}">
                <a16:creationId xmlns:a16="http://schemas.microsoft.com/office/drawing/2014/main" id="{AB378ED8-840E-B788-CA55-62D170EFAD0E}"/>
              </a:ext>
            </a:extLst>
          </p:cNvPr>
          <p:cNvSpPr/>
          <p:nvPr/>
        </p:nvSpPr>
        <p:spPr>
          <a:xfrm>
            <a:off x="6096000" y="1636768"/>
            <a:ext cx="5774108" cy="1465355"/>
          </a:xfrm>
          <a:prstGeom prst="roundRect">
            <a:avLst>
              <a:gd name="adj" fmla="val 2432"/>
            </a:avLst>
          </a:prstGeom>
          <a:pattFill prst="ltUpDiag">
            <a:fgClr>
              <a:schemeClr val="bg1">
                <a:lumMod val="85000"/>
              </a:schemeClr>
            </a:fgClr>
            <a:bgClr>
              <a:schemeClr val="bg1"/>
            </a:bgClr>
          </a:pattFill>
          <a:ln w="19050">
            <a:solidFill>
              <a:schemeClr val="accent1"/>
            </a:solidFill>
          </a:ln>
          <a:effectLst>
            <a:glow rad="254000">
              <a:schemeClr val="accent1">
                <a:alpha val="10000"/>
              </a:schemeClr>
            </a:glow>
          </a:effectLst>
        </p:spPr>
        <p:style>
          <a:lnRef idx="2">
            <a:schemeClr val="accent1">
              <a:shade val="50000"/>
            </a:schemeClr>
          </a:lnRef>
          <a:fillRef idx="1">
            <a:schemeClr val="accent1"/>
          </a:fillRef>
          <a:effectRef idx="0">
            <a:schemeClr val="accent1"/>
          </a:effectRef>
          <a:fontRef idx="minor">
            <a:schemeClr val="lt1"/>
          </a:fontRef>
        </p:style>
        <p:txBody>
          <a:bodyPr lIns="72000" rIns="72000" rtlCol="0" anchor="ctr"/>
          <a:lstStyle/>
          <a:p>
            <a:pPr algn="ctr"/>
            <a:endParaRPr lang="zh-CN" altLang="en-US"/>
          </a:p>
        </p:txBody>
      </p:sp>
      <p:sp>
        <p:nvSpPr>
          <p:cNvPr id="19" name="文本框 18">
            <a:extLst>
              <a:ext uri="{FF2B5EF4-FFF2-40B4-BE49-F238E27FC236}">
                <a16:creationId xmlns:a16="http://schemas.microsoft.com/office/drawing/2014/main" id="{44F0D3FF-F992-6EE8-2BCA-2F1E2E89C9A9}"/>
              </a:ext>
            </a:extLst>
          </p:cNvPr>
          <p:cNvSpPr txBox="1"/>
          <p:nvPr/>
        </p:nvSpPr>
        <p:spPr>
          <a:xfrm>
            <a:off x="6094576" y="1747927"/>
            <a:ext cx="5774108" cy="1263295"/>
          </a:xfrm>
          <a:prstGeom prst="rect">
            <a:avLst/>
          </a:prstGeom>
          <a:noFill/>
        </p:spPr>
        <p:txBody>
          <a:bodyPr wrap="square">
            <a:spAutoFit/>
          </a:bodyPr>
          <a:lstStyle/>
          <a:p>
            <a:pPr marL="742950" lvl="1" indent="-285750">
              <a:lnSpc>
                <a:spcPct val="130000"/>
              </a:lnSpc>
              <a:spcBef>
                <a:spcPts val="600"/>
              </a:spcBef>
              <a:buFont typeface="Arial" panose="020B0604020202020204" pitchFamily="34" charset="0"/>
              <a:buChar char="•"/>
            </a:pPr>
            <a:r>
              <a:rPr lang="zh-CN" altLang="en-US" sz="1400" dirty="0">
                <a:solidFill>
                  <a:srgbClr val="FF0000"/>
                </a:solidFill>
                <a:latin typeface="Times New Roman" panose="02020603050405020304" pitchFamily="18" charset="0"/>
                <a:ea typeface="+mj-ea"/>
                <a:cs typeface="Times New Roman" panose="02020603050405020304" pitchFamily="18" charset="0"/>
              </a:rPr>
              <a:t>反驳</a:t>
            </a:r>
            <a:r>
              <a:rPr lang="zh-CN" altLang="en-US" sz="1400" dirty="0">
                <a:latin typeface="Times New Roman" panose="02020603050405020304" pitchFamily="18" charset="0"/>
                <a:ea typeface="+mj-ea"/>
                <a:cs typeface="Times New Roman" panose="02020603050405020304" pitchFamily="18" charset="0"/>
              </a:rPr>
              <a:t>阶段：正反双方针对对方前序阶段的观点、论据、回应，进行针对性反驳与证伪</a:t>
            </a:r>
            <a:endParaRPr lang="en-US" altLang="zh-CN" sz="1400" dirty="0">
              <a:latin typeface="Times New Roman" panose="02020603050405020304" pitchFamily="18" charset="0"/>
              <a:ea typeface="+mj-ea"/>
              <a:cs typeface="Times New Roman" panose="02020603050405020304" pitchFamily="18" charset="0"/>
            </a:endParaRPr>
          </a:p>
          <a:p>
            <a:pPr marL="742950" lvl="1" indent="-285750">
              <a:lnSpc>
                <a:spcPct val="130000"/>
              </a:lnSpc>
              <a:spcBef>
                <a:spcPts val="600"/>
              </a:spcBef>
              <a:buFont typeface="Arial" panose="020B0604020202020204" pitchFamily="34" charset="0"/>
              <a:buChar char="•"/>
            </a:pPr>
            <a:r>
              <a:rPr lang="zh-CN" altLang="en-US" sz="1400" dirty="0">
                <a:solidFill>
                  <a:srgbClr val="FF0000"/>
                </a:solidFill>
                <a:latin typeface="Times New Roman" panose="02020603050405020304" pitchFamily="18" charset="0"/>
                <a:ea typeface="+mj-ea"/>
                <a:cs typeface="Times New Roman" panose="02020603050405020304" pitchFamily="18" charset="0"/>
              </a:rPr>
              <a:t>总结陈词</a:t>
            </a:r>
            <a:r>
              <a:rPr lang="zh-CN" altLang="en-US" sz="1400" dirty="0">
                <a:latin typeface="Times New Roman" panose="02020603050405020304" pitchFamily="18" charset="0"/>
                <a:ea typeface="+mj-ea"/>
                <a:cs typeface="Times New Roman" panose="02020603050405020304" pitchFamily="18" charset="0"/>
              </a:rPr>
              <a:t>阶段：正反双方分别梳理辩论核心，重申自身核心主张与关键论据，完成最终陈述</a:t>
            </a:r>
          </a:p>
        </p:txBody>
      </p:sp>
    </p:spTree>
    <p:extLst>
      <p:ext uri="{BB962C8B-B14F-4D97-AF65-F5344CB8AC3E}">
        <p14:creationId xmlns:p14="http://schemas.microsoft.com/office/powerpoint/2010/main" val="36010919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CCDDCE-C9A0-435F-C116-5F95E83E5237}"/>
            </a:ext>
          </a:extLst>
        </p:cNvPr>
        <p:cNvGrpSpPr/>
        <p:nvPr/>
      </p:nvGrpSpPr>
      <p:grpSpPr>
        <a:xfrm>
          <a:off x="0" y="0"/>
          <a:ext cx="0" cy="0"/>
          <a:chOff x="0" y="0"/>
          <a:chExt cx="0" cy="0"/>
        </a:xfrm>
      </p:grpSpPr>
      <p:sp>
        <p:nvSpPr>
          <p:cNvPr id="10" name="标题 9">
            <a:extLst>
              <a:ext uri="{FF2B5EF4-FFF2-40B4-BE49-F238E27FC236}">
                <a16:creationId xmlns:a16="http://schemas.microsoft.com/office/drawing/2014/main" id="{75EF007B-5271-6D20-BB03-7FF7C569016D}"/>
              </a:ext>
            </a:extLst>
          </p:cNvPr>
          <p:cNvSpPr>
            <a:spLocks noGrp="1"/>
          </p:cNvSpPr>
          <p:nvPr>
            <p:ph type="title"/>
          </p:nvPr>
        </p:nvSpPr>
        <p:spPr/>
        <p:txBody>
          <a:bodyPr/>
          <a:lstStyle/>
          <a:p>
            <a:r>
              <a:rPr lang="en-US" altLang="zh-CN" dirty="0"/>
              <a:t>04 TED </a:t>
            </a:r>
            <a:r>
              <a:rPr lang="zh-CN" altLang="en-US" dirty="0"/>
              <a:t>框架核心设计</a:t>
            </a:r>
          </a:p>
        </p:txBody>
      </p:sp>
      <p:sp>
        <p:nvSpPr>
          <p:cNvPr id="9" name="AutoShape 6" descr="女子挺5个月孕肚征婚？重庆警方通报">
            <a:extLst>
              <a:ext uri="{FF2B5EF4-FFF2-40B4-BE49-F238E27FC236}">
                <a16:creationId xmlns:a16="http://schemas.microsoft.com/office/drawing/2014/main" id="{72648DBF-A0F7-C541-54A3-670F4E9E87B7}"/>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 name="矩形 2">
            <a:extLst>
              <a:ext uri="{FF2B5EF4-FFF2-40B4-BE49-F238E27FC236}">
                <a16:creationId xmlns:a16="http://schemas.microsoft.com/office/drawing/2014/main" id="{E5D19DC0-5591-A2F8-50E8-B96BC0C3E295}"/>
              </a:ext>
            </a:extLst>
          </p:cNvPr>
          <p:cNvSpPr/>
          <p:nvPr/>
        </p:nvSpPr>
        <p:spPr>
          <a:xfrm>
            <a:off x="640934" y="1196391"/>
            <a:ext cx="2546647" cy="34187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1"/>
                </a:solidFill>
                <a:latin typeface="Times New Roman" panose="02020603050405020304" pitchFamily="18" charset="0"/>
                <a:cs typeface="Times New Roman" panose="02020603050405020304" pitchFamily="18" charset="0"/>
              </a:rPr>
              <a:t>InsightFlow Agents</a:t>
            </a:r>
            <a:endParaRPr lang="zh-CN" altLang="en-US" dirty="0">
              <a:solidFill>
                <a:schemeClr val="bg1"/>
              </a:solidFill>
              <a:latin typeface="Times New Roman" panose="02020603050405020304" pitchFamily="18" charset="0"/>
              <a:cs typeface="Times New Roman" panose="02020603050405020304" pitchFamily="18" charset="0"/>
            </a:endParaRPr>
          </a:p>
        </p:txBody>
      </p:sp>
      <p:grpSp>
        <p:nvGrpSpPr>
          <p:cNvPr id="5" name="组合 4">
            <a:extLst>
              <a:ext uri="{FF2B5EF4-FFF2-40B4-BE49-F238E27FC236}">
                <a16:creationId xmlns:a16="http://schemas.microsoft.com/office/drawing/2014/main" id="{C048A0E1-D501-97AA-869A-B63A1796EB42}"/>
              </a:ext>
            </a:extLst>
          </p:cNvPr>
          <p:cNvGrpSpPr/>
          <p:nvPr/>
        </p:nvGrpSpPr>
        <p:grpSpPr>
          <a:xfrm>
            <a:off x="1129469" y="1657648"/>
            <a:ext cx="10237862" cy="2105831"/>
            <a:chOff x="660400" y="1817881"/>
            <a:chExt cx="3193709" cy="4507078"/>
          </a:xfrm>
        </p:grpSpPr>
        <p:sp>
          <p:nvSpPr>
            <p:cNvPr id="6" name="矩形: 圆角 5">
              <a:extLst>
                <a:ext uri="{FF2B5EF4-FFF2-40B4-BE49-F238E27FC236}">
                  <a16:creationId xmlns:a16="http://schemas.microsoft.com/office/drawing/2014/main" id="{FF45B18B-5A5C-C2B7-47CB-8B134D4485EA}"/>
                </a:ext>
              </a:extLst>
            </p:cNvPr>
            <p:cNvSpPr/>
            <p:nvPr/>
          </p:nvSpPr>
          <p:spPr>
            <a:xfrm>
              <a:off x="660400" y="1817881"/>
              <a:ext cx="3193709" cy="3791198"/>
            </a:xfrm>
            <a:prstGeom prst="roundRect">
              <a:avLst>
                <a:gd name="adj" fmla="val 2432"/>
              </a:avLst>
            </a:prstGeom>
            <a:pattFill prst="ltUpDiag">
              <a:fgClr>
                <a:schemeClr val="bg1">
                  <a:lumMod val="85000"/>
                </a:schemeClr>
              </a:fgClr>
              <a:bgClr>
                <a:schemeClr val="bg1"/>
              </a:bgClr>
            </a:pattFill>
            <a:ln w="19050">
              <a:solidFill>
                <a:schemeClr val="accent1"/>
              </a:solidFill>
            </a:ln>
            <a:effectLst>
              <a:glow rad="254000">
                <a:schemeClr val="accent1">
                  <a:alpha val="10000"/>
                </a:schemeClr>
              </a:glow>
            </a:effectLst>
          </p:spPr>
          <p:style>
            <a:lnRef idx="2">
              <a:schemeClr val="accent1">
                <a:shade val="50000"/>
              </a:schemeClr>
            </a:lnRef>
            <a:fillRef idx="1">
              <a:schemeClr val="accent1"/>
            </a:fillRef>
            <a:effectRef idx="0">
              <a:schemeClr val="accent1"/>
            </a:effectRef>
            <a:fontRef idx="minor">
              <a:schemeClr val="lt1"/>
            </a:fontRef>
          </p:style>
          <p:txBody>
            <a:bodyPr lIns="72000" rIns="72000" rtlCol="0" anchor="ctr"/>
            <a:lstStyle/>
            <a:p>
              <a:pPr algn="ctr"/>
              <a:endParaRPr lang="zh-CN" altLang="en-US"/>
            </a:p>
          </p:txBody>
        </p:sp>
        <p:sp>
          <p:nvSpPr>
            <p:cNvPr id="7" name="文本框 6">
              <a:extLst>
                <a:ext uri="{FF2B5EF4-FFF2-40B4-BE49-F238E27FC236}">
                  <a16:creationId xmlns:a16="http://schemas.microsoft.com/office/drawing/2014/main" id="{5F738157-DF6E-2C8B-8492-A2FFDDE239A8}"/>
                </a:ext>
              </a:extLst>
            </p:cNvPr>
            <p:cNvSpPr txBox="1"/>
            <p:nvPr/>
          </p:nvSpPr>
          <p:spPr>
            <a:xfrm>
              <a:off x="1237139" y="1980480"/>
              <a:ext cx="2037397" cy="445826"/>
            </a:xfrm>
            <a:prstGeom prst="roundRect">
              <a:avLst>
                <a:gd name="adj" fmla="val 12394"/>
              </a:avLst>
            </a:prstGeom>
            <a:noFill/>
          </p:spPr>
          <p:txBody>
            <a:bodyPr wrap="square" lIns="72000" rIns="72000" rtlCol="0" anchor="ctr" anchorCtr="0">
              <a:noAutofit/>
            </a:bodyPr>
            <a:lstStyle/>
            <a:p>
              <a:pPr algn="ctr"/>
              <a:r>
                <a:rPr lang="en-US" altLang="zh-CN" dirty="0">
                  <a:latin typeface="Times New Roman" panose="02020603050405020304" pitchFamily="18" charset="0"/>
                  <a:cs typeface="Times New Roman" panose="02020603050405020304" pitchFamily="18" charset="0"/>
                </a:rPr>
                <a:t>InsightFlow Agents</a:t>
              </a:r>
              <a:endParaRPr lang="zh-CN" altLang="en-US" dirty="0">
                <a:latin typeface="Times New Roman" panose="02020603050405020304" pitchFamily="18" charset="0"/>
                <a:cs typeface="Times New Roman" panose="02020603050405020304" pitchFamily="18" charset="0"/>
              </a:endParaRPr>
            </a:p>
          </p:txBody>
        </p:sp>
        <p:cxnSp>
          <p:nvCxnSpPr>
            <p:cNvPr id="8" name="直接连接符 7">
              <a:extLst>
                <a:ext uri="{FF2B5EF4-FFF2-40B4-BE49-F238E27FC236}">
                  <a16:creationId xmlns:a16="http://schemas.microsoft.com/office/drawing/2014/main" id="{EA4B0D16-B1AC-1BDD-6196-81E7DF50253D}"/>
                </a:ext>
              </a:extLst>
            </p:cNvPr>
            <p:cNvCxnSpPr>
              <a:cxnSpLocks/>
            </p:cNvCxnSpPr>
            <p:nvPr/>
          </p:nvCxnSpPr>
          <p:spPr>
            <a:xfrm>
              <a:off x="1617762" y="2608455"/>
              <a:ext cx="1276151" cy="0"/>
            </a:xfrm>
            <a:prstGeom prst="line">
              <a:avLst/>
            </a:prstGeom>
            <a:ln w="38100" cap="rnd"/>
          </p:spPr>
          <p:style>
            <a:lnRef idx="1">
              <a:schemeClr val="accent1"/>
            </a:lnRef>
            <a:fillRef idx="0">
              <a:schemeClr val="accent1"/>
            </a:fillRef>
            <a:effectRef idx="0">
              <a:schemeClr val="accent1"/>
            </a:effectRef>
            <a:fontRef idx="minor">
              <a:schemeClr val="tx1"/>
            </a:fontRef>
          </p:style>
        </p:cxnSp>
        <p:sp>
          <p:nvSpPr>
            <p:cNvPr id="11" name="文本框 10">
              <a:extLst>
                <a:ext uri="{FF2B5EF4-FFF2-40B4-BE49-F238E27FC236}">
                  <a16:creationId xmlns:a16="http://schemas.microsoft.com/office/drawing/2014/main" id="{95D6F575-6E32-6FD6-9BA2-692D04B56C63}"/>
                </a:ext>
              </a:extLst>
            </p:cNvPr>
            <p:cNvSpPr txBox="1"/>
            <p:nvPr/>
          </p:nvSpPr>
          <p:spPr>
            <a:xfrm>
              <a:off x="660400" y="2790602"/>
              <a:ext cx="3190875" cy="3534357"/>
            </a:xfrm>
            <a:prstGeom prst="rect">
              <a:avLst/>
            </a:prstGeom>
            <a:noFill/>
          </p:spPr>
          <p:txBody>
            <a:bodyPr wrap="square" lIns="72000" rIns="72000" rtlCol="0">
              <a:spAutoFit/>
            </a:bodyPr>
            <a:lstStyle/>
            <a:p>
              <a:pPr marL="285750" indent="-285750">
                <a:lnSpc>
                  <a:spcPct val="130000"/>
                </a:lnSpc>
                <a:spcBef>
                  <a:spcPts val="600"/>
                </a:spcBef>
                <a:buFont typeface="Arial" panose="020B0604020202020204" pitchFamily="34" charset="0"/>
                <a:buChar char="•"/>
              </a:pPr>
              <a:r>
                <a:rPr lang="zh-CN" altLang="en-US" dirty="0">
                  <a:latin typeface="Times New Roman" panose="02020603050405020304" pitchFamily="18" charset="0"/>
                  <a:ea typeface="+mj-ea"/>
                  <a:cs typeface="Times New Roman" panose="02020603050405020304" pitchFamily="18" charset="0"/>
                </a:rPr>
                <a:t>由 </a:t>
              </a:r>
              <a:r>
                <a:rPr lang="zh-CN" altLang="en-US" dirty="0">
                  <a:solidFill>
                    <a:srgbClr val="FF0000"/>
                  </a:solidFill>
                  <a:latin typeface="Times New Roman" panose="02020603050405020304" pitchFamily="18" charset="0"/>
                  <a:ea typeface="+mj-ea"/>
                  <a:cs typeface="Times New Roman" panose="02020603050405020304" pitchFamily="18" charset="0"/>
                </a:rPr>
                <a:t>综合智能体 </a:t>
              </a:r>
              <a:r>
                <a:rPr lang="zh-CN" altLang="en-US" dirty="0">
                  <a:latin typeface="Times New Roman" panose="02020603050405020304" pitchFamily="18" charset="0"/>
                  <a:ea typeface="+mj-ea"/>
                  <a:cs typeface="Times New Roman" panose="02020603050405020304" pitchFamily="18" charset="0"/>
                </a:rPr>
                <a:t>和 </a:t>
              </a:r>
              <a:r>
                <a:rPr lang="zh-CN" altLang="en-US" dirty="0">
                  <a:solidFill>
                    <a:srgbClr val="FF0000"/>
                  </a:solidFill>
                  <a:latin typeface="Times New Roman" panose="02020603050405020304" pitchFamily="18" charset="0"/>
                  <a:ea typeface="+mj-ea"/>
                  <a:cs typeface="Times New Roman" panose="02020603050405020304" pitchFamily="18" charset="0"/>
                </a:rPr>
                <a:t>分析智能体 </a:t>
              </a:r>
              <a:r>
                <a:rPr lang="zh-CN" altLang="en-US" dirty="0">
                  <a:latin typeface="Times New Roman" panose="02020603050405020304" pitchFamily="18" charset="0"/>
                  <a:ea typeface="+mj-ea"/>
                  <a:cs typeface="Times New Roman" panose="02020603050405020304" pitchFamily="18" charset="0"/>
                </a:rPr>
                <a:t>组成。</a:t>
              </a:r>
              <a:endParaRPr lang="en-US" altLang="zh-CN" dirty="0">
                <a:latin typeface="Times New Roman" panose="02020603050405020304" pitchFamily="18" charset="0"/>
                <a:ea typeface="+mj-ea"/>
                <a:cs typeface="Times New Roman" panose="02020603050405020304" pitchFamily="18" charset="0"/>
              </a:endParaRPr>
            </a:p>
            <a:p>
              <a:pPr marL="285750" indent="-285750">
                <a:lnSpc>
                  <a:spcPct val="130000"/>
                </a:lnSpc>
                <a:spcBef>
                  <a:spcPts val="600"/>
                </a:spcBef>
                <a:buFont typeface="Arial" panose="020B0604020202020204" pitchFamily="34" charset="0"/>
                <a:buChar char="•"/>
              </a:pPr>
              <a:r>
                <a:rPr lang="zh-CN" altLang="en-US" dirty="0">
                  <a:solidFill>
                    <a:srgbClr val="FF0000"/>
                  </a:solidFill>
                  <a:latin typeface="Times New Roman" panose="02020603050405020304" pitchFamily="18" charset="0"/>
                  <a:ea typeface="+mj-ea"/>
                  <a:cs typeface="Times New Roman" panose="02020603050405020304" pitchFamily="18" charset="0"/>
                </a:rPr>
                <a:t>综合智能体</a:t>
              </a:r>
              <a:r>
                <a:rPr lang="zh-CN" altLang="en-US" dirty="0">
                  <a:latin typeface="Times New Roman" panose="02020603050405020304" pitchFamily="18" charset="0"/>
                  <a:ea typeface="+mj-ea"/>
                  <a:cs typeface="Times New Roman" panose="02020603050405020304" pitchFamily="18" charset="0"/>
                </a:rPr>
                <a:t>总结辩论，生成辩论报告，提供对关键论点和反论点的连贯概述。</a:t>
              </a:r>
              <a:endParaRPr lang="en-US" altLang="zh-CN" dirty="0">
                <a:latin typeface="Times New Roman" panose="02020603050405020304" pitchFamily="18" charset="0"/>
                <a:ea typeface="+mj-ea"/>
                <a:cs typeface="Times New Roman" panose="02020603050405020304" pitchFamily="18" charset="0"/>
              </a:endParaRPr>
            </a:p>
            <a:p>
              <a:pPr marL="285750" indent="-285750">
                <a:lnSpc>
                  <a:spcPct val="130000"/>
                </a:lnSpc>
                <a:spcBef>
                  <a:spcPts val="600"/>
                </a:spcBef>
                <a:buFont typeface="Arial" panose="020B0604020202020204" pitchFamily="34" charset="0"/>
                <a:buChar char="•"/>
              </a:pPr>
              <a:r>
                <a:rPr lang="zh-CN" altLang="en-US" dirty="0">
                  <a:solidFill>
                    <a:srgbClr val="FF0000"/>
                  </a:solidFill>
                  <a:latin typeface="Times New Roman" panose="02020603050405020304" pitchFamily="18" charset="0"/>
                  <a:ea typeface="+mj-ea"/>
                  <a:cs typeface="Times New Roman" panose="02020603050405020304" pitchFamily="18" charset="0"/>
                </a:rPr>
                <a:t>分析智能体</a:t>
              </a:r>
              <a:r>
                <a:rPr lang="zh-CN" altLang="en-US" dirty="0">
                  <a:latin typeface="Times New Roman" panose="02020603050405020304" pitchFamily="18" charset="0"/>
                  <a:ea typeface="+mj-ea"/>
                  <a:cs typeface="Times New Roman" panose="02020603050405020304" pitchFamily="18" charset="0"/>
                </a:rPr>
                <a:t>采用</a:t>
              </a:r>
              <a:r>
                <a:rPr lang="zh-CN" altLang="en-US" dirty="0">
                  <a:solidFill>
                    <a:srgbClr val="FF0000"/>
                  </a:solidFill>
                  <a:latin typeface="Times New Roman" panose="02020603050405020304" pitchFamily="18" charset="0"/>
                  <a:ea typeface="+mj-ea"/>
                  <a:cs typeface="Times New Roman" panose="02020603050405020304" pitchFamily="18" charset="0"/>
                </a:rPr>
                <a:t>角色感知编码器</a:t>
              </a:r>
              <a:r>
                <a:rPr lang="zh-CN" altLang="en-US" dirty="0">
                  <a:latin typeface="Times New Roman" panose="02020603050405020304" pitchFamily="18" charset="0"/>
                  <a:ea typeface="+mj-ea"/>
                  <a:cs typeface="Times New Roman" panose="02020603050405020304" pitchFamily="18" charset="0"/>
                </a:rPr>
                <a:t>和</a:t>
              </a:r>
              <a:r>
                <a:rPr lang="zh-CN" altLang="en-US" dirty="0">
                  <a:solidFill>
                    <a:srgbClr val="FF0000"/>
                  </a:solidFill>
                  <a:latin typeface="Times New Roman" panose="02020603050405020304" pitchFamily="18" charset="0"/>
                  <a:ea typeface="+mj-ea"/>
                  <a:cs typeface="Times New Roman" panose="02020603050405020304" pitchFamily="18" charset="0"/>
                </a:rPr>
                <a:t>辩论图</a:t>
              </a:r>
              <a:r>
                <a:rPr lang="zh-CN" altLang="en-US" dirty="0">
                  <a:latin typeface="Times New Roman" panose="02020603050405020304" pitchFamily="18" charset="0"/>
                  <a:ea typeface="+mj-ea"/>
                  <a:cs typeface="Times New Roman" panose="02020603050405020304" pitchFamily="18" charset="0"/>
                </a:rPr>
                <a:t>来模拟辩论中的交互和话语结构，</a:t>
              </a:r>
              <a:r>
                <a:rPr lang="en-US" altLang="zh-CN" dirty="0">
                  <a:latin typeface="Times New Roman" panose="02020603050405020304" pitchFamily="18" charset="0"/>
                  <a:ea typeface="+mj-ea"/>
                  <a:cs typeface="Times New Roman" panose="02020603050405020304" pitchFamily="18" charset="0"/>
                </a:rPr>
                <a:t> </a:t>
              </a:r>
              <a:r>
                <a:rPr lang="zh-CN" altLang="en-US" dirty="0">
                  <a:latin typeface="Times New Roman" panose="02020603050405020304" pitchFamily="18" charset="0"/>
                  <a:ea typeface="+mj-ea"/>
                  <a:cs typeface="Times New Roman" panose="02020603050405020304" pitchFamily="18" charset="0"/>
                </a:rPr>
                <a:t>最终预测新闻的真实性。</a:t>
              </a:r>
            </a:p>
          </p:txBody>
        </p:sp>
      </p:grpSp>
      <p:pic>
        <p:nvPicPr>
          <p:cNvPr id="14" name="图片 13">
            <a:extLst>
              <a:ext uri="{FF2B5EF4-FFF2-40B4-BE49-F238E27FC236}">
                <a16:creationId xmlns:a16="http://schemas.microsoft.com/office/drawing/2014/main" id="{CE8B592D-F58C-D806-8454-EC12354FB8CA}"/>
              </a:ext>
            </a:extLst>
          </p:cNvPr>
          <p:cNvPicPr>
            <a:picLocks noChangeAspect="1"/>
          </p:cNvPicPr>
          <p:nvPr/>
        </p:nvPicPr>
        <p:blipFill>
          <a:blip r:embed="rId3"/>
          <a:stretch>
            <a:fillRect/>
          </a:stretch>
        </p:blipFill>
        <p:spPr>
          <a:xfrm>
            <a:off x="1138553" y="3429000"/>
            <a:ext cx="10228778" cy="3057258"/>
          </a:xfrm>
          <a:prstGeom prst="rect">
            <a:avLst/>
          </a:prstGeom>
        </p:spPr>
      </p:pic>
    </p:spTree>
    <p:extLst>
      <p:ext uri="{BB962C8B-B14F-4D97-AF65-F5344CB8AC3E}">
        <p14:creationId xmlns:p14="http://schemas.microsoft.com/office/powerpoint/2010/main" val="16779398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占位符 5">
            <a:extLst>
              <a:ext uri="{FF2B5EF4-FFF2-40B4-BE49-F238E27FC236}">
                <a16:creationId xmlns:a16="http://schemas.microsoft.com/office/drawing/2014/main" id="{FF10B8FB-2273-41B7-8E1F-926DBE78890B}"/>
              </a:ext>
            </a:extLst>
          </p:cNvPr>
          <p:cNvSpPr>
            <a:spLocks noGrp="1"/>
          </p:cNvSpPr>
          <p:nvPr>
            <p:ph type="body" sz="quarter" idx="10"/>
          </p:nvPr>
        </p:nvSpPr>
        <p:spPr/>
        <p:txBody>
          <a:bodyPr/>
          <a:lstStyle/>
          <a:p>
            <a:r>
              <a:rPr lang="en-US" altLang="zh-CN" dirty="0"/>
              <a:t>05</a:t>
            </a:r>
            <a:endParaRPr lang="zh-CN" altLang="en-US" dirty="0"/>
          </a:p>
        </p:txBody>
      </p:sp>
      <p:sp>
        <p:nvSpPr>
          <p:cNvPr id="4" name="标题 3">
            <a:extLst>
              <a:ext uri="{FF2B5EF4-FFF2-40B4-BE49-F238E27FC236}">
                <a16:creationId xmlns:a16="http://schemas.microsoft.com/office/drawing/2014/main" id="{E0FF230A-246B-4B62-806B-74825E33A6CA}"/>
              </a:ext>
            </a:extLst>
          </p:cNvPr>
          <p:cNvSpPr>
            <a:spLocks noGrp="1"/>
          </p:cNvSpPr>
          <p:nvPr>
            <p:ph type="title"/>
          </p:nvPr>
        </p:nvSpPr>
        <p:spPr/>
        <p:txBody>
          <a:bodyPr/>
          <a:lstStyle/>
          <a:p>
            <a:r>
              <a:rPr lang="zh-CN" altLang="en-US" dirty="0"/>
              <a:t>实验验证与结果分析</a:t>
            </a:r>
          </a:p>
        </p:txBody>
      </p:sp>
      <p:sp>
        <p:nvSpPr>
          <p:cNvPr id="18" name="文本占位符 17">
            <a:extLst>
              <a:ext uri="{FF2B5EF4-FFF2-40B4-BE49-F238E27FC236}">
                <a16:creationId xmlns:a16="http://schemas.microsoft.com/office/drawing/2014/main" id="{BA7A27FB-D900-4265-A649-5670F758F572}"/>
              </a:ext>
            </a:extLst>
          </p:cNvPr>
          <p:cNvSpPr>
            <a:spLocks noGrp="1"/>
          </p:cNvSpPr>
          <p:nvPr>
            <p:ph type="body" sz="quarter" idx="11"/>
          </p:nvPr>
        </p:nvSpPr>
        <p:spPr>
          <a:xfrm>
            <a:off x="1842552" y="4711968"/>
            <a:ext cx="4012560" cy="471882"/>
          </a:xfrm>
        </p:spPr>
        <p:txBody>
          <a:bodyPr/>
          <a:lstStyle/>
          <a:p>
            <a:r>
              <a:rPr lang="en-US" altLang="zh-CN" dirty="0"/>
              <a:t>Experimental Verification and Result Analysis</a:t>
            </a:r>
          </a:p>
        </p:txBody>
      </p:sp>
      <p:sp>
        <p:nvSpPr>
          <p:cNvPr id="23" name="文本占位符 22">
            <a:extLst>
              <a:ext uri="{FF2B5EF4-FFF2-40B4-BE49-F238E27FC236}">
                <a16:creationId xmlns:a16="http://schemas.microsoft.com/office/drawing/2014/main" id="{CD512192-B602-40AF-AD7D-06B990B43C57}"/>
              </a:ext>
            </a:extLst>
          </p:cNvPr>
          <p:cNvSpPr>
            <a:spLocks noGrp="1"/>
          </p:cNvSpPr>
          <p:nvPr>
            <p:ph type="body" sz="quarter" idx="12"/>
          </p:nvPr>
        </p:nvSpPr>
        <p:spPr/>
        <p:txBody>
          <a:bodyPr>
            <a:normAutofit/>
          </a:bodyPr>
          <a:lstStyle/>
          <a:p>
            <a:r>
              <a:rPr lang="zh-CN" altLang="en-US" dirty="0"/>
              <a:t>实验验证与结果分析</a:t>
            </a:r>
          </a:p>
        </p:txBody>
      </p:sp>
      <p:sp>
        <p:nvSpPr>
          <p:cNvPr id="7" name="矩形 6">
            <a:extLst>
              <a:ext uri="{FF2B5EF4-FFF2-40B4-BE49-F238E27FC236}">
                <a16:creationId xmlns:a16="http://schemas.microsoft.com/office/drawing/2014/main" id="{D820D1AB-7AB0-46B9-A544-5A22C9D2AD6A}"/>
              </a:ext>
            </a:extLst>
          </p:cNvPr>
          <p:cNvSpPr/>
          <p:nvPr/>
        </p:nvSpPr>
        <p:spPr>
          <a:xfrm>
            <a:off x="1478280" y="5999480"/>
            <a:ext cx="134620" cy="134620"/>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2D46A45-1469-4EBB-8A8D-82D3787D02BA}"/>
              </a:ext>
            </a:extLst>
          </p:cNvPr>
          <p:cNvSpPr/>
          <p:nvPr/>
        </p:nvSpPr>
        <p:spPr>
          <a:xfrm>
            <a:off x="660400" y="5999480"/>
            <a:ext cx="134620" cy="134620"/>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62289554-1D42-469B-83B0-740899C01652}"/>
              </a:ext>
            </a:extLst>
          </p:cNvPr>
          <p:cNvSpPr/>
          <p:nvPr/>
        </p:nvSpPr>
        <p:spPr>
          <a:xfrm>
            <a:off x="1069340" y="5999480"/>
            <a:ext cx="134620" cy="134620"/>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0C5FF172-CB5F-43BB-81CB-9E1FFA866959}"/>
              </a:ext>
            </a:extLst>
          </p:cNvPr>
          <p:cNvSpPr/>
          <p:nvPr/>
        </p:nvSpPr>
        <p:spPr>
          <a:xfrm>
            <a:off x="1273810" y="5999480"/>
            <a:ext cx="134620" cy="134620"/>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6372E00D-D69E-4470-A41F-1819A83C2FA3}"/>
              </a:ext>
            </a:extLst>
          </p:cNvPr>
          <p:cNvSpPr/>
          <p:nvPr/>
        </p:nvSpPr>
        <p:spPr>
          <a:xfrm>
            <a:off x="864870" y="5999480"/>
            <a:ext cx="134620" cy="134620"/>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a:extLst>
              <a:ext uri="{FF2B5EF4-FFF2-40B4-BE49-F238E27FC236}">
                <a16:creationId xmlns:a16="http://schemas.microsoft.com/office/drawing/2014/main" id="{D207B1B1-F689-46DE-956A-24EC1FBD99EA}"/>
              </a:ext>
            </a:extLst>
          </p:cNvPr>
          <p:cNvSpPr/>
          <p:nvPr/>
        </p:nvSpPr>
        <p:spPr>
          <a:xfrm>
            <a:off x="1682750" y="5999480"/>
            <a:ext cx="134620" cy="134620"/>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1777440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78B9FE-4641-2704-350C-DE5D4CA104A0}"/>
            </a:ext>
          </a:extLst>
        </p:cNvPr>
        <p:cNvGrpSpPr/>
        <p:nvPr/>
      </p:nvGrpSpPr>
      <p:grpSpPr>
        <a:xfrm>
          <a:off x="0" y="0"/>
          <a:ext cx="0" cy="0"/>
          <a:chOff x="0" y="0"/>
          <a:chExt cx="0" cy="0"/>
        </a:xfrm>
      </p:grpSpPr>
      <p:sp>
        <p:nvSpPr>
          <p:cNvPr id="10" name="标题 9">
            <a:extLst>
              <a:ext uri="{FF2B5EF4-FFF2-40B4-BE49-F238E27FC236}">
                <a16:creationId xmlns:a16="http://schemas.microsoft.com/office/drawing/2014/main" id="{D729007C-01A5-6BD8-2BC8-C870618718FC}"/>
              </a:ext>
            </a:extLst>
          </p:cNvPr>
          <p:cNvSpPr>
            <a:spLocks noGrp="1"/>
          </p:cNvSpPr>
          <p:nvPr>
            <p:ph type="title"/>
          </p:nvPr>
        </p:nvSpPr>
        <p:spPr/>
        <p:txBody>
          <a:bodyPr/>
          <a:lstStyle/>
          <a:p>
            <a:r>
              <a:rPr lang="en-US" altLang="zh-CN" dirty="0"/>
              <a:t>05 </a:t>
            </a:r>
            <a:r>
              <a:rPr lang="zh-CN" altLang="en-US" dirty="0"/>
              <a:t>实验验证与结果分析</a:t>
            </a:r>
          </a:p>
        </p:txBody>
      </p:sp>
      <p:sp>
        <p:nvSpPr>
          <p:cNvPr id="9" name="AutoShape 6" descr="女子挺5个月孕肚征婚？重庆警方通报">
            <a:extLst>
              <a:ext uri="{FF2B5EF4-FFF2-40B4-BE49-F238E27FC236}">
                <a16:creationId xmlns:a16="http://schemas.microsoft.com/office/drawing/2014/main" id="{500F5E5A-9F14-3425-34FC-DA6B8CA73870}"/>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 name="矩形 1">
            <a:extLst>
              <a:ext uri="{FF2B5EF4-FFF2-40B4-BE49-F238E27FC236}">
                <a16:creationId xmlns:a16="http://schemas.microsoft.com/office/drawing/2014/main" id="{C31A5346-3AC6-0951-270D-EE4D5DE26E83}"/>
              </a:ext>
            </a:extLst>
          </p:cNvPr>
          <p:cNvSpPr/>
          <p:nvPr/>
        </p:nvSpPr>
        <p:spPr>
          <a:xfrm>
            <a:off x="640934" y="1196391"/>
            <a:ext cx="2546647" cy="34187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latin typeface="Times New Roman" panose="02020603050405020304" pitchFamily="18" charset="0"/>
                <a:cs typeface="Times New Roman" panose="02020603050405020304" pitchFamily="18" charset="0"/>
              </a:rPr>
              <a:t>核心数据集</a:t>
            </a:r>
          </a:p>
        </p:txBody>
      </p:sp>
      <p:graphicFrame>
        <p:nvGraphicFramePr>
          <p:cNvPr id="3" name="表格 2">
            <a:extLst>
              <a:ext uri="{FF2B5EF4-FFF2-40B4-BE49-F238E27FC236}">
                <a16:creationId xmlns:a16="http://schemas.microsoft.com/office/drawing/2014/main" id="{8D68A344-CA92-5071-9EBA-41316B77470F}"/>
              </a:ext>
            </a:extLst>
          </p:cNvPr>
          <p:cNvGraphicFramePr>
            <a:graphicFrameLocks noGrp="1"/>
          </p:cNvGraphicFramePr>
          <p:nvPr>
            <p:extLst>
              <p:ext uri="{D42A27DB-BD31-4B8C-83A1-F6EECF244321}">
                <p14:modId xmlns:p14="http://schemas.microsoft.com/office/powerpoint/2010/main" val="3714367807"/>
              </p:ext>
            </p:extLst>
          </p:nvPr>
        </p:nvGraphicFramePr>
        <p:xfrm>
          <a:off x="2032000" y="1719580"/>
          <a:ext cx="8128000" cy="226060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2881969452"/>
                    </a:ext>
                  </a:extLst>
                </a:gridCol>
                <a:gridCol w="2032000">
                  <a:extLst>
                    <a:ext uri="{9D8B030D-6E8A-4147-A177-3AD203B41FA5}">
                      <a16:colId xmlns:a16="http://schemas.microsoft.com/office/drawing/2014/main" val="67011094"/>
                    </a:ext>
                  </a:extLst>
                </a:gridCol>
                <a:gridCol w="2032000">
                  <a:extLst>
                    <a:ext uri="{9D8B030D-6E8A-4147-A177-3AD203B41FA5}">
                      <a16:colId xmlns:a16="http://schemas.microsoft.com/office/drawing/2014/main" val="494653785"/>
                    </a:ext>
                  </a:extLst>
                </a:gridCol>
                <a:gridCol w="2032000">
                  <a:extLst>
                    <a:ext uri="{9D8B030D-6E8A-4147-A177-3AD203B41FA5}">
                      <a16:colId xmlns:a16="http://schemas.microsoft.com/office/drawing/2014/main" val="3360150687"/>
                    </a:ext>
                  </a:extLst>
                </a:gridCol>
              </a:tblGrid>
              <a:tr h="370840">
                <a:tc>
                  <a:txBody>
                    <a:bodyPr/>
                    <a:lstStyle/>
                    <a:p>
                      <a:pPr marL="0" algn="ctr" defTabSz="914400" rtl="0" eaLnBrk="1" latinLnBrk="0" hangingPunct="1"/>
                      <a:r>
                        <a:rPr lang="zh-CN" altLang="en-US" sz="1800" b="1" kern="1200" dirty="0">
                          <a:solidFill>
                            <a:schemeClr val="lt1"/>
                          </a:solidFill>
                          <a:latin typeface="+mn-lt"/>
                          <a:ea typeface="+mn-ea"/>
                          <a:cs typeface="+mn-cs"/>
                        </a:rPr>
                        <a:t>数据集</a:t>
                      </a:r>
                    </a:p>
                  </a:txBody>
                  <a:tcPr/>
                </a:tc>
                <a:tc>
                  <a:txBody>
                    <a:bodyPr/>
                    <a:lstStyle/>
                    <a:p>
                      <a:pPr marL="0" algn="ctr" defTabSz="914400" rtl="0" eaLnBrk="1" latinLnBrk="0" hangingPunct="1"/>
                      <a:r>
                        <a:rPr lang="zh-CN" altLang="en-US" sz="1800" b="1" kern="1200" dirty="0">
                          <a:solidFill>
                            <a:schemeClr val="lt1"/>
                          </a:solidFill>
                          <a:latin typeface="+mn-lt"/>
                          <a:ea typeface="+mn-ea"/>
                          <a:cs typeface="+mn-cs"/>
                        </a:rPr>
                        <a:t>语言</a:t>
                      </a:r>
                    </a:p>
                  </a:txBody>
                  <a:tcPr/>
                </a:tc>
                <a:tc>
                  <a:txBody>
                    <a:bodyPr/>
                    <a:lstStyle/>
                    <a:p>
                      <a:pPr marL="0" algn="ctr" defTabSz="914400" rtl="0" eaLnBrk="1" latinLnBrk="0" hangingPunct="1"/>
                      <a:r>
                        <a:rPr lang="zh-CN" altLang="en-US" sz="1800" b="1" kern="1200" dirty="0">
                          <a:solidFill>
                            <a:schemeClr val="lt1"/>
                          </a:solidFill>
                          <a:latin typeface="+mn-lt"/>
                          <a:ea typeface="+mn-ea"/>
                          <a:cs typeface="+mn-cs"/>
                        </a:rPr>
                        <a:t>数据来源</a:t>
                      </a:r>
                    </a:p>
                  </a:txBody>
                  <a:tcPr/>
                </a:tc>
                <a:tc>
                  <a:txBody>
                    <a:bodyPr/>
                    <a:lstStyle/>
                    <a:p>
                      <a:pPr marL="0" algn="ctr" defTabSz="914400" rtl="0" eaLnBrk="1" latinLnBrk="0" hangingPunct="1"/>
                      <a:r>
                        <a:rPr lang="zh-CN" altLang="en-US" sz="1800" b="1" kern="1200" dirty="0">
                          <a:solidFill>
                            <a:schemeClr val="lt1"/>
                          </a:solidFill>
                          <a:latin typeface="+mn-lt"/>
                          <a:ea typeface="+mn-ea"/>
                          <a:cs typeface="+mn-cs"/>
                        </a:rPr>
                        <a:t>数据特点</a:t>
                      </a:r>
                    </a:p>
                  </a:txBody>
                  <a:tcPr/>
                </a:tc>
                <a:extLst>
                  <a:ext uri="{0D108BD9-81ED-4DB2-BD59-A6C34878D82A}">
                    <a16:rowId xmlns:a16="http://schemas.microsoft.com/office/drawing/2014/main" val="3805554536"/>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altLang="zh-CN" sz="1800" b="0" i="0" kern="1200" dirty="0">
                        <a:solidFill>
                          <a:schemeClr val="dk1"/>
                        </a:solidFill>
                        <a:effectLst/>
                        <a:latin typeface="Times New Roman" panose="02020603050405020304" pitchFamily="18" charset="0"/>
                        <a:ea typeface="+mn-ea"/>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b="0" i="0" kern="1200" dirty="0">
                          <a:solidFill>
                            <a:schemeClr val="dk1"/>
                          </a:solidFill>
                          <a:effectLst/>
                          <a:latin typeface="Times New Roman" panose="02020603050405020304" pitchFamily="18" charset="0"/>
                          <a:ea typeface="+mn-ea"/>
                          <a:cs typeface="Times New Roman" panose="02020603050405020304" pitchFamily="18" charset="0"/>
                        </a:rPr>
                        <a:t>ARG-CN</a:t>
                      </a:r>
                    </a:p>
                  </a:txBody>
                  <a:tcPr/>
                </a:tc>
                <a:tc>
                  <a:txBody>
                    <a:bodyPr/>
                    <a:lstStyle/>
                    <a:p>
                      <a:pPr algn="ctr"/>
                      <a:endParaRPr lang="en-US" altLang="zh-CN" dirty="0"/>
                    </a:p>
                    <a:p>
                      <a:pPr algn="ctr"/>
                      <a:r>
                        <a:rPr lang="zh-CN" altLang="en-US" dirty="0"/>
                        <a:t>中文</a:t>
                      </a:r>
                    </a:p>
                  </a:txBody>
                  <a:tcPr/>
                </a:tc>
                <a:tc>
                  <a:txBody>
                    <a:bodyPr/>
                    <a:lstStyle/>
                    <a:p>
                      <a:r>
                        <a:rPr lang="zh-CN" altLang="en-US" sz="1400" kern="1200" dirty="0">
                          <a:solidFill>
                            <a:schemeClr val="tx1"/>
                          </a:solidFill>
                          <a:latin typeface="+mj-ea"/>
                          <a:ea typeface="+mj-ea"/>
                          <a:cs typeface="Times New Roman" panose="02020603050405020304" pitchFamily="18" charset="0"/>
                        </a:rPr>
                        <a:t>抓取自中国最大的社交媒体平台</a:t>
                      </a:r>
                      <a:r>
                        <a:rPr lang="en-US" altLang="zh-CN" sz="1400" kern="1200" dirty="0">
                          <a:solidFill>
                            <a:schemeClr val="tx1"/>
                          </a:solidFill>
                          <a:latin typeface="+mj-ea"/>
                          <a:ea typeface="+mj-ea"/>
                          <a:cs typeface="Times New Roman" panose="02020603050405020304" pitchFamily="18" charset="0"/>
                        </a:rPr>
                        <a:t>——</a:t>
                      </a:r>
                      <a:r>
                        <a:rPr lang="zh-CN" altLang="en-US" sz="1400" kern="1200" dirty="0">
                          <a:solidFill>
                            <a:schemeClr val="tx1"/>
                          </a:solidFill>
                          <a:latin typeface="+mj-ea"/>
                          <a:ea typeface="+mj-ea"/>
                          <a:cs typeface="Times New Roman" panose="02020603050405020304" pitchFamily="18" charset="0"/>
                        </a:rPr>
                        <a:t>新浪微博。</a:t>
                      </a:r>
                    </a:p>
                  </a:txBody>
                  <a:tcPr/>
                </a:tc>
                <a:tc>
                  <a:txBody>
                    <a:bodyPr/>
                    <a:lstStyle/>
                    <a:p>
                      <a:pPr marL="0" algn="l" defTabSz="914400" rtl="0" eaLnBrk="1" latinLnBrk="0" hangingPunct="1"/>
                      <a:r>
                        <a:rPr lang="zh-CN" altLang="en-US" sz="1400" kern="1200" dirty="0">
                          <a:solidFill>
                            <a:schemeClr val="tx1"/>
                          </a:solidFill>
                          <a:latin typeface="+mj-ea"/>
                          <a:ea typeface="+mj-ea"/>
                          <a:cs typeface="Times New Roman" panose="02020603050405020304" pitchFamily="18" charset="0"/>
                        </a:rPr>
                        <a:t>中文互联网谣言的典型特征是“短平快”，常伴随着强烈的情绪化词汇，并且正负样本比例非常均衡。</a:t>
                      </a:r>
                    </a:p>
                  </a:txBody>
                  <a:tcPr/>
                </a:tc>
                <a:extLst>
                  <a:ext uri="{0D108BD9-81ED-4DB2-BD59-A6C34878D82A}">
                    <a16:rowId xmlns:a16="http://schemas.microsoft.com/office/drawing/2014/main" val="360983938"/>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altLang="zh-CN" sz="1800" b="0" i="0" kern="1200" dirty="0">
                        <a:solidFill>
                          <a:schemeClr val="dk1"/>
                        </a:solidFill>
                        <a:effectLst/>
                        <a:latin typeface="Times New Roman" panose="02020603050405020304" pitchFamily="18" charset="0"/>
                        <a:ea typeface="+mn-ea"/>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b="0" i="0" kern="1200" dirty="0">
                          <a:solidFill>
                            <a:schemeClr val="dk1"/>
                          </a:solidFill>
                          <a:effectLst/>
                          <a:latin typeface="Times New Roman" panose="02020603050405020304" pitchFamily="18" charset="0"/>
                          <a:ea typeface="+mn-ea"/>
                          <a:cs typeface="Times New Roman" panose="02020603050405020304" pitchFamily="18" charset="0"/>
                        </a:rPr>
                        <a:t>ARG-EN</a:t>
                      </a:r>
                    </a:p>
                  </a:txBody>
                  <a:tcPr/>
                </a:tc>
                <a:tc>
                  <a:txBody>
                    <a:bodyPr/>
                    <a:lstStyle/>
                    <a:p>
                      <a:pPr algn="ctr"/>
                      <a:endParaRPr lang="en-US" altLang="zh-CN" dirty="0"/>
                    </a:p>
                    <a:p>
                      <a:pPr algn="ctr"/>
                      <a:r>
                        <a:rPr lang="zh-CN" altLang="en-US" dirty="0"/>
                        <a:t>英文</a:t>
                      </a:r>
                    </a:p>
                  </a:txBody>
                  <a:tcPr/>
                </a:tc>
                <a:tc>
                  <a:txBody>
                    <a:bodyPr/>
                    <a:lstStyle/>
                    <a:p>
                      <a:pPr marL="0" algn="l" defTabSz="914400" rtl="0" eaLnBrk="1" latinLnBrk="0" hangingPunct="1"/>
                      <a:r>
                        <a:rPr lang="zh-CN" altLang="en-US" sz="1400" kern="1200" dirty="0">
                          <a:solidFill>
                            <a:schemeClr val="tx1"/>
                          </a:solidFill>
                          <a:latin typeface="+mj-ea"/>
                          <a:ea typeface="+mj-ea"/>
                          <a:cs typeface="Times New Roman" panose="02020603050405020304" pitchFamily="18" charset="0"/>
                        </a:rPr>
                        <a:t>主要收集了在英文互联网上广泛传播的新闻内容。</a:t>
                      </a:r>
                    </a:p>
                  </a:txBody>
                  <a:tcPr/>
                </a:tc>
                <a:tc>
                  <a:txBody>
                    <a:bodyPr/>
                    <a:lstStyle/>
                    <a:p>
                      <a:pPr marL="0" algn="l" defTabSz="914400" rtl="0" eaLnBrk="1" latinLnBrk="0" hangingPunct="1"/>
                      <a:r>
                        <a:rPr lang="zh-CN" altLang="en-US" sz="1400" kern="1200" dirty="0">
                          <a:solidFill>
                            <a:schemeClr val="tx1"/>
                          </a:solidFill>
                          <a:latin typeface="+mj-ea"/>
                          <a:ea typeface="+mj-ea"/>
                          <a:cs typeface="Times New Roman" panose="02020603050405020304" pitchFamily="18" charset="0"/>
                        </a:rPr>
                        <a:t>英文语境下的长文本较多，注重行文逻辑、引用来源的交叉验证。</a:t>
                      </a:r>
                    </a:p>
                  </a:txBody>
                  <a:tcPr/>
                </a:tc>
                <a:extLst>
                  <a:ext uri="{0D108BD9-81ED-4DB2-BD59-A6C34878D82A}">
                    <a16:rowId xmlns:a16="http://schemas.microsoft.com/office/drawing/2014/main" val="2854216544"/>
                  </a:ext>
                </a:extLst>
              </a:tr>
            </a:tbl>
          </a:graphicData>
        </a:graphic>
      </p:graphicFrame>
      <p:graphicFrame>
        <p:nvGraphicFramePr>
          <p:cNvPr id="4" name="表格 3">
            <a:extLst>
              <a:ext uri="{FF2B5EF4-FFF2-40B4-BE49-F238E27FC236}">
                <a16:creationId xmlns:a16="http://schemas.microsoft.com/office/drawing/2014/main" id="{86EE66D7-F93C-B84B-6799-02650540CA7B}"/>
              </a:ext>
            </a:extLst>
          </p:cNvPr>
          <p:cNvGraphicFramePr>
            <a:graphicFrameLocks noGrp="1"/>
          </p:cNvGraphicFramePr>
          <p:nvPr>
            <p:extLst>
              <p:ext uri="{D42A27DB-BD31-4B8C-83A1-F6EECF244321}">
                <p14:modId xmlns:p14="http://schemas.microsoft.com/office/powerpoint/2010/main" val="1415823870"/>
              </p:ext>
            </p:extLst>
          </p:nvPr>
        </p:nvGraphicFramePr>
        <p:xfrm>
          <a:off x="2032000" y="4341203"/>
          <a:ext cx="3710520" cy="1463040"/>
        </p:xfrm>
        <a:graphic>
          <a:graphicData uri="http://schemas.openxmlformats.org/drawingml/2006/table">
            <a:tbl>
              <a:tblPr firstRow="1" bandRow="1">
                <a:effectLst/>
                <a:tableStyleId>{5C22544A-7EE6-4342-B048-85BDC9FD1C3A}</a:tableStyleId>
              </a:tblPr>
              <a:tblGrid>
                <a:gridCol w="927630">
                  <a:extLst>
                    <a:ext uri="{9D8B030D-6E8A-4147-A177-3AD203B41FA5}">
                      <a16:colId xmlns:a16="http://schemas.microsoft.com/office/drawing/2014/main" val="3470629666"/>
                    </a:ext>
                  </a:extLst>
                </a:gridCol>
                <a:gridCol w="927630">
                  <a:extLst>
                    <a:ext uri="{9D8B030D-6E8A-4147-A177-3AD203B41FA5}">
                      <a16:colId xmlns:a16="http://schemas.microsoft.com/office/drawing/2014/main" val="1083309402"/>
                    </a:ext>
                  </a:extLst>
                </a:gridCol>
                <a:gridCol w="927630">
                  <a:extLst>
                    <a:ext uri="{9D8B030D-6E8A-4147-A177-3AD203B41FA5}">
                      <a16:colId xmlns:a16="http://schemas.microsoft.com/office/drawing/2014/main" val="2189187392"/>
                    </a:ext>
                  </a:extLst>
                </a:gridCol>
                <a:gridCol w="927630">
                  <a:extLst>
                    <a:ext uri="{9D8B030D-6E8A-4147-A177-3AD203B41FA5}">
                      <a16:colId xmlns:a16="http://schemas.microsoft.com/office/drawing/2014/main" val="3929248336"/>
                    </a:ext>
                  </a:extLst>
                </a:gridCol>
              </a:tblGrid>
              <a:tr h="312028">
                <a:tc>
                  <a:txBody>
                    <a:bodyPr/>
                    <a:lstStyle/>
                    <a:p>
                      <a:pPr algn="ctr"/>
                      <a:endParaRPr lang="zh-CN" altLang="en-US" dirty="0">
                        <a:solidFill>
                          <a:schemeClr val="accent1"/>
                        </a:solidFill>
                        <a:effectLst/>
                        <a:latin typeface="+mj-ea"/>
                        <a:ea typeface="+mj-ea"/>
                      </a:endParaRPr>
                    </a:p>
                  </a:txBody>
                  <a:tcPr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28575" cap="flat" cmpd="sng" algn="ctr">
                      <a:solidFill>
                        <a:schemeClr val="accent1"/>
                      </a:solidFill>
                      <a:prstDash val="solid"/>
                      <a:round/>
                      <a:headEnd type="none" w="med" len="med"/>
                      <a:tailEnd type="none" w="med" len="med"/>
                    </a:lnT>
                    <a:lnB w="28575" cap="flat" cmpd="sng" algn="ctr">
                      <a:solidFill>
                        <a:schemeClr val="accent1"/>
                      </a:solidFill>
                      <a:prstDash val="solid"/>
                      <a:round/>
                      <a:headEnd type="none" w="med" len="med"/>
                      <a:tailEnd type="none" w="med" len="med"/>
                    </a:lnB>
                    <a:solidFill>
                      <a:schemeClr val="bg1">
                        <a:lumMod val="95000"/>
                      </a:schemeClr>
                    </a:solidFill>
                  </a:tcPr>
                </a:tc>
                <a:tc>
                  <a:txBody>
                    <a:bodyPr/>
                    <a:lstStyle/>
                    <a:p>
                      <a:pPr algn="ctr"/>
                      <a:r>
                        <a:rPr lang="zh-CN" altLang="en-US" dirty="0">
                          <a:solidFill>
                            <a:schemeClr val="tx1">
                              <a:lumMod val="95000"/>
                              <a:lumOff val="5000"/>
                            </a:schemeClr>
                          </a:solidFill>
                          <a:effectLst/>
                          <a:latin typeface="+mj-ea"/>
                          <a:ea typeface="+mj-ea"/>
                        </a:rPr>
                        <a:t>训练集</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28575" cap="flat" cmpd="sng" algn="ctr">
                      <a:solidFill>
                        <a:schemeClr val="accent1"/>
                      </a:solidFill>
                      <a:prstDash val="solid"/>
                      <a:round/>
                      <a:headEnd type="none" w="med" len="med"/>
                      <a:tailEnd type="none" w="med" len="med"/>
                    </a:lnT>
                    <a:lnB w="28575" cap="flat" cmpd="sng" algn="ctr">
                      <a:solidFill>
                        <a:schemeClr val="accent1"/>
                      </a:solidFill>
                      <a:prstDash val="solid"/>
                      <a:round/>
                      <a:headEnd type="none" w="med" len="med"/>
                      <a:tailEnd type="none" w="med" len="med"/>
                    </a:lnB>
                    <a:solidFill>
                      <a:schemeClr val="bg1">
                        <a:lumMod val="95000"/>
                      </a:schemeClr>
                    </a:solidFill>
                  </a:tcPr>
                </a:tc>
                <a:tc>
                  <a:txBody>
                    <a:bodyPr/>
                    <a:lstStyle/>
                    <a:p>
                      <a:pPr algn="ctr"/>
                      <a:r>
                        <a:rPr lang="zh-CN" altLang="en-US" dirty="0">
                          <a:solidFill>
                            <a:schemeClr val="tx1">
                              <a:lumMod val="95000"/>
                              <a:lumOff val="5000"/>
                            </a:schemeClr>
                          </a:solidFill>
                          <a:effectLst/>
                          <a:latin typeface="+mj-ea"/>
                          <a:ea typeface="+mj-ea"/>
                        </a:rPr>
                        <a:t>验证集</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28575" cap="flat" cmpd="sng" algn="ctr">
                      <a:solidFill>
                        <a:schemeClr val="accent1"/>
                      </a:solidFill>
                      <a:prstDash val="solid"/>
                      <a:round/>
                      <a:headEnd type="none" w="med" len="med"/>
                      <a:tailEnd type="none" w="med" len="med"/>
                    </a:lnT>
                    <a:lnB w="28575" cap="flat" cmpd="sng" algn="ctr">
                      <a:solidFill>
                        <a:schemeClr val="accent1"/>
                      </a:solidFill>
                      <a:prstDash val="solid"/>
                      <a:round/>
                      <a:headEnd type="none" w="med" len="med"/>
                      <a:tailEnd type="none" w="med" len="med"/>
                    </a:lnB>
                    <a:solidFill>
                      <a:schemeClr val="bg1">
                        <a:lumMod val="95000"/>
                      </a:schemeClr>
                    </a:solidFill>
                  </a:tcPr>
                </a:tc>
                <a:tc>
                  <a:txBody>
                    <a:bodyPr/>
                    <a:lstStyle/>
                    <a:p>
                      <a:pPr algn="ctr"/>
                      <a:r>
                        <a:rPr lang="zh-CN" altLang="en-US" dirty="0">
                          <a:solidFill>
                            <a:schemeClr val="tx1">
                              <a:lumMod val="95000"/>
                              <a:lumOff val="5000"/>
                            </a:schemeClr>
                          </a:solidFill>
                          <a:effectLst/>
                          <a:latin typeface="+mj-ea"/>
                          <a:ea typeface="+mj-ea"/>
                        </a:rPr>
                        <a:t>测试集</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28575" cap="flat" cmpd="sng" algn="ctr">
                      <a:solidFill>
                        <a:schemeClr val="accent1"/>
                      </a:solidFill>
                      <a:prstDash val="solid"/>
                      <a:round/>
                      <a:headEnd type="none" w="med" len="med"/>
                      <a:tailEnd type="none" w="med" len="med"/>
                    </a:lnT>
                    <a:lnB w="28575" cap="flat" cmpd="sng" algn="ctr">
                      <a:solidFill>
                        <a:schemeClr val="accent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850176469"/>
                  </a:ext>
                </a:extLst>
              </a:tr>
              <a:tr h="31202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lumMod val="95000"/>
                              <a:lumOff val="5000"/>
                            </a:srgbClr>
                          </a:solidFill>
                          <a:effectLst/>
                          <a:uLnTx/>
                          <a:uFillTx/>
                          <a:latin typeface="+mj-ea"/>
                          <a:ea typeface="+mj-ea"/>
                          <a:cs typeface="+mn-cs"/>
                        </a:rPr>
                        <a:t>真新闻</a:t>
                      </a:r>
                    </a:p>
                  </a:txBody>
                  <a:tcPr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28575" cap="flat" cmpd="sng" algn="ctr">
                      <a:solidFill>
                        <a:schemeClr val="accent1"/>
                      </a:solidFill>
                      <a:prstDash val="solid"/>
                      <a:round/>
                      <a:headEnd type="none" w="med" len="med"/>
                      <a:tailEnd type="none" w="med" len="med"/>
                    </a:lnT>
                    <a:lnB w="12700" cmpd="sng">
                      <a:noFill/>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lumMod val="95000"/>
                              <a:lumOff val="5000"/>
                            </a:srgbClr>
                          </a:solidFill>
                          <a:effectLst/>
                          <a:uLnTx/>
                          <a:uFillTx/>
                          <a:latin typeface="+mj-ea"/>
                          <a:ea typeface="+mj-ea"/>
                          <a:cs typeface="+mn-cs"/>
                        </a:rPr>
                        <a:t>2331</a:t>
                      </a:r>
                      <a:endParaRPr kumimoji="0" lang="zh-CN" altLang="en-US" sz="1800" b="0" i="0" u="none" strike="noStrike" kern="1200" cap="none" spc="0" normalizeH="0" baseline="0" noProof="0" dirty="0">
                        <a:ln>
                          <a:noFill/>
                        </a:ln>
                        <a:solidFill>
                          <a:srgbClr val="000000">
                            <a:lumMod val="95000"/>
                            <a:lumOff val="5000"/>
                          </a:srgbClr>
                        </a:solidFill>
                        <a:effectLst/>
                        <a:uLnTx/>
                        <a:uFillTx/>
                        <a:latin typeface="+mj-ea"/>
                        <a:ea typeface="+mj-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28575" cap="flat" cmpd="sng" algn="ctr">
                      <a:solidFill>
                        <a:schemeClr val="accent1"/>
                      </a:solidFill>
                      <a:prstDash val="solid"/>
                      <a:round/>
                      <a:headEnd type="none" w="med" len="med"/>
                      <a:tailEnd type="none" w="med" len="med"/>
                    </a:lnT>
                    <a:lnB w="12700" cmpd="sng">
                      <a:noFill/>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lumMod val="95000"/>
                              <a:lumOff val="5000"/>
                            </a:srgbClr>
                          </a:solidFill>
                          <a:effectLst/>
                          <a:uLnTx/>
                          <a:uFillTx/>
                          <a:latin typeface="+mj-ea"/>
                          <a:ea typeface="+mj-ea"/>
                          <a:cs typeface="+mn-cs"/>
                        </a:rPr>
                        <a:t>1172</a:t>
                      </a:r>
                      <a:endParaRPr kumimoji="0" lang="zh-CN" altLang="en-US" sz="1800" b="0" i="0" u="none" strike="noStrike" kern="1200" cap="none" spc="0" normalizeH="0" baseline="0" noProof="0" dirty="0">
                        <a:ln>
                          <a:noFill/>
                        </a:ln>
                        <a:solidFill>
                          <a:srgbClr val="000000">
                            <a:lumMod val="95000"/>
                            <a:lumOff val="5000"/>
                          </a:srgbClr>
                        </a:solidFill>
                        <a:effectLst/>
                        <a:uLnTx/>
                        <a:uFillTx/>
                        <a:latin typeface="+mj-ea"/>
                        <a:ea typeface="+mj-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28575" cap="flat" cmpd="sng" algn="ctr">
                      <a:solidFill>
                        <a:schemeClr val="accent1"/>
                      </a:solidFill>
                      <a:prstDash val="solid"/>
                      <a:round/>
                      <a:headEnd type="none" w="med" len="med"/>
                      <a:tailEnd type="none" w="med" len="med"/>
                    </a:lnT>
                    <a:lnB w="12700" cmpd="sng">
                      <a:noFill/>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lumMod val="95000"/>
                              <a:lumOff val="5000"/>
                            </a:srgbClr>
                          </a:solidFill>
                          <a:effectLst/>
                          <a:uLnTx/>
                          <a:uFillTx/>
                          <a:latin typeface="+mj-ea"/>
                          <a:ea typeface="+mj-ea"/>
                          <a:cs typeface="+mn-cs"/>
                        </a:rPr>
                        <a:t>1137</a:t>
                      </a:r>
                      <a:endParaRPr kumimoji="0" lang="zh-CN" altLang="en-US" sz="1800" b="0" i="0" u="none" strike="noStrike" kern="1200" cap="none" spc="0" normalizeH="0" baseline="0" noProof="0" dirty="0">
                        <a:ln>
                          <a:noFill/>
                        </a:ln>
                        <a:solidFill>
                          <a:srgbClr val="000000">
                            <a:lumMod val="95000"/>
                            <a:lumOff val="5000"/>
                          </a:srgbClr>
                        </a:solidFill>
                        <a:effectLst/>
                        <a:uLnTx/>
                        <a:uFillTx/>
                        <a:latin typeface="+mj-ea"/>
                        <a:ea typeface="+mj-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28575" cap="flat" cmpd="sng" algn="ctr">
                      <a:solidFill>
                        <a:schemeClr val="accent1"/>
                      </a:solidFill>
                      <a:prstDash val="solid"/>
                      <a:round/>
                      <a:headEnd type="none" w="med" len="med"/>
                      <a:tailEnd type="none" w="med" len="med"/>
                    </a:lnT>
                    <a:lnB w="12700" cmpd="sng">
                      <a:noFill/>
                    </a:lnB>
                    <a:solidFill>
                      <a:schemeClr val="bg1">
                        <a:lumMod val="95000"/>
                      </a:schemeClr>
                    </a:solidFill>
                  </a:tcPr>
                </a:tc>
                <a:extLst>
                  <a:ext uri="{0D108BD9-81ED-4DB2-BD59-A6C34878D82A}">
                    <a16:rowId xmlns:a16="http://schemas.microsoft.com/office/drawing/2014/main" val="4120857344"/>
                  </a:ext>
                </a:extLst>
              </a:tr>
              <a:tr h="31202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lumMod val="95000"/>
                              <a:lumOff val="5000"/>
                            </a:srgbClr>
                          </a:solidFill>
                          <a:effectLst/>
                          <a:uLnTx/>
                          <a:uFillTx/>
                          <a:latin typeface="+mj-ea"/>
                          <a:ea typeface="+mj-ea"/>
                          <a:cs typeface="+mn-cs"/>
                        </a:rPr>
                        <a:t>假新闻</a:t>
                      </a:r>
                    </a:p>
                  </a:txBody>
                  <a:tcPr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lumMod val="95000"/>
                              <a:lumOff val="5000"/>
                            </a:srgbClr>
                          </a:solidFill>
                          <a:effectLst/>
                          <a:uLnTx/>
                          <a:uFillTx/>
                          <a:latin typeface="+mj-ea"/>
                          <a:ea typeface="+mj-ea"/>
                          <a:cs typeface="+mn-cs"/>
                        </a:rPr>
                        <a:t>2873</a:t>
                      </a:r>
                      <a:endParaRPr kumimoji="0" lang="zh-CN" altLang="en-US" sz="1800" b="0" i="0" u="none" strike="noStrike" kern="1200" cap="none" spc="0" normalizeH="0" baseline="0" noProof="0" dirty="0">
                        <a:ln>
                          <a:noFill/>
                        </a:ln>
                        <a:solidFill>
                          <a:srgbClr val="000000">
                            <a:lumMod val="95000"/>
                            <a:lumOff val="5000"/>
                          </a:srgbClr>
                        </a:solidFill>
                        <a:effectLst/>
                        <a:uLnTx/>
                        <a:uFillTx/>
                        <a:latin typeface="+mj-ea"/>
                        <a:ea typeface="+mj-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lumMod val="95000"/>
                              <a:lumOff val="5000"/>
                            </a:srgbClr>
                          </a:solidFill>
                          <a:effectLst/>
                          <a:uLnTx/>
                          <a:uFillTx/>
                          <a:latin typeface="+mj-ea"/>
                          <a:ea typeface="+mj-ea"/>
                          <a:cs typeface="+mn-cs"/>
                        </a:rPr>
                        <a:t>779</a:t>
                      </a:r>
                      <a:endParaRPr kumimoji="0" lang="zh-CN" altLang="en-US" sz="1800" b="0" i="0" u="none" strike="noStrike" kern="1200" cap="none" spc="0" normalizeH="0" baseline="0" noProof="0" dirty="0">
                        <a:ln>
                          <a:noFill/>
                        </a:ln>
                        <a:solidFill>
                          <a:srgbClr val="000000">
                            <a:lumMod val="95000"/>
                            <a:lumOff val="5000"/>
                          </a:srgbClr>
                        </a:solidFill>
                        <a:effectLst/>
                        <a:uLnTx/>
                        <a:uFillTx/>
                        <a:latin typeface="+mj-ea"/>
                        <a:ea typeface="+mj-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lumMod val="95000"/>
                              <a:lumOff val="5000"/>
                            </a:srgbClr>
                          </a:solidFill>
                          <a:effectLst/>
                          <a:uLnTx/>
                          <a:uFillTx/>
                          <a:latin typeface="+mj-ea"/>
                          <a:ea typeface="+mj-ea"/>
                          <a:cs typeface="+mn-cs"/>
                        </a:rPr>
                        <a:t>814</a:t>
                      </a:r>
                      <a:endParaRPr kumimoji="0" lang="zh-CN" altLang="en-US" sz="1800" b="0" i="0" u="none" strike="noStrike" kern="1200" cap="none" spc="0" normalizeH="0" baseline="0" noProof="0" dirty="0">
                        <a:ln>
                          <a:noFill/>
                        </a:ln>
                        <a:solidFill>
                          <a:srgbClr val="000000">
                            <a:lumMod val="95000"/>
                            <a:lumOff val="5000"/>
                          </a:srgbClr>
                        </a:solidFill>
                        <a:effectLst/>
                        <a:uLnTx/>
                        <a:uFillTx/>
                        <a:latin typeface="+mj-ea"/>
                        <a:ea typeface="+mj-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611261187"/>
                  </a:ext>
                </a:extLst>
              </a:tr>
              <a:tr h="31202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000000">
                              <a:lumMod val="95000"/>
                              <a:lumOff val="5000"/>
                            </a:srgbClr>
                          </a:solidFill>
                          <a:effectLst/>
                          <a:uLnTx/>
                          <a:uFillTx/>
                          <a:latin typeface="+mj-ea"/>
                          <a:ea typeface="+mj-ea"/>
                          <a:cs typeface="+mn-cs"/>
                        </a:rPr>
                        <a:t>合计</a:t>
                      </a:r>
                    </a:p>
                  </a:txBody>
                  <a:tcPr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mpd="sng">
                      <a:noFill/>
                    </a:lnT>
                    <a:lnB w="28575" cap="flat" cmpd="sng" algn="ctr">
                      <a:solidFill>
                        <a:schemeClr val="accent1"/>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lumMod val="95000"/>
                              <a:lumOff val="5000"/>
                            </a:srgbClr>
                          </a:solidFill>
                          <a:effectLst/>
                          <a:uLnTx/>
                          <a:uFillTx/>
                          <a:latin typeface="+mj-ea"/>
                          <a:ea typeface="+mj-ea"/>
                          <a:cs typeface="+mn-cs"/>
                        </a:rPr>
                        <a:t>5204</a:t>
                      </a:r>
                      <a:endParaRPr kumimoji="0" lang="zh-CN" altLang="en-US" sz="1800" b="0" i="0" u="none" strike="noStrike" kern="1200" cap="none" spc="0" normalizeH="0" baseline="0" noProof="0" dirty="0">
                        <a:ln>
                          <a:noFill/>
                        </a:ln>
                        <a:solidFill>
                          <a:srgbClr val="000000">
                            <a:lumMod val="95000"/>
                            <a:lumOff val="5000"/>
                          </a:srgbClr>
                        </a:solidFill>
                        <a:effectLst/>
                        <a:uLnTx/>
                        <a:uFillTx/>
                        <a:latin typeface="+mj-ea"/>
                        <a:ea typeface="+mj-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mpd="sng">
                      <a:noFill/>
                    </a:lnT>
                    <a:lnB w="28575" cap="flat" cmpd="sng" algn="ctr">
                      <a:solidFill>
                        <a:schemeClr val="accent1"/>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lumMod val="95000"/>
                              <a:lumOff val="5000"/>
                            </a:srgbClr>
                          </a:solidFill>
                          <a:effectLst/>
                          <a:uLnTx/>
                          <a:uFillTx/>
                          <a:latin typeface="+mj-ea"/>
                          <a:ea typeface="+mj-ea"/>
                          <a:cs typeface="+mn-cs"/>
                        </a:rPr>
                        <a:t>1951</a:t>
                      </a:r>
                      <a:endParaRPr kumimoji="0" lang="zh-CN" altLang="en-US" sz="1800" b="0" i="0" u="none" strike="noStrike" kern="1200" cap="none" spc="0" normalizeH="0" baseline="0" noProof="0" dirty="0">
                        <a:ln>
                          <a:noFill/>
                        </a:ln>
                        <a:solidFill>
                          <a:srgbClr val="000000">
                            <a:lumMod val="95000"/>
                            <a:lumOff val="5000"/>
                          </a:srgbClr>
                        </a:solidFill>
                        <a:effectLst/>
                        <a:uLnTx/>
                        <a:uFillTx/>
                        <a:latin typeface="+mj-ea"/>
                        <a:ea typeface="+mj-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mpd="sng">
                      <a:noFill/>
                    </a:lnT>
                    <a:lnB w="28575" cap="flat" cmpd="sng" algn="ctr">
                      <a:solidFill>
                        <a:schemeClr val="accent1"/>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lumMod val="95000"/>
                              <a:lumOff val="5000"/>
                            </a:srgbClr>
                          </a:solidFill>
                          <a:effectLst/>
                          <a:uLnTx/>
                          <a:uFillTx/>
                          <a:latin typeface="+mj-ea"/>
                          <a:ea typeface="+mj-ea"/>
                          <a:cs typeface="+mn-cs"/>
                        </a:rPr>
                        <a:t>1951</a:t>
                      </a:r>
                      <a:endParaRPr kumimoji="0" lang="zh-CN" altLang="en-US" sz="1800" b="0" i="0" u="none" strike="noStrike" kern="1200" cap="none" spc="0" normalizeH="0" baseline="0" noProof="0" dirty="0">
                        <a:ln>
                          <a:noFill/>
                        </a:ln>
                        <a:solidFill>
                          <a:srgbClr val="000000">
                            <a:lumMod val="95000"/>
                            <a:lumOff val="5000"/>
                          </a:srgbClr>
                        </a:solidFill>
                        <a:effectLst/>
                        <a:uLnTx/>
                        <a:uFillTx/>
                        <a:latin typeface="+mj-ea"/>
                        <a:ea typeface="+mj-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mpd="sng">
                      <a:noFill/>
                    </a:lnT>
                    <a:lnB w="28575" cap="flat" cmpd="sng" algn="ctr">
                      <a:solidFill>
                        <a:schemeClr val="accent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855685302"/>
                  </a:ext>
                </a:extLst>
              </a:tr>
            </a:tbl>
          </a:graphicData>
        </a:graphic>
      </p:graphicFrame>
      <p:sp>
        <p:nvSpPr>
          <p:cNvPr id="6" name="文本框 5">
            <a:extLst>
              <a:ext uri="{FF2B5EF4-FFF2-40B4-BE49-F238E27FC236}">
                <a16:creationId xmlns:a16="http://schemas.microsoft.com/office/drawing/2014/main" id="{254492B7-857F-4AFE-D5F6-A37A07EDC4FD}"/>
              </a:ext>
            </a:extLst>
          </p:cNvPr>
          <p:cNvSpPr txBox="1"/>
          <p:nvPr/>
        </p:nvSpPr>
        <p:spPr>
          <a:xfrm>
            <a:off x="2587255" y="5914273"/>
            <a:ext cx="2600010" cy="369332"/>
          </a:xfrm>
          <a:prstGeom prst="rect">
            <a:avLst/>
          </a:prstGeom>
          <a:noFill/>
        </p:spPr>
        <p:txBody>
          <a:bodyPr wrap="square">
            <a:spAutoFit/>
          </a:bodyPr>
          <a:lstStyle/>
          <a:p>
            <a:r>
              <a:rPr lang="zh-CN" altLang="en-US" dirty="0">
                <a:latin typeface="+mj-ea"/>
                <a:ea typeface="+mj-ea"/>
              </a:rPr>
              <a:t>ARG‐CN 数据集数据量</a:t>
            </a:r>
          </a:p>
        </p:txBody>
      </p:sp>
      <p:graphicFrame>
        <p:nvGraphicFramePr>
          <p:cNvPr id="7" name="表格 6">
            <a:extLst>
              <a:ext uri="{FF2B5EF4-FFF2-40B4-BE49-F238E27FC236}">
                <a16:creationId xmlns:a16="http://schemas.microsoft.com/office/drawing/2014/main" id="{5D6B74E6-CC52-5FAA-F8EF-C59E0F303352}"/>
              </a:ext>
            </a:extLst>
          </p:cNvPr>
          <p:cNvGraphicFramePr>
            <a:graphicFrameLocks noGrp="1"/>
          </p:cNvGraphicFramePr>
          <p:nvPr>
            <p:extLst>
              <p:ext uri="{D42A27DB-BD31-4B8C-83A1-F6EECF244321}">
                <p14:modId xmlns:p14="http://schemas.microsoft.com/office/powerpoint/2010/main" val="3062347254"/>
              </p:ext>
            </p:extLst>
          </p:nvPr>
        </p:nvGraphicFramePr>
        <p:xfrm>
          <a:off x="6344418" y="4341203"/>
          <a:ext cx="3710520" cy="1463040"/>
        </p:xfrm>
        <a:graphic>
          <a:graphicData uri="http://schemas.openxmlformats.org/drawingml/2006/table">
            <a:tbl>
              <a:tblPr firstRow="1" bandRow="1">
                <a:effectLst/>
                <a:tableStyleId>{5C22544A-7EE6-4342-B048-85BDC9FD1C3A}</a:tableStyleId>
              </a:tblPr>
              <a:tblGrid>
                <a:gridCol w="927630">
                  <a:extLst>
                    <a:ext uri="{9D8B030D-6E8A-4147-A177-3AD203B41FA5}">
                      <a16:colId xmlns:a16="http://schemas.microsoft.com/office/drawing/2014/main" val="3470629666"/>
                    </a:ext>
                  </a:extLst>
                </a:gridCol>
                <a:gridCol w="927630">
                  <a:extLst>
                    <a:ext uri="{9D8B030D-6E8A-4147-A177-3AD203B41FA5}">
                      <a16:colId xmlns:a16="http://schemas.microsoft.com/office/drawing/2014/main" val="1083309402"/>
                    </a:ext>
                  </a:extLst>
                </a:gridCol>
                <a:gridCol w="927630">
                  <a:extLst>
                    <a:ext uri="{9D8B030D-6E8A-4147-A177-3AD203B41FA5}">
                      <a16:colId xmlns:a16="http://schemas.microsoft.com/office/drawing/2014/main" val="2189187392"/>
                    </a:ext>
                  </a:extLst>
                </a:gridCol>
                <a:gridCol w="927630">
                  <a:extLst>
                    <a:ext uri="{9D8B030D-6E8A-4147-A177-3AD203B41FA5}">
                      <a16:colId xmlns:a16="http://schemas.microsoft.com/office/drawing/2014/main" val="3929248336"/>
                    </a:ext>
                  </a:extLst>
                </a:gridCol>
              </a:tblGrid>
              <a:tr h="312028">
                <a:tc>
                  <a:txBody>
                    <a:bodyPr/>
                    <a:lstStyle/>
                    <a:p>
                      <a:pPr algn="ctr"/>
                      <a:endParaRPr lang="zh-CN" altLang="en-US" dirty="0">
                        <a:solidFill>
                          <a:schemeClr val="accent1"/>
                        </a:solidFill>
                        <a:effectLst/>
                        <a:latin typeface="+mj-ea"/>
                        <a:ea typeface="+mj-ea"/>
                      </a:endParaRPr>
                    </a:p>
                  </a:txBody>
                  <a:tcPr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28575" cap="flat" cmpd="sng" algn="ctr">
                      <a:solidFill>
                        <a:schemeClr val="accent1"/>
                      </a:solidFill>
                      <a:prstDash val="solid"/>
                      <a:round/>
                      <a:headEnd type="none" w="med" len="med"/>
                      <a:tailEnd type="none" w="med" len="med"/>
                    </a:lnT>
                    <a:lnB w="28575" cap="flat" cmpd="sng" algn="ctr">
                      <a:solidFill>
                        <a:schemeClr val="accent1"/>
                      </a:solidFill>
                      <a:prstDash val="solid"/>
                      <a:round/>
                      <a:headEnd type="none" w="med" len="med"/>
                      <a:tailEnd type="none" w="med" len="med"/>
                    </a:lnB>
                    <a:solidFill>
                      <a:schemeClr val="bg1">
                        <a:lumMod val="95000"/>
                      </a:schemeClr>
                    </a:solidFill>
                  </a:tcPr>
                </a:tc>
                <a:tc>
                  <a:txBody>
                    <a:bodyPr/>
                    <a:lstStyle/>
                    <a:p>
                      <a:pPr algn="ctr"/>
                      <a:r>
                        <a:rPr lang="zh-CN" altLang="en-US" dirty="0">
                          <a:solidFill>
                            <a:schemeClr val="tx1">
                              <a:lumMod val="95000"/>
                              <a:lumOff val="5000"/>
                            </a:schemeClr>
                          </a:solidFill>
                          <a:effectLst/>
                          <a:latin typeface="+mj-ea"/>
                          <a:ea typeface="+mj-ea"/>
                        </a:rPr>
                        <a:t>训练集</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28575" cap="flat" cmpd="sng" algn="ctr">
                      <a:solidFill>
                        <a:schemeClr val="accent1"/>
                      </a:solidFill>
                      <a:prstDash val="solid"/>
                      <a:round/>
                      <a:headEnd type="none" w="med" len="med"/>
                      <a:tailEnd type="none" w="med" len="med"/>
                    </a:lnT>
                    <a:lnB w="28575" cap="flat" cmpd="sng" algn="ctr">
                      <a:solidFill>
                        <a:schemeClr val="accent1"/>
                      </a:solidFill>
                      <a:prstDash val="solid"/>
                      <a:round/>
                      <a:headEnd type="none" w="med" len="med"/>
                      <a:tailEnd type="none" w="med" len="med"/>
                    </a:lnB>
                    <a:solidFill>
                      <a:schemeClr val="bg1">
                        <a:lumMod val="95000"/>
                      </a:schemeClr>
                    </a:solidFill>
                  </a:tcPr>
                </a:tc>
                <a:tc>
                  <a:txBody>
                    <a:bodyPr/>
                    <a:lstStyle/>
                    <a:p>
                      <a:pPr algn="ctr"/>
                      <a:r>
                        <a:rPr lang="zh-CN" altLang="en-US" dirty="0">
                          <a:solidFill>
                            <a:schemeClr val="tx1">
                              <a:lumMod val="95000"/>
                              <a:lumOff val="5000"/>
                            </a:schemeClr>
                          </a:solidFill>
                          <a:effectLst/>
                          <a:latin typeface="+mj-ea"/>
                          <a:ea typeface="+mj-ea"/>
                        </a:rPr>
                        <a:t>验证集</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28575" cap="flat" cmpd="sng" algn="ctr">
                      <a:solidFill>
                        <a:schemeClr val="accent1"/>
                      </a:solidFill>
                      <a:prstDash val="solid"/>
                      <a:round/>
                      <a:headEnd type="none" w="med" len="med"/>
                      <a:tailEnd type="none" w="med" len="med"/>
                    </a:lnT>
                    <a:lnB w="28575" cap="flat" cmpd="sng" algn="ctr">
                      <a:solidFill>
                        <a:schemeClr val="accent1"/>
                      </a:solidFill>
                      <a:prstDash val="solid"/>
                      <a:round/>
                      <a:headEnd type="none" w="med" len="med"/>
                      <a:tailEnd type="none" w="med" len="med"/>
                    </a:lnB>
                    <a:solidFill>
                      <a:schemeClr val="bg1">
                        <a:lumMod val="95000"/>
                      </a:schemeClr>
                    </a:solidFill>
                  </a:tcPr>
                </a:tc>
                <a:tc>
                  <a:txBody>
                    <a:bodyPr/>
                    <a:lstStyle/>
                    <a:p>
                      <a:pPr algn="ctr"/>
                      <a:r>
                        <a:rPr lang="zh-CN" altLang="en-US" dirty="0">
                          <a:solidFill>
                            <a:schemeClr val="tx1">
                              <a:lumMod val="95000"/>
                              <a:lumOff val="5000"/>
                            </a:schemeClr>
                          </a:solidFill>
                          <a:effectLst/>
                          <a:latin typeface="+mj-ea"/>
                          <a:ea typeface="+mj-ea"/>
                        </a:rPr>
                        <a:t>测试集</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28575" cap="flat" cmpd="sng" algn="ctr">
                      <a:solidFill>
                        <a:schemeClr val="accent1"/>
                      </a:solidFill>
                      <a:prstDash val="solid"/>
                      <a:round/>
                      <a:headEnd type="none" w="med" len="med"/>
                      <a:tailEnd type="none" w="med" len="med"/>
                    </a:lnT>
                    <a:lnB w="28575" cap="flat" cmpd="sng" algn="ctr">
                      <a:solidFill>
                        <a:schemeClr val="accent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850176469"/>
                  </a:ext>
                </a:extLst>
              </a:tr>
              <a:tr h="31202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lumMod val="95000"/>
                              <a:lumOff val="5000"/>
                            </a:srgbClr>
                          </a:solidFill>
                          <a:effectLst/>
                          <a:uLnTx/>
                          <a:uFillTx/>
                          <a:latin typeface="+mj-ea"/>
                          <a:ea typeface="+mj-ea"/>
                          <a:cs typeface="+mn-cs"/>
                        </a:rPr>
                        <a:t>真新闻</a:t>
                      </a:r>
                    </a:p>
                  </a:txBody>
                  <a:tcPr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28575" cap="flat" cmpd="sng" algn="ctr">
                      <a:solidFill>
                        <a:schemeClr val="accent1"/>
                      </a:solidFill>
                      <a:prstDash val="solid"/>
                      <a:round/>
                      <a:headEnd type="none" w="med" len="med"/>
                      <a:tailEnd type="none" w="med" len="med"/>
                    </a:lnT>
                    <a:lnB w="12700" cmpd="sng">
                      <a:noFill/>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lumMod val="95000"/>
                              <a:lumOff val="5000"/>
                            </a:srgbClr>
                          </a:solidFill>
                          <a:effectLst/>
                          <a:uLnTx/>
                          <a:uFillTx/>
                          <a:latin typeface="+mj-ea"/>
                          <a:ea typeface="+mj-ea"/>
                          <a:cs typeface="+mn-cs"/>
                        </a:rPr>
                        <a:t>2878</a:t>
                      </a:r>
                      <a:endParaRPr kumimoji="0" lang="zh-CN" altLang="en-US" sz="1800" b="0" i="0" u="none" strike="noStrike" kern="1200" cap="none" spc="0" normalizeH="0" baseline="0" noProof="0" dirty="0">
                        <a:ln>
                          <a:noFill/>
                        </a:ln>
                        <a:solidFill>
                          <a:srgbClr val="000000">
                            <a:lumMod val="95000"/>
                            <a:lumOff val="5000"/>
                          </a:srgbClr>
                        </a:solidFill>
                        <a:effectLst/>
                        <a:uLnTx/>
                        <a:uFillTx/>
                        <a:latin typeface="+mj-ea"/>
                        <a:ea typeface="+mj-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28575" cap="flat" cmpd="sng" algn="ctr">
                      <a:solidFill>
                        <a:schemeClr val="accent1"/>
                      </a:solidFill>
                      <a:prstDash val="solid"/>
                      <a:round/>
                      <a:headEnd type="none" w="med" len="med"/>
                      <a:tailEnd type="none" w="med" len="med"/>
                    </a:lnT>
                    <a:lnB w="12700" cmpd="sng">
                      <a:noFill/>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lumMod val="95000"/>
                              <a:lumOff val="5000"/>
                            </a:srgbClr>
                          </a:solidFill>
                          <a:effectLst/>
                          <a:uLnTx/>
                          <a:uFillTx/>
                          <a:latin typeface="+mj-ea"/>
                          <a:ea typeface="+mj-ea"/>
                          <a:cs typeface="+mn-cs"/>
                        </a:rPr>
                        <a:t>1030</a:t>
                      </a:r>
                      <a:endParaRPr kumimoji="0" lang="zh-CN" altLang="en-US" sz="1800" b="0" i="0" u="none" strike="noStrike" kern="1200" cap="none" spc="0" normalizeH="0" baseline="0" noProof="0" dirty="0">
                        <a:ln>
                          <a:noFill/>
                        </a:ln>
                        <a:solidFill>
                          <a:srgbClr val="000000">
                            <a:lumMod val="95000"/>
                            <a:lumOff val="5000"/>
                          </a:srgbClr>
                        </a:solidFill>
                        <a:effectLst/>
                        <a:uLnTx/>
                        <a:uFillTx/>
                        <a:latin typeface="+mj-ea"/>
                        <a:ea typeface="+mj-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28575" cap="flat" cmpd="sng" algn="ctr">
                      <a:solidFill>
                        <a:schemeClr val="accent1"/>
                      </a:solidFill>
                      <a:prstDash val="solid"/>
                      <a:round/>
                      <a:headEnd type="none" w="med" len="med"/>
                      <a:tailEnd type="none" w="med" len="med"/>
                    </a:lnT>
                    <a:lnB w="12700" cmpd="sng">
                      <a:noFill/>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lumMod val="95000"/>
                              <a:lumOff val="5000"/>
                            </a:srgbClr>
                          </a:solidFill>
                          <a:effectLst/>
                          <a:uLnTx/>
                          <a:uFillTx/>
                          <a:latin typeface="+mj-ea"/>
                          <a:ea typeface="+mj-ea"/>
                          <a:cs typeface="+mn-cs"/>
                        </a:rPr>
                        <a:t>1024</a:t>
                      </a:r>
                      <a:endParaRPr kumimoji="0" lang="zh-CN" altLang="en-US" sz="1800" b="0" i="0" u="none" strike="noStrike" kern="1200" cap="none" spc="0" normalizeH="0" baseline="0" noProof="0" dirty="0">
                        <a:ln>
                          <a:noFill/>
                        </a:ln>
                        <a:solidFill>
                          <a:srgbClr val="000000">
                            <a:lumMod val="95000"/>
                            <a:lumOff val="5000"/>
                          </a:srgbClr>
                        </a:solidFill>
                        <a:effectLst/>
                        <a:uLnTx/>
                        <a:uFillTx/>
                        <a:latin typeface="+mj-ea"/>
                        <a:ea typeface="+mj-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28575" cap="flat" cmpd="sng" algn="ctr">
                      <a:solidFill>
                        <a:schemeClr val="accent1"/>
                      </a:solidFill>
                      <a:prstDash val="solid"/>
                      <a:round/>
                      <a:headEnd type="none" w="med" len="med"/>
                      <a:tailEnd type="none" w="med" len="med"/>
                    </a:lnT>
                    <a:lnB w="12700" cmpd="sng">
                      <a:noFill/>
                    </a:lnB>
                    <a:solidFill>
                      <a:schemeClr val="bg1">
                        <a:lumMod val="95000"/>
                      </a:schemeClr>
                    </a:solidFill>
                  </a:tcPr>
                </a:tc>
                <a:extLst>
                  <a:ext uri="{0D108BD9-81ED-4DB2-BD59-A6C34878D82A}">
                    <a16:rowId xmlns:a16="http://schemas.microsoft.com/office/drawing/2014/main" val="4120857344"/>
                  </a:ext>
                </a:extLst>
              </a:tr>
              <a:tr h="31202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lumMod val="95000"/>
                              <a:lumOff val="5000"/>
                            </a:srgbClr>
                          </a:solidFill>
                          <a:effectLst/>
                          <a:uLnTx/>
                          <a:uFillTx/>
                          <a:latin typeface="+mj-ea"/>
                          <a:ea typeface="+mj-ea"/>
                          <a:cs typeface="+mn-cs"/>
                        </a:rPr>
                        <a:t>假新闻</a:t>
                      </a:r>
                    </a:p>
                  </a:txBody>
                  <a:tcPr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lumMod val="95000"/>
                              <a:lumOff val="5000"/>
                            </a:srgbClr>
                          </a:solidFill>
                          <a:effectLst/>
                          <a:uLnTx/>
                          <a:uFillTx/>
                          <a:latin typeface="+mj-ea"/>
                          <a:ea typeface="+mj-ea"/>
                          <a:cs typeface="+mn-cs"/>
                        </a:rPr>
                        <a:t>1006</a:t>
                      </a:r>
                      <a:endParaRPr kumimoji="0" lang="zh-CN" altLang="en-US" sz="1800" b="0" i="0" u="none" strike="noStrike" kern="1200" cap="none" spc="0" normalizeH="0" baseline="0" noProof="0" dirty="0">
                        <a:ln>
                          <a:noFill/>
                        </a:ln>
                        <a:solidFill>
                          <a:srgbClr val="000000">
                            <a:lumMod val="95000"/>
                            <a:lumOff val="5000"/>
                          </a:srgbClr>
                        </a:solidFill>
                        <a:effectLst/>
                        <a:uLnTx/>
                        <a:uFillTx/>
                        <a:latin typeface="+mj-ea"/>
                        <a:ea typeface="+mj-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lumMod val="95000"/>
                              <a:lumOff val="5000"/>
                            </a:srgbClr>
                          </a:solidFill>
                          <a:effectLst/>
                          <a:uLnTx/>
                          <a:uFillTx/>
                          <a:latin typeface="+mj-ea"/>
                          <a:ea typeface="+mj-ea"/>
                          <a:cs typeface="+mn-cs"/>
                        </a:rPr>
                        <a:t>244</a:t>
                      </a:r>
                      <a:endParaRPr kumimoji="0" lang="zh-CN" altLang="en-US" sz="1800" b="0" i="0" u="none" strike="noStrike" kern="1200" cap="none" spc="0" normalizeH="0" baseline="0" noProof="0" dirty="0">
                        <a:ln>
                          <a:noFill/>
                        </a:ln>
                        <a:solidFill>
                          <a:srgbClr val="000000">
                            <a:lumMod val="95000"/>
                            <a:lumOff val="5000"/>
                          </a:srgbClr>
                        </a:solidFill>
                        <a:effectLst/>
                        <a:uLnTx/>
                        <a:uFillTx/>
                        <a:latin typeface="+mj-ea"/>
                        <a:ea typeface="+mj-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lumMod val="95000"/>
                              <a:lumOff val="5000"/>
                            </a:srgbClr>
                          </a:solidFill>
                          <a:effectLst/>
                          <a:uLnTx/>
                          <a:uFillTx/>
                          <a:latin typeface="+mj-ea"/>
                          <a:ea typeface="+mj-ea"/>
                          <a:cs typeface="+mn-cs"/>
                        </a:rPr>
                        <a:t>234</a:t>
                      </a:r>
                      <a:endParaRPr kumimoji="0" lang="zh-CN" altLang="en-US" sz="1800" b="0" i="0" u="none" strike="noStrike" kern="1200" cap="none" spc="0" normalizeH="0" baseline="0" noProof="0" dirty="0">
                        <a:ln>
                          <a:noFill/>
                        </a:ln>
                        <a:solidFill>
                          <a:srgbClr val="000000">
                            <a:lumMod val="95000"/>
                            <a:lumOff val="5000"/>
                          </a:srgbClr>
                        </a:solidFill>
                        <a:effectLst/>
                        <a:uLnTx/>
                        <a:uFillTx/>
                        <a:latin typeface="+mj-ea"/>
                        <a:ea typeface="+mj-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611261187"/>
                  </a:ext>
                </a:extLst>
              </a:tr>
              <a:tr h="31202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000000">
                              <a:lumMod val="95000"/>
                              <a:lumOff val="5000"/>
                            </a:srgbClr>
                          </a:solidFill>
                          <a:effectLst/>
                          <a:uLnTx/>
                          <a:uFillTx/>
                          <a:latin typeface="+mj-ea"/>
                          <a:ea typeface="+mj-ea"/>
                          <a:cs typeface="+mn-cs"/>
                        </a:rPr>
                        <a:t>合计</a:t>
                      </a:r>
                    </a:p>
                  </a:txBody>
                  <a:tcPr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mpd="sng">
                      <a:noFill/>
                    </a:lnT>
                    <a:lnB w="28575" cap="flat" cmpd="sng" algn="ctr">
                      <a:solidFill>
                        <a:schemeClr val="accent1"/>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lumMod val="95000"/>
                              <a:lumOff val="5000"/>
                            </a:srgbClr>
                          </a:solidFill>
                          <a:effectLst/>
                          <a:uLnTx/>
                          <a:uFillTx/>
                          <a:latin typeface="+mj-ea"/>
                          <a:ea typeface="+mj-ea"/>
                          <a:cs typeface="+mn-cs"/>
                        </a:rPr>
                        <a:t>3884</a:t>
                      </a:r>
                      <a:endParaRPr kumimoji="0" lang="zh-CN" altLang="en-US" sz="1800" b="0" i="0" u="none" strike="noStrike" kern="1200" cap="none" spc="0" normalizeH="0" baseline="0" noProof="0" dirty="0">
                        <a:ln>
                          <a:noFill/>
                        </a:ln>
                        <a:solidFill>
                          <a:srgbClr val="000000">
                            <a:lumMod val="95000"/>
                            <a:lumOff val="5000"/>
                          </a:srgbClr>
                        </a:solidFill>
                        <a:effectLst/>
                        <a:uLnTx/>
                        <a:uFillTx/>
                        <a:latin typeface="+mj-ea"/>
                        <a:ea typeface="+mj-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mpd="sng">
                      <a:noFill/>
                    </a:lnT>
                    <a:lnB w="28575" cap="flat" cmpd="sng" algn="ctr">
                      <a:solidFill>
                        <a:schemeClr val="accent1"/>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lumMod val="95000"/>
                              <a:lumOff val="5000"/>
                            </a:srgbClr>
                          </a:solidFill>
                          <a:effectLst/>
                          <a:uLnTx/>
                          <a:uFillTx/>
                          <a:latin typeface="+mj-ea"/>
                          <a:ea typeface="+mj-ea"/>
                          <a:cs typeface="+mn-cs"/>
                        </a:rPr>
                        <a:t>1274</a:t>
                      </a:r>
                      <a:endParaRPr kumimoji="0" lang="zh-CN" altLang="en-US" sz="1800" b="0" i="0" u="none" strike="noStrike" kern="1200" cap="none" spc="0" normalizeH="0" baseline="0" noProof="0" dirty="0">
                        <a:ln>
                          <a:noFill/>
                        </a:ln>
                        <a:solidFill>
                          <a:srgbClr val="000000">
                            <a:lumMod val="95000"/>
                            <a:lumOff val="5000"/>
                          </a:srgbClr>
                        </a:solidFill>
                        <a:effectLst/>
                        <a:uLnTx/>
                        <a:uFillTx/>
                        <a:latin typeface="+mj-ea"/>
                        <a:ea typeface="+mj-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mpd="sng">
                      <a:noFill/>
                    </a:lnT>
                    <a:lnB w="28575" cap="flat" cmpd="sng" algn="ctr">
                      <a:solidFill>
                        <a:schemeClr val="accent1"/>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lumMod val="95000"/>
                              <a:lumOff val="5000"/>
                            </a:srgbClr>
                          </a:solidFill>
                          <a:effectLst/>
                          <a:uLnTx/>
                          <a:uFillTx/>
                          <a:latin typeface="+mj-ea"/>
                          <a:ea typeface="+mj-ea"/>
                          <a:cs typeface="+mn-cs"/>
                        </a:rPr>
                        <a:t>1258</a:t>
                      </a:r>
                      <a:endParaRPr kumimoji="0" lang="zh-CN" altLang="en-US" sz="1800" b="0" i="0" u="none" strike="noStrike" kern="1200" cap="none" spc="0" normalizeH="0" baseline="0" noProof="0" dirty="0">
                        <a:ln>
                          <a:noFill/>
                        </a:ln>
                        <a:solidFill>
                          <a:srgbClr val="000000">
                            <a:lumMod val="95000"/>
                            <a:lumOff val="5000"/>
                          </a:srgbClr>
                        </a:solidFill>
                        <a:effectLst/>
                        <a:uLnTx/>
                        <a:uFillTx/>
                        <a:latin typeface="+mj-ea"/>
                        <a:ea typeface="+mj-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mpd="sng">
                      <a:noFill/>
                    </a:lnT>
                    <a:lnB w="28575" cap="flat" cmpd="sng" algn="ctr">
                      <a:solidFill>
                        <a:schemeClr val="accent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855685302"/>
                  </a:ext>
                </a:extLst>
              </a:tr>
            </a:tbl>
          </a:graphicData>
        </a:graphic>
      </p:graphicFrame>
      <p:sp>
        <p:nvSpPr>
          <p:cNvPr id="11" name="文本框 10">
            <a:extLst>
              <a:ext uri="{FF2B5EF4-FFF2-40B4-BE49-F238E27FC236}">
                <a16:creationId xmlns:a16="http://schemas.microsoft.com/office/drawing/2014/main" id="{10F0649B-33D3-08B5-1E61-40F0B0FF3421}"/>
              </a:ext>
            </a:extLst>
          </p:cNvPr>
          <p:cNvSpPr txBox="1"/>
          <p:nvPr/>
        </p:nvSpPr>
        <p:spPr>
          <a:xfrm>
            <a:off x="7004737" y="5914273"/>
            <a:ext cx="6094324" cy="369332"/>
          </a:xfrm>
          <a:prstGeom prst="rect">
            <a:avLst/>
          </a:prstGeom>
          <a:noFill/>
        </p:spPr>
        <p:txBody>
          <a:bodyPr wrap="square">
            <a:spAutoFit/>
          </a:bodyPr>
          <a:lstStyle/>
          <a:p>
            <a:r>
              <a:rPr lang="zh-CN" altLang="en-US" dirty="0">
                <a:latin typeface="+mj-ea"/>
                <a:ea typeface="+mj-ea"/>
              </a:rPr>
              <a:t>ARG‐</a:t>
            </a:r>
            <a:r>
              <a:rPr lang="en-US" altLang="zh-CN" dirty="0">
                <a:latin typeface="+mj-ea"/>
                <a:ea typeface="+mj-ea"/>
              </a:rPr>
              <a:t>E</a:t>
            </a:r>
            <a:r>
              <a:rPr lang="zh-CN" altLang="en-US" dirty="0">
                <a:latin typeface="+mj-ea"/>
                <a:ea typeface="+mj-ea"/>
              </a:rPr>
              <a:t>N 数据集数据量</a:t>
            </a:r>
          </a:p>
        </p:txBody>
      </p:sp>
    </p:spTree>
    <p:extLst>
      <p:ext uri="{BB962C8B-B14F-4D97-AF65-F5344CB8AC3E}">
        <p14:creationId xmlns:p14="http://schemas.microsoft.com/office/powerpoint/2010/main" val="31143673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C88EF1-7227-478D-C71F-FFA44C33F2AB}"/>
            </a:ext>
          </a:extLst>
        </p:cNvPr>
        <p:cNvGrpSpPr/>
        <p:nvPr/>
      </p:nvGrpSpPr>
      <p:grpSpPr>
        <a:xfrm>
          <a:off x="0" y="0"/>
          <a:ext cx="0" cy="0"/>
          <a:chOff x="0" y="0"/>
          <a:chExt cx="0" cy="0"/>
        </a:xfrm>
      </p:grpSpPr>
      <p:sp>
        <p:nvSpPr>
          <p:cNvPr id="10" name="标题 9">
            <a:extLst>
              <a:ext uri="{FF2B5EF4-FFF2-40B4-BE49-F238E27FC236}">
                <a16:creationId xmlns:a16="http://schemas.microsoft.com/office/drawing/2014/main" id="{AD3DCEEB-E462-D981-75B9-772B21839CE4}"/>
              </a:ext>
            </a:extLst>
          </p:cNvPr>
          <p:cNvSpPr>
            <a:spLocks noGrp="1"/>
          </p:cNvSpPr>
          <p:nvPr>
            <p:ph type="title"/>
          </p:nvPr>
        </p:nvSpPr>
        <p:spPr/>
        <p:txBody>
          <a:bodyPr/>
          <a:lstStyle/>
          <a:p>
            <a:r>
              <a:rPr lang="en-US" altLang="zh-CN" dirty="0"/>
              <a:t>05 </a:t>
            </a:r>
            <a:r>
              <a:rPr lang="zh-CN" altLang="en-US" dirty="0"/>
              <a:t>实验验证与结果分析</a:t>
            </a:r>
          </a:p>
        </p:txBody>
      </p:sp>
      <p:sp>
        <p:nvSpPr>
          <p:cNvPr id="9" name="AutoShape 6" descr="女子挺5个月孕肚征婚？重庆警方通报">
            <a:extLst>
              <a:ext uri="{FF2B5EF4-FFF2-40B4-BE49-F238E27FC236}">
                <a16:creationId xmlns:a16="http://schemas.microsoft.com/office/drawing/2014/main" id="{C38DEB63-8389-7AF7-05C3-65A7D92C23C3}"/>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 name="矩形 1">
            <a:extLst>
              <a:ext uri="{FF2B5EF4-FFF2-40B4-BE49-F238E27FC236}">
                <a16:creationId xmlns:a16="http://schemas.microsoft.com/office/drawing/2014/main" id="{1739E1BF-1877-A1D1-6361-70FC1214B7BF}"/>
              </a:ext>
            </a:extLst>
          </p:cNvPr>
          <p:cNvSpPr/>
          <p:nvPr/>
        </p:nvSpPr>
        <p:spPr>
          <a:xfrm>
            <a:off x="640934" y="1196391"/>
            <a:ext cx="2546647" cy="34187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latin typeface="Times New Roman" panose="02020603050405020304" pitchFamily="18" charset="0"/>
                <a:cs typeface="Times New Roman" panose="02020603050405020304" pitchFamily="18" charset="0"/>
              </a:rPr>
              <a:t>对比基线以及评价指标</a:t>
            </a:r>
          </a:p>
        </p:txBody>
      </p:sp>
      <p:grpSp>
        <p:nvGrpSpPr>
          <p:cNvPr id="5" name="组合 4">
            <a:extLst>
              <a:ext uri="{FF2B5EF4-FFF2-40B4-BE49-F238E27FC236}">
                <a16:creationId xmlns:a16="http://schemas.microsoft.com/office/drawing/2014/main" id="{F794272E-8203-01F7-BB19-8EB25B68C35B}"/>
              </a:ext>
            </a:extLst>
          </p:cNvPr>
          <p:cNvGrpSpPr/>
          <p:nvPr/>
        </p:nvGrpSpPr>
        <p:grpSpPr>
          <a:xfrm>
            <a:off x="640934" y="1701926"/>
            <a:ext cx="3365348" cy="1741639"/>
            <a:chOff x="1310640" y="1409593"/>
            <a:chExt cx="4273210" cy="2113280"/>
          </a:xfrm>
        </p:grpSpPr>
        <p:sp>
          <p:nvSpPr>
            <p:cNvPr id="8" name="矩形: 圆角 7">
              <a:extLst>
                <a:ext uri="{FF2B5EF4-FFF2-40B4-BE49-F238E27FC236}">
                  <a16:creationId xmlns:a16="http://schemas.microsoft.com/office/drawing/2014/main" id="{045F7BE8-0329-FF52-0CCB-FE8DC7CB5C87}"/>
                </a:ext>
              </a:extLst>
            </p:cNvPr>
            <p:cNvSpPr/>
            <p:nvPr/>
          </p:nvSpPr>
          <p:spPr>
            <a:xfrm>
              <a:off x="1310640" y="1409593"/>
              <a:ext cx="4273210" cy="2113280"/>
            </a:xfrm>
            <a:prstGeom prst="roundRect">
              <a:avLst>
                <a:gd name="adj" fmla="val 10182"/>
              </a:avLst>
            </a:prstGeom>
            <a:pattFill prst="ltUpDiag">
              <a:fgClr>
                <a:schemeClr val="bg1">
                  <a:lumMod val="85000"/>
                </a:schemeClr>
              </a:fgClr>
              <a:bgClr>
                <a:schemeClr val="bg1"/>
              </a:bgClr>
            </a:pattFill>
            <a:ln w="19050">
              <a:solidFill>
                <a:schemeClr val="accent1"/>
              </a:solidFill>
            </a:ln>
            <a:effectLst>
              <a:outerShdw blurRad="63500" sx="101000" sy="101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文本框 12">
              <a:extLst>
                <a:ext uri="{FF2B5EF4-FFF2-40B4-BE49-F238E27FC236}">
                  <a16:creationId xmlns:a16="http://schemas.microsoft.com/office/drawing/2014/main" id="{0CDF15A9-F6ED-F787-7F5C-742184611550}"/>
                </a:ext>
              </a:extLst>
            </p:cNvPr>
            <p:cNvSpPr txBox="1"/>
            <p:nvPr/>
          </p:nvSpPr>
          <p:spPr>
            <a:xfrm>
              <a:off x="1682024" y="1557692"/>
              <a:ext cx="3901826" cy="1680533"/>
            </a:xfrm>
            <a:prstGeom prst="rect">
              <a:avLst/>
            </a:prstGeom>
            <a:noFill/>
          </p:spPr>
          <p:txBody>
            <a:bodyPr wrap="square" lIns="0" rtlCol="0">
              <a:spAutoFit/>
            </a:bodyPr>
            <a:lstStyle/>
            <a:p>
              <a:r>
                <a:rPr lang="en-US" altLang="zh-CN" sz="2000" dirty="0">
                  <a:solidFill>
                    <a:schemeClr val="accent1"/>
                  </a:solidFill>
                  <a:latin typeface="Impact" panose="020B0806030902050204" pitchFamily="34" charset="0"/>
                </a:rPr>
                <a:t>01  LLM-Only Methods</a:t>
              </a:r>
            </a:p>
            <a:p>
              <a:pPr marL="342900" indent="-342900">
                <a:buFont typeface="Arial" panose="020B0604020202020204" pitchFamily="34" charset="0"/>
                <a:buChar char="•"/>
              </a:pPr>
              <a:r>
                <a:rPr lang="en-US" altLang="zh-CN" sz="2000" dirty="0">
                  <a:solidFill>
                    <a:schemeClr val="accent1"/>
                  </a:solidFill>
                  <a:latin typeface="Impact" panose="020B0806030902050204" pitchFamily="34" charset="0"/>
                </a:rPr>
                <a:t>GPT‐3.5‐turbo</a:t>
              </a:r>
            </a:p>
            <a:p>
              <a:pPr marL="342900" indent="-342900">
                <a:buFont typeface="Arial" panose="020B0604020202020204" pitchFamily="34" charset="0"/>
                <a:buChar char="•"/>
              </a:pPr>
              <a:r>
                <a:rPr lang="en-US" altLang="zh-CN" sz="2000" dirty="0">
                  <a:solidFill>
                    <a:schemeClr val="accent1"/>
                  </a:solidFill>
                  <a:latin typeface="Impact" panose="020B0806030902050204" pitchFamily="34" charset="0"/>
                </a:rPr>
                <a:t>GPT‐4o‐mini</a:t>
              </a:r>
            </a:p>
            <a:p>
              <a:endParaRPr lang="zh-CN" altLang="en-US" sz="2400" dirty="0">
                <a:solidFill>
                  <a:schemeClr val="accent1"/>
                </a:solidFill>
                <a:latin typeface="Impact" panose="020B0806030902050204" pitchFamily="34" charset="0"/>
              </a:endParaRPr>
            </a:p>
          </p:txBody>
        </p:sp>
      </p:grpSp>
      <p:grpSp>
        <p:nvGrpSpPr>
          <p:cNvPr id="24" name="组合 23">
            <a:extLst>
              <a:ext uri="{FF2B5EF4-FFF2-40B4-BE49-F238E27FC236}">
                <a16:creationId xmlns:a16="http://schemas.microsoft.com/office/drawing/2014/main" id="{7CF3D1A8-126D-3677-2795-77D86D29C34A}"/>
              </a:ext>
            </a:extLst>
          </p:cNvPr>
          <p:cNvGrpSpPr/>
          <p:nvPr/>
        </p:nvGrpSpPr>
        <p:grpSpPr>
          <a:xfrm>
            <a:off x="4006282" y="3426151"/>
            <a:ext cx="3365348" cy="1741639"/>
            <a:chOff x="1310640" y="1391920"/>
            <a:chExt cx="4273210" cy="2113280"/>
          </a:xfrm>
        </p:grpSpPr>
        <p:sp>
          <p:nvSpPr>
            <p:cNvPr id="25" name="矩形: 圆角 24">
              <a:extLst>
                <a:ext uri="{FF2B5EF4-FFF2-40B4-BE49-F238E27FC236}">
                  <a16:creationId xmlns:a16="http://schemas.microsoft.com/office/drawing/2014/main" id="{7ACCD6C1-711C-F10E-B1D9-F0741E0DC7C7}"/>
                </a:ext>
              </a:extLst>
            </p:cNvPr>
            <p:cNvSpPr/>
            <p:nvPr/>
          </p:nvSpPr>
          <p:spPr>
            <a:xfrm>
              <a:off x="1310640" y="1391920"/>
              <a:ext cx="4273210" cy="2113280"/>
            </a:xfrm>
            <a:prstGeom prst="roundRect">
              <a:avLst>
                <a:gd name="adj" fmla="val 10182"/>
              </a:avLst>
            </a:prstGeom>
            <a:pattFill prst="ltUpDiag">
              <a:fgClr>
                <a:schemeClr val="bg1">
                  <a:lumMod val="85000"/>
                </a:schemeClr>
              </a:fgClr>
              <a:bgClr>
                <a:schemeClr val="bg1"/>
              </a:bgClr>
            </a:pattFill>
            <a:ln w="19050">
              <a:solidFill>
                <a:schemeClr val="accent1"/>
              </a:solidFill>
            </a:ln>
            <a:effectLst>
              <a:outerShdw blurRad="63500" sx="101000" sy="101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6" name="文本框 25">
              <a:extLst>
                <a:ext uri="{FF2B5EF4-FFF2-40B4-BE49-F238E27FC236}">
                  <a16:creationId xmlns:a16="http://schemas.microsoft.com/office/drawing/2014/main" id="{76174F57-7F3D-AD9B-E873-393D6E1A17F2}"/>
                </a:ext>
              </a:extLst>
            </p:cNvPr>
            <p:cNvSpPr txBox="1"/>
            <p:nvPr/>
          </p:nvSpPr>
          <p:spPr>
            <a:xfrm>
              <a:off x="1682023" y="1557692"/>
              <a:ext cx="3901825" cy="1605842"/>
            </a:xfrm>
            <a:prstGeom prst="rect">
              <a:avLst/>
            </a:prstGeom>
            <a:noFill/>
          </p:spPr>
          <p:txBody>
            <a:bodyPr wrap="square" lIns="0" rtlCol="0">
              <a:spAutoFit/>
            </a:bodyPr>
            <a:lstStyle/>
            <a:p>
              <a:r>
                <a:rPr lang="en-US" altLang="zh-CN" sz="2000" dirty="0">
                  <a:solidFill>
                    <a:schemeClr val="accent1"/>
                  </a:solidFill>
                  <a:latin typeface="Impact" panose="020B0806030902050204" pitchFamily="34" charset="0"/>
                </a:rPr>
                <a:t>04  MAD Baseline</a:t>
              </a:r>
            </a:p>
            <a:p>
              <a:pPr marL="342900" indent="-342900">
                <a:buFont typeface="Arial" panose="020B0604020202020204" pitchFamily="34" charset="0"/>
                <a:buChar char="•"/>
              </a:pPr>
              <a:r>
                <a:rPr lang="en-US" altLang="zh-CN" sz="2000" dirty="0">
                  <a:solidFill>
                    <a:schemeClr val="accent1"/>
                  </a:solidFill>
                  <a:latin typeface="Impact" panose="020B0806030902050204" pitchFamily="34" charset="0"/>
                </a:rPr>
                <a:t>ChatEval(One-by-One)</a:t>
              </a:r>
            </a:p>
            <a:p>
              <a:pPr marL="342900" indent="-342900">
                <a:buFont typeface="Arial" panose="020B0604020202020204" pitchFamily="34" charset="0"/>
                <a:buChar char="•"/>
              </a:pPr>
              <a:r>
                <a:rPr lang="en-US" altLang="zh-CN" sz="2000" dirty="0">
                  <a:solidFill>
                    <a:schemeClr val="accent1"/>
                  </a:solidFill>
                  <a:latin typeface="Impact" panose="020B0806030902050204" pitchFamily="34" charset="0"/>
                </a:rPr>
                <a:t>ChatEval(Simultaneous-Talk)</a:t>
              </a:r>
              <a:endParaRPr lang="zh-CN" altLang="en-US" sz="2000" dirty="0">
                <a:solidFill>
                  <a:schemeClr val="accent1"/>
                </a:solidFill>
                <a:latin typeface="Impact" panose="020B0806030902050204" pitchFamily="34" charset="0"/>
              </a:endParaRPr>
            </a:p>
          </p:txBody>
        </p:sp>
      </p:grpSp>
      <p:sp>
        <p:nvSpPr>
          <p:cNvPr id="28" name="矩形: 圆角 27">
            <a:extLst>
              <a:ext uri="{FF2B5EF4-FFF2-40B4-BE49-F238E27FC236}">
                <a16:creationId xmlns:a16="http://schemas.microsoft.com/office/drawing/2014/main" id="{ED37F307-7266-A7DB-2E77-39A4A5A6254B}"/>
              </a:ext>
            </a:extLst>
          </p:cNvPr>
          <p:cNvSpPr/>
          <p:nvPr/>
        </p:nvSpPr>
        <p:spPr>
          <a:xfrm>
            <a:off x="4006282" y="1688785"/>
            <a:ext cx="3365348" cy="1738790"/>
          </a:xfrm>
          <a:prstGeom prst="roundRect">
            <a:avLst>
              <a:gd name="adj" fmla="val 10182"/>
            </a:avLst>
          </a:prstGeom>
          <a:pattFill prst="ltUpDiag">
            <a:fgClr>
              <a:schemeClr val="bg1">
                <a:lumMod val="85000"/>
              </a:schemeClr>
            </a:fgClr>
            <a:bgClr>
              <a:schemeClr val="bg1"/>
            </a:bgClr>
          </a:pattFill>
          <a:ln w="19050">
            <a:solidFill>
              <a:schemeClr val="accent2"/>
            </a:solidFill>
          </a:ln>
          <a:effectLst>
            <a:outerShdw blurRad="63500" sx="101000" sy="101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5" name="文本框 34">
            <a:extLst>
              <a:ext uri="{FF2B5EF4-FFF2-40B4-BE49-F238E27FC236}">
                <a16:creationId xmlns:a16="http://schemas.microsoft.com/office/drawing/2014/main" id="{60E768C0-F986-449C-0135-BD0B0E99B9EF}"/>
              </a:ext>
            </a:extLst>
          </p:cNvPr>
          <p:cNvSpPr txBox="1"/>
          <p:nvPr/>
        </p:nvSpPr>
        <p:spPr>
          <a:xfrm>
            <a:off x="4298764" y="1821131"/>
            <a:ext cx="3072866" cy="1631216"/>
          </a:xfrm>
          <a:prstGeom prst="rect">
            <a:avLst/>
          </a:prstGeom>
          <a:noFill/>
        </p:spPr>
        <p:txBody>
          <a:bodyPr wrap="square" lIns="0" rtlCol="0">
            <a:spAutoFit/>
          </a:bodyPr>
          <a:lstStyle/>
          <a:p>
            <a:r>
              <a:rPr lang="en-US" altLang="zh-CN" sz="2000" dirty="0">
                <a:solidFill>
                  <a:schemeClr val="accent2"/>
                </a:solidFill>
                <a:latin typeface="Impact" panose="020B0806030902050204" pitchFamily="34" charset="0"/>
              </a:rPr>
              <a:t>02  SLM-Only Methods</a:t>
            </a:r>
          </a:p>
          <a:p>
            <a:pPr marL="342900" indent="-342900">
              <a:buFont typeface="Arial" panose="020B0604020202020204" pitchFamily="34" charset="0"/>
              <a:buChar char="•"/>
            </a:pPr>
            <a:r>
              <a:rPr lang="en-US" altLang="zh-CN" sz="2000" dirty="0">
                <a:solidFill>
                  <a:schemeClr val="accent2"/>
                </a:solidFill>
                <a:latin typeface="Impact" panose="020B0806030902050204" pitchFamily="34" charset="0"/>
              </a:rPr>
              <a:t>Bert</a:t>
            </a:r>
          </a:p>
          <a:p>
            <a:pPr marL="342900" indent="-342900">
              <a:buFont typeface="Arial" panose="020B0604020202020204" pitchFamily="34" charset="0"/>
              <a:buChar char="•"/>
            </a:pPr>
            <a:r>
              <a:rPr lang="en-US" altLang="zh-CN" sz="2000" dirty="0">
                <a:solidFill>
                  <a:schemeClr val="accent2"/>
                </a:solidFill>
                <a:latin typeface="Impact" panose="020B0806030902050204" pitchFamily="34" charset="0"/>
              </a:rPr>
              <a:t>EANN</a:t>
            </a:r>
          </a:p>
          <a:p>
            <a:pPr marL="342900" indent="-342900">
              <a:buFont typeface="Arial" panose="020B0604020202020204" pitchFamily="34" charset="0"/>
              <a:buChar char="•"/>
            </a:pPr>
            <a:r>
              <a:rPr lang="en-US" altLang="zh-CN" sz="2000" dirty="0">
                <a:solidFill>
                  <a:schemeClr val="accent2"/>
                </a:solidFill>
                <a:latin typeface="Impact" panose="020B0806030902050204" pitchFamily="34" charset="0"/>
              </a:rPr>
              <a:t>Publisher-Emo</a:t>
            </a:r>
          </a:p>
          <a:p>
            <a:pPr marL="342900" indent="-342900">
              <a:buFont typeface="Arial" panose="020B0604020202020204" pitchFamily="34" charset="0"/>
              <a:buChar char="•"/>
            </a:pPr>
            <a:r>
              <a:rPr lang="en-US" altLang="zh-CN" sz="2000" dirty="0">
                <a:solidFill>
                  <a:schemeClr val="accent2"/>
                </a:solidFill>
                <a:latin typeface="Impact" panose="020B0806030902050204" pitchFamily="34" charset="0"/>
              </a:rPr>
              <a:t>ENDEFA</a:t>
            </a:r>
            <a:endParaRPr lang="zh-CN" altLang="en-US" sz="2000" dirty="0">
              <a:solidFill>
                <a:schemeClr val="accent2"/>
              </a:solidFill>
              <a:latin typeface="Impact" panose="020B0806030902050204" pitchFamily="34" charset="0"/>
            </a:endParaRPr>
          </a:p>
        </p:txBody>
      </p:sp>
      <p:sp>
        <p:nvSpPr>
          <p:cNvPr id="36" name="矩形: 圆角 35">
            <a:extLst>
              <a:ext uri="{FF2B5EF4-FFF2-40B4-BE49-F238E27FC236}">
                <a16:creationId xmlns:a16="http://schemas.microsoft.com/office/drawing/2014/main" id="{9417FA9D-D03B-EE58-D4A8-45FB3C6CBB88}"/>
              </a:ext>
            </a:extLst>
          </p:cNvPr>
          <p:cNvSpPr/>
          <p:nvPr/>
        </p:nvSpPr>
        <p:spPr>
          <a:xfrm>
            <a:off x="640934" y="3459512"/>
            <a:ext cx="3365348" cy="1738790"/>
          </a:xfrm>
          <a:prstGeom prst="roundRect">
            <a:avLst>
              <a:gd name="adj" fmla="val 10182"/>
            </a:avLst>
          </a:prstGeom>
          <a:pattFill prst="ltUpDiag">
            <a:fgClr>
              <a:schemeClr val="bg1">
                <a:lumMod val="85000"/>
              </a:schemeClr>
            </a:fgClr>
            <a:bgClr>
              <a:schemeClr val="bg1"/>
            </a:bgClr>
          </a:pattFill>
          <a:ln w="19050">
            <a:solidFill>
              <a:schemeClr val="accent2"/>
            </a:solidFill>
          </a:ln>
          <a:effectLst>
            <a:outerShdw blurRad="63500" sx="101000" sy="101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7" name="文本框 36">
            <a:extLst>
              <a:ext uri="{FF2B5EF4-FFF2-40B4-BE49-F238E27FC236}">
                <a16:creationId xmlns:a16="http://schemas.microsoft.com/office/drawing/2014/main" id="{BFA86C28-E930-EF52-7046-D8A1F459F0EE}"/>
              </a:ext>
            </a:extLst>
          </p:cNvPr>
          <p:cNvSpPr txBox="1"/>
          <p:nvPr/>
        </p:nvSpPr>
        <p:spPr>
          <a:xfrm>
            <a:off x="933416" y="3562769"/>
            <a:ext cx="3072866" cy="1631216"/>
          </a:xfrm>
          <a:prstGeom prst="rect">
            <a:avLst/>
          </a:prstGeom>
          <a:noFill/>
        </p:spPr>
        <p:txBody>
          <a:bodyPr wrap="square" lIns="0" rtlCol="0">
            <a:spAutoFit/>
          </a:bodyPr>
          <a:lstStyle/>
          <a:p>
            <a:r>
              <a:rPr lang="en-US" altLang="zh-CN" sz="2000" dirty="0">
                <a:solidFill>
                  <a:schemeClr val="accent2"/>
                </a:solidFill>
                <a:latin typeface="Impact" panose="020B0806030902050204" pitchFamily="34" charset="0"/>
              </a:rPr>
              <a:t>03 LLM+SLM Methods</a:t>
            </a:r>
          </a:p>
          <a:p>
            <a:pPr marL="342900" indent="-342900">
              <a:buFont typeface="Arial" panose="020B0604020202020204" pitchFamily="34" charset="0"/>
              <a:buChar char="•"/>
            </a:pPr>
            <a:r>
              <a:rPr lang="en-US" altLang="zh-CN" sz="2000" dirty="0">
                <a:solidFill>
                  <a:schemeClr val="accent2"/>
                </a:solidFill>
                <a:latin typeface="Impact" panose="020B0806030902050204" pitchFamily="34" charset="0"/>
              </a:rPr>
              <a:t>Bert+Rationale</a:t>
            </a:r>
          </a:p>
          <a:p>
            <a:pPr marL="342900" indent="-342900">
              <a:buFont typeface="Arial" panose="020B0604020202020204" pitchFamily="34" charset="0"/>
              <a:buChar char="•"/>
            </a:pPr>
            <a:r>
              <a:rPr lang="en-US" altLang="zh-CN" sz="2000" dirty="0">
                <a:solidFill>
                  <a:schemeClr val="accent2"/>
                </a:solidFill>
                <a:latin typeface="Impact" panose="020B0806030902050204" pitchFamily="34" charset="0"/>
              </a:rPr>
              <a:t>SuperICL</a:t>
            </a:r>
          </a:p>
          <a:p>
            <a:pPr marL="342900" indent="-342900">
              <a:buFont typeface="Arial" panose="020B0604020202020204" pitchFamily="34" charset="0"/>
              <a:buChar char="•"/>
            </a:pPr>
            <a:r>
              <a:rPr lang="en-US" altLang="zh-CN" sz="2000" dirty="0">
                <a:solidFill>
                  <a:schemeClr val="accent2"/>
                </a:solidFill>
                <a:latin typeface="Impact" panose="020B0806030902050204" pitchFamily="34" charset="0"/>
              </a:rPr>
              <a:t>ARG</a:t>
            </a:r>
          </a:p>
          <a:p>
            <a:pPr marL="342900" indent="-342900">
              <a:buFont typeface="Arial" panose="020B0604020202020204" pitchFamily="34" charset="0"/>
              <a:buChar char="•"/>
            </a:pPr>
            <a:r>
              <a:rPr lang="en-US" altLang="zh-CN" sz="2000" dirty="0">
                <a:solidFill>
                  <a:schemeClr val="accent2"/>
                </a:solidFill>
                <a:latin typeface="Impact" panose="020B0806030902050204" pitchFamily="34" charset="0"/>
              </a:rPr>
              <a:t>ARG-D</a:t>
            </a:r>
            <a:endParaRPr lang="zh-CN" altLang="en-US" sz="2000" dirty="0">
              <a:solidFill>
                <a:schemeClr val="accent2"/>
              </a:solidFill>
              <a:latin typeface="Impact" panose="020B0806030902050204" pitchFamily="34" charset="0"/>
            </a:endParaRPr>
          </a:p>
        </p:txBody>
      </p:sp>
      <p:grpSp>
        <p:nvGrpSpPr>
          <p:cNvPr id="38" name="组合 37">
            <a:extLst>
              <a:ext uri="{FF2B5EF4-FFF2-40B4-BE49-F238E27FC236}">
                <a16:creationId xmlns:a16="http://schemas.microsoft.com/office/drawing/2014/main" id="{02382DEB-CD5D-788C-D1B6-686128667353}"/>
              </a:ext>
            </a:extLst>
          </p:cNvPr>
          <p:cNvGrpSpPr/>
          <p:nvPr/>
        </p:nvGrpSpPr>
        <p:grpSpPr>
          <a:xfrm>
            <a:off x="8628742" y="1711125"/>
            <a:ext cx="2922323" cy="3456665"/>
            <a:chOff x="660400" y="1931150"/>
            <a:chExt cx="2447024" cy="2995699"/>
          </a:xfrm>
        </p:grpSpPr>
        <p:sp>
          <p:nvSpPr>
            <p:cNvPr id="39" name="矩形 38">
              <a:extLst>
                <a:ext uri="{FF2B5EF4-FFF2-40B4-BE49-F238E27FC236}">
                  <a16:creationId xmlns:a16="http://schemas.microsoft.com/office/drawing/2014/main" id="{83B4EE73-D414-4331-6C6A-C10FC11621D6}"/>
                </a:ext>
              </a:extLst>
            </p:cNvPr>
            <p:cNvSpPr/>
            <p:nvPr/>
          </p:nvSpPr>
          <p:spPr>
            <a:xfrm>
              <a:off x="660400" y="1931150"/>
              <a:ext cx="2447024" cy="2995699"/>
            </a:xfrm>
            <a:prstGeom prst="rect">
              <a:avLst/>
            </a:prstGeom>
            <a:solidFill>
              <a:schemeClr val="accent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矩形 39">
              <a:extLst>
                <a:ext uri="{FF2B5EF4-FFF2-40B4-BE49-F238E27FC236}">
                  <a16:creationId xmlns:a16="http://schemas.microsoft.com/office/drawing/2014/main" id="{8CF2662E-386E-0E5E-4470-DE69E0C3F02A}"/>
                </a:ext>
              </a:extLst>
            </p:cNvPr>
            <p:cNvSpPr/>
            <p:nvPr/>
          </p:nvSpPr>
          <p:spPr>
            <a:xfrm>
              <a:off x="832675" y="2057889"/>
              <a:ext cx="1389142" cy="396583"/>
            </a:xfrm>
            <a:prstGeom prst="rect">
              <a:avLst/>
            </a:prstGeom>
          </p:spPr>
          <p:txBody>
            <a:bodyPr wrap="square" lIns="0">
              <a:normAutofit/>
            </a:bodyPr>
            <a:lstStyle/>
            <a:p>
              <a:pPr>
                <a:lnSpc>
                  <a:spcPct val="120000"/>
                </a:lnSpc>
              </a:pPr>
              <a:r>
                <a:rPr lang="zh-CN" altLang="en-US" b="1" dirty="0">
                  <a:solidFill>
                    <a:schemeClr val="bg1"/>
                  </a:solidFill>
                  <a:latin typeface="+mj-ea"/>
                  <a:ea typeface="+mj-ea"/>
                  <a:cs typeface="Arial" panose="020B0604020202020204" pitchFamily="34" charset="0"/>
                </a:rPr>
                <a:t>评价指标</a:t>
              </a:r>
              <a:endParaRPr lang="en-US" altLang="zh-CN" b="1" dirty="0">
                <a:solidFill>
                  <a:schemeClr val="bg1"/>
                </a:solidFill>
                <a:latin typeface="+mj-ea"/>
                <a:ea typeface="+mj-ea"/>
                <a:cs typeface="Arial" panose="020B0604020202020204" pitchFamily="34" charset="0"/>
              </a:endParaRPr>
            </a:p>
          </p:txBody>
        </p:sp>
        <p:sp>
          <p:nvSpPr>
            <p:cNvPr id="41" name="矩形 40">
              <a:extLst>
                <a:ext uri="{FF2B5EF4-FFF2-40B4-BE49-F238E27FC236}">
                  <a16:creationId xmlns:a16="http://schemas.microsoft.com/office/drawing/2014/main" id="{00840691-091E-260B-096B-BC087C38A83D}"/>
                </a:ext>
              </a:extLst>
            </p:cNvPr>
            <p:cNvSpPr/>
            <p:nvPr/>
          </p:nvSpPr>
          <p:spPr>
            <a:xfrm>
              <a:off x="660401" y="2516840"/>
              <a:ext cx="2447023" cy="1888333"/>
            </a:xfrm>
            <a:prstGeom prst="rect">
              <a:avLst/>
            </a:prstGeom>
            <a:pattFill prst="ltUpDiag">
              <a:fgClr>
                <a:schemeClr val="bg1">
                  <a:lumMod val="85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矩形 41">
              <a:extLst>
                <a:ext uri="{FF2B5EF4-FFF2-40B4-BE49-F238E27FC236}">
                  <a16:creationId xmlns:a16="http://schemas.microsoft.com/office/drawing/2014/main" id="{18E783C8-2A58-863E-AC39-555A8DE3E41F}"/>
                </a:ext>
              </a:extLst>
            </p:cNvPr>
            <p:cNvSpPr/>
            <p:nvPr/>
          </p:nvSpPr>
          <p:spPr>
            <a:xfrm>
              <a:off x="832675" y="2638607"/>
              <a:ext cx="2225740" cy="1498552"/>
            </a:xfrm>
            <a:prstGeom prst="rect">
              <a:avLst/>
            </a:prstGeom>
          </p:spPr>
          <p:txBody>
            <a:bodyPr wrap="square" lIns="0">
              <a:normAutofit/>
            </a:bodyPr>
            <a:lstStyle/>
            <a:p>
              <a:pPr>
                <a:lnSpc>
                  <a:spcPct val="130000"/>
                </a:lnSpc>
              </a:pPr>
              <a:r>
                <a:rPr lang="en-US" altLang="zh-CN" dirty="0">
                  <a:latin typeface="Times New Roman" panose="02020603050405020304" pitchFamily="18" charset="0"/>
                  <a:cs typeface="Times New Roman" panose="02020603050405020304" pitchFamily="18" charset="0"/>
                </a:rPr>
                <a:t>Accuracy</a:t>
              </a:r>
              <a:r>
                <a:rPr lang="zh-CN" altLang="en-US" dirty="0"/>
                <a:t>（准确率）</a:t>
              </a:r>
              <a:endParaRPr lang="en-US" altLang="zh-CN" dirty="0"/>
            </a:p>
            <a:p>
              <a:pPr>
                <a:lnSpc>
                  <a:spcPct val="130000"/>
                </a:lnSpc>
              </a:pPr>
              <a:r>
                <a:rPr lang="en-US" altLang="zh-CN" dirty="0">
                  <a:latin typeface="Times New Roman" panose="02020603050405020304" pitchFamily="18" charset="0"/>
                  <a:cs typeface="Times New Roman" panose="02020603050405020304" pitchFamily="18" charset="0"/>
                </a:rPr>
                <a:t>Macro-F1</a:t>
              </a:r>
              <a:r>
                <a:rPr lang="zh-CN" altLang="en-US" dirty="0"/>
                <a:t>（宏 </a:t>
              </a:r>
              <a:r>
                <a:rPr lang="en-US" altLang="zh-CN" dirty="0"/>
                <a:t>F1 </a:t>
              </a:r>
              <a:r>
                <a:rPr lang="zh-CN" altLang="en-US" dirty="0"/>
                <a:t>值）</a:t>
              </a:r>
              <a:endParaRPr lang="en-US" altLang="zh-CN" dirty="0"/>
            </a:p>
            <a:p>
              <a:pPr>
                <a:lnSpc>
                  <a:spcPct val="130000"/>
                </a:lnSpc>
              </a:pPr>
              <a:r>
                <a:rPr lang="en-US" altLang="zh-CN" dirty="0">
                  <a:latin typeface="Times New Roman" panose="02020603050405020304" pitchFamily="18" charset="0"/>
                  <a:cs typeface="Times New Roman" panose="02020603050405020304" pitchFamily="18" charset="0"/>
                </a:rPr>
                <a:t>F1-score</a:t>
              </a:r>
              <a:r>
                <a:rPr lang="zh-CN" altLang="en-US" dirty="0"/>
                <a:t>（</a:t>
              </a:r>
              <a:r>
                <a:rPr lang="en-US" altLang="zh-CN" dirty="0"/>
                <a:t>F1</a:t>
              </a:r>
              <a:r>
                <a:rPr lang="zh-CN" altLang="en-US" dirty="0"/>
                <a:t>分数）</a:t>
              </a:r>
              <a:endParaRPr lang="zh-CN" altLang="en-US" dirty="0">
                <a:solidFill>
                  <a:schemeClr val="tx1">
                    <a:lumMod val="95000"/>
                    <a:lumOff val="5000"/>
                  </a:schemeClr>
                </a:solidFill>
                <a:latin typeface="+mn-ea"/>
                <a:cs typeface="Arial" panose="020B0604020202020204" pitchFamily="34" charset="0"/>
              </a:endParaRPr>
            </a:p>
          </p:txBody>
        </p:sp>
        <p:grpSp>
          <p:nvGrpSpPr>
            <p:cNvPr id="43" name="组合 42">
              <a:extLst>
                <a:ext uri="{FF2B5EF4-FFF2-40B4-BE49-F238E27FC236}">
                  <a16:creationId xmlns:a16="http://schemas.microsoft.com/office/drawing/2014/main" id="{574BDB6E-E481-169C-955E-4EB81E5E5542}"/>
                </a:ext>
              </a:extLst>
            </p:cNvPr>
            <p:cNvGrpSpPr/>
            <p:nvPr/>
          </p:nvGrpSpPr>
          <p:grpSpPr>
            <a:xfrm flipH="1">
              <a:off x="832675" y="4463181"/>
              <a:ext cx="364235" cy="369223"/>
              <a:chOff x="9363075" y="4967288"/>
              <a:chExt cx="463551" cy="469900"/>
            </a:xfrm>
            <a:solidFill>
              <a:schemeClr val="bg1"/>
            </a:solidFill>
          </p:grpSpPr>
          <p:sp>
            <p:nvSpPr>
              <p:cNvPr id="44" name="Freeform 22">
                <a:extLst>
                  <a:ext uri="{FF2B5EF4-FFF2-40B4-BE49-F238E27FC236}">
                    <a16:creationId xmlns:a16="http://schemas.microsoft.com/office/drawing/2014/main" id="{A3297EC3-3793-21E1-7548-9EF635F74475}"/>
                  </a:ext>
                </a:extLst>
              </p:cNvPr>
              <p:cNvSpPr>
                <a:spLocks/>
              </p:cNvSpPr>
              <p:nvPr/>
            </p:nvSpPr>
            <p:spPr bwMode="auto">
              <a:xfrm>
                <a:off x="9371013" y="5280025"/>
                <a:ext cx="158750" cy="150813"/>
              </a:xfrm>
              <a:custGeom>
                <a:avLst/>
                <a:gdLst>
                  <a:gd name="T0" fmla="*/ 14 w 100"/>
                  <a:gd name="T1" fmla="*/ 95 h 95"/>
                  <a:gd name="T2" fmla="*/ 0 w 100"/>
                  <a:gd name="T3" fmla="*/ 80 h 95"/>
                  <a:gd name="T4" fmla="*/ 85 w 100"/>
                  <a:gd name="T5" fmla="*/ 0 h 95"/>
                  <a:gd name="T6" fmla="*/ 100 w 100"/>
                  <a:gd name="T7" fmla="*/ 14 h 95"/>
                  <a:gd name="T8" fmla="*/ 14 w 100"/>
                  <a:gd name="T9" fmla="*/ 95 h 95"/>
                </a:gdLst>
                <a:ahLst/>
                <a:cxnLst>
                  <a:cxn ang="0">
                    <a:pos x="T0" y="T1"/>
                  </a:cxn>
                  <a:cxn ang="0">
                    <a:pos x="T2" y="T3"/>
                  </a:cxn>
                  <a:cxn ang="0">
                    <a:pos x="T4" y="T5"/>
                  </a:cxn>
                  <a:cxn ang="0">
                    <a:pos x="T6" y="T7"/>
                  </a:cxn>
                  <a:cxn ang="0">
                    <a:pos x="T8" y="T9"/>
                  </a:cxn>
                </a:cxnLst>
                <a:rect l="0" t="0" r="r" b="b"/>
                <a:pathLst>
                  <a:path w="100" h="95">
                    <a:moveTo>
                      <a:pt x="14" y="95"/>
                    </a:moveTo>
                    <a:lnTo>
                      <a:pt x="0" y="80"/>
                    </a:lnTo>
                    <a:lnTo>
                      <a:pt x="85" y="0"/>
                    </a:lnTo>
                    <a:lnTo>
                      <a:pt x="100" y="14"/>
                    </a:lnTo>
                    <a:lnTo>
                      <a:pt x="14" y="9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5" name="Freeform 23">
                <a:extLst>
                  <a:ext uri="{FF2B5EF4-FFF2-40B4-BE49-F238E27FC236}">
                    <a16:creationId xmlns:a16="http://schemas.microsoft.com/office/drawing/2014/main" id="{E9E7E564-C325-B5BF-581E-B48B294E1FB7}"/>
                  </a:ext>
                </a:extLst>
              </p:cNvPr>
              <p:cNvSpPr>
                <a:spLocks noEditPoints="1"/>
              </p:cNvSpPr>
              <p:nvPr/>
            </p:nvSpPr>
            <p:spPr bwMode="auto">
              <a:xfrm>
                <a:off x="9486900" y="5200650"/>
                <a:ext cx="120650" cy="120650"/>
              </a:xfrm>
              <a:custGeom>
                <a:avLst/>
                <a:gdLst>
                  <a:gd name="T0" fmla="*/ 16 w 32"/>
                  <a:gd name="T1" fmla="*/ 32 h 32"/>
                  <a:gd name="T2" fmla="*/ 0 w 32"/>
                  <a:gd name="T3" fmla="*/ 16 h 32"/>
                  <a:gd name="T4" fmla="*/ 16 w 32"/>
                  <a:gd name="T5" fmla="*/ 0 h 32"/>
                  <a:gd name="T6" fmla="*/ 32 w 32"/>
                  <a:gd name="T7" fmla="*/ 16 h 32"/>
                  <a:gd name="T8" fmla="*/ 16 w 32"/>
                  <a:gd name="T9" fmla="*/ 32 h 32"/>
                  <a:gd name="T10" fmla="*/ 16 w 32"/>
                  <a:gd name="T11" fmla="*/ 8 h 32"/>
                  <a:gd name="T12" fmla="*/ 8 w 32"/>
                  <a:gd name="T13" fmla="*/ 16 h 32"/>
                  <a:gd name="T14" fmla="*/ 16 w 32"/>
                  <a:gd name="T15" fmla="*/ 24 h 32"/>
                  <a:gd name="T16" fmla="*/ 24 w 32"/>
                  <a:gd name="T17" fmla="*/ 16 h 32"/>
                  <a:gd name="T18" fmla="*/ 16 w 32"/>
                  <a:gd name="T19" fmla="*/ 8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 h="32">
                    <a:moveTo>
                      <a:pt x="16" y="32"/>
                    </a:moveTo>
                    <a:cubicBezTo>
                      <a:pt x="7" y="32"/>
                      <a:pt x="0" y="25"/>
                      <a:pt x="0" y="16"/>
                    </a:cubicBezTo>
                    <a:cubicBezTo>
                      <a:pt x="0" y="7"/>
                      <a:pt x="7" y="0"/>
                      <a:pt x="16" y="0"/>
                    </a:cubicBezTo>
                    <a:cubicBezTo>
                      <a:pt x="25" y="0"/>
                      <a:pt x="32" y="7"/>
                      <a:pt x="32" y="16"/>
                    </a:cubicBezTo>
                    <a:cubicBezTo>
                      <a:pt x="32" y="25"/>
                      <a:pt x="25" y="32"/>
                      <a:pt x="16" y="32"/>
                    </a:cubicBezTo>
                    <a:moveTo>
                      <a:pt x="16" y="8"/>
                    </a:moveTo>
                    <a:cubicBezTo>
                      <a:pt x="12" y="8"/>
                      <a:pt x="8" y="12"/>
                      <a:pt x="8" y="16"/>
                    </a:cubicBezTo>
                    <a:cubicBezTo>
                      <a:pt x="8" y="20"/>
                      <a:pt x="12" y="24"/>
                      <a:pt x="16" y="24"/>
                    </a:cubicBezTo>
                    <a:cubicBezTo>
                      <a:pt x="20" y="24"/>
                      <a:pt x="24" y="20"/>
                      <a:pt x="24" y="16"/>
                    </a:cubicBezTo>
                    <a:cubicBezTo>
                      <a:pt x="24" y="12"/>
                      <a:pt x="20" y="8"/>
                      <a:pt x="16" y="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6" name="Freeform 24">
                <a:extLst>
                  <a:ext uri="{FF2B5EF4-FFF2-40B4-BE49-F238E27FC236}">
                    <a16:creationId xmlns:a16="http://schemas.microsoft.com/office/drawing/2014/main" id="{62863CED-6F38-AFB1-3DA4-443C0111B918}"/>
                  </a:ext>
                </a:extLst>
              </p:cNvPr>
              <p:cNvSpPr>
                <a:spLocks noEditPoints="1"/>
              </p:cNvSpPr>
              <p:nvPr/>
            </p:nvSpPr>
            <p:spPr bwMode="auto">
              <a:xfrm>
                <a:off x="9577388" y="4967288"/>
                <a:ext cx="249238" cy="249238"/>
              </a:xfrm>
              <a:custGeom>
                <a:avLst/>
                <a:gdLst>
                  <a:gd name="T0" fmla="*/ 32 w 66"/>
                  <a:gd name="T1" fmla="*/ 66 h 66"/>
                  <a:gd name="T2" fmla="*/ 9 w 66"/>
                  <a:gd name="T3" fmla="*/ 57 h 66"/>
                  <a:gd name="T4" fmla="*/ 0 w 66"/>
                  <a:gd name="T5" fmla="*/ 34 h 66"/>
                  <a:gd name="T6" fmla="*/ 9 w 66"/>
                  <a:gd name="T7" fmla="*/ 11 h 66"/>
                  <a:gd name="T8" fmla="*/ 20 w 66"/>
                  <a:gd name="T9" fmla="*/ 0 h 66"/>
                  <a:gd name="T10" fmla="*/ 66 w 66"/>
                  <a:gd name="T11" fmla="*/ 46 h 66"/>
                  <a:gd name="T12" fmla="*/ 55 w 66"/>
                  <a:gd name="T13" fmla="*/ 57 h 66"/>
                  <a:gd name="T14" fmla="*/ 32 w 66"/>
                  <a:gd name="T15" fmla="*/ 66 h 66"/>
                  <a:gd name="T16" fmla="*/ 20 w 66"/>
                  <a:gd name="T17" fmla="*/ 12 h 66"/>
                  <a:gd name="T18" fmla="*/ 15 w 66"/>
                  <a:gd name="T19" fmla="*/ 17 h 66"/>
                  <a:gd name="T20" fmla="*/ 8 w 66"/>
                  <a:gd name="T21" fmla="*/ 34 h 66"/>
                  <a:gd name="T22" fmla="*/ 15 w 66"/>
                  <a:gd name="T23" fmla="*/ 51 h 66"/>
                  <a:gd name="T24" fmla="*/ 32 w 66"/>
                  <a:gd name="T25" fmla="*/ 58 h 66"/>
                  <a:gd name="T26" fmla="*/ 49 w 66"/>
                  <a:gd name="T27" fmla="*/ 51 h 66"/>
                  <a:gd name="T28" fmla="*/ 54 w 66"/>
                  <a:gd name="T29" fmla="*/ 46 h 66"/>
                  <a:gd name="T30" fmla="*/ 20 w 66"/>
                  <a:gd name="T31" fmla="*/ 12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6" h="66">
                    <a:moveTo>
                      <a:pt x="32" y="66"/>
                    </a:moveTo>
                    <a:cubicBezTo>
                      <a:pt x="23" y="66"/>
                      <a:pt x="15" y="63"/>
                      <a:pt x="9" y="57"/>
                    </a:cubicBezTo>
                    <a:cubicBezTo>
                      <a:pt x="3" y="51"/>
                      <a:pt x="0" y="43"/>
                      <a:pt x="0" y="34"/>
                    </a:cubicBezTo>
                    <a:cubicBezTo>
                      <a:pt x="0" y="25"/>
                      <a:pt x="3" y="17"/>
                      <a:pt x="9" y="11"/>
                    </a:cubicBezTo>
                    <a:cubicBezTo>
                      <a:pt x="20" y="0"/>
                      <a:pt x="20" y="0"/>
                      <a:pt x="20" y="0"/>
                    </a:cubicBezTo>
                    <a:cubicBezTo>
                      <a:pt x="66" y="46"/>
                      <a:pt x="66" y="46"/>
                      <a:pt x="66" y="46"/>
                    </a:cubicBezTo>
                    <a:cubicBezTo>
                      <a:pt x="55" y="57"/>
                      <a:pt x="55" y="57"/>
                      <a:pt x="55" y="57"/>
                    </a:cubicBezTo>
                    <a:cubicBezTo>
                      <a:pt x="49" y="63"/>
                      <a:pt x="41" y="66"/>
                      <a:pt x="32" y="66"/>
                    </a:cubicBezTo>
                    <a:moveTo>
                      <a:pt x="20" y="12"/>
                    </a:moveTo>
                    <a:cubicBezTo>
                      <a:pt x="15" y="17"/>
                      <a:pt x="15" y="17"/>
                      <a:pt x="15" y="17"/>
                    </a:cubicBezTo>
                    <a:cubicBezTo>
                      <a:pt x="10" y="22"/>
                      <a:pt x="8" y="28"/>
                      <a:pt x="8" y="34"/>
                    </a:cubicBezTo>
                    <a:cubicBezTo>
                      <a:pt x="8" y="40"/>
                      <a:pt x="10" y="46"/>
                      <a:pt x="15" y="51"/>
                    </a:cubicBezTo>
                    <a:cubicBezTo>
                      <a:pt x="20" y="56"/>
                      <a:pt x="26" y="58"/>
                      <a:pt x="32" y="58"/>
                    </a:cubicBezTo>
                    <a:cubicBezTo>
                      <a:pt x="38" y="58"/>
                      <a:pt x="44" y="56"/>
                      <a:pt x="49" y="51"/>
                    </a:cubicBezTo>
                    <a:cubicBezTo>
                      <a:pt x="54" y="46"/>
                      <a:pt x="54" y="46"/>
                      <a:pt x="54" y="46"/>
                    </a:cubicBezTo>
                    <a:lnTo>
                      <a:pt x="2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dirty="0"/>
              </a:p>
            </p:txBody>
          </p:sp>
          <p:sp>
            <p:nvSpPr>
              <p:cNvPr id="47" name="Freeform 25">
                <a:extLst>
                  <a:ext uri="{FF2B5EF4-FFF2-40B4-BE49-F238E27FC236}">
                    <a16:creationId xmlns:a16="http://schemas.microsoft.com/office/drawing/2014/main" id="{483DA9AE-AA83-376C-CFDD-C0AB8C1E2E7C}"/>
                  </a:ext>
                </a:extLst>
              </p:cNvPr>
              <p:cNvSpPr>
                <a:spLocks/>
              </p:cNvSpPr>
              <p:nvPr/>
            </p:nvSpPr>
            <p:spPr bwMode="auto">
              <a:xfrm>
                <a:off x="9363075" y="5065713"/>
                <a:ext cx="365125" cy="371475"/>
              </a:xfrm>
              <a:custGeom>
                <a:avLst/>
                <a:gdLst>
                  <a:gd name="T0" fmla="*/ 0 w 230"/>
                  <a:gd name="T1" fmla="*/ 234 h 234"/>
                  <a:gd name="T2" fmla="*/ 22 w 230"/>
                  <a:gd name="T3" fmla="*/ 49 h 234"/>
                  <a:gd name="T4" fmla="*/ 112 w 230"/>
                  <a:gd name="T5" fmla="*/ 0 h 234"/>
                  <a:gd name="T6" fmla="*/ 121 w 230"/>
                  <a:gd name="T7" fmla="*/ 16 h 234"/>
                  <a:gd name="T8" fmla="*/ 41 w 230"/>
                  <a:gd name="T9" fmla="*/ 61 h 234"/>
                  <a:gd name="T10" fmla="*/ 24 w 230"/>
                  <a:gd name="T11" fmla="*/ 211 h 234"/>
                  <a:gd name="T12" fmla="*/ 185 w 230"/>
                  <a:gd name="T13" fmla="*/ 180 h 234"/>
                  <a:gd name="T14" fmla="*/ 211 w 230"/>
                  <a:gd name="T15" fmla="*/ 111 h 234"/>
                  <a:gd name="T16" fmla="*/ 230 w 230"/>
                  <a:gd name="T17" fmla="*/ 116 h 234"/>
                  <a:gd name="T18" fmla="*/ 199 w 230"/>
                  <a:gd name="T19" fmla="*/ 199 h 234"/>
                  <a:gd name="T20" fmla="*/ 0 w 230"/>
                  <a:gd name="T21" fmla="*/ 234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30" h="234">
                    <a:moveTo>
                      <a:pt x="0" y="234"/>
                    </a:moveTo>
                    <a:lnTo>
                      <a:pt x="22" y="49"/>
                    </a:lnTo>
                    <a:lnTo>
                      <a:pt x="112" y="0"/>
                    </a:lnTo>
                    <a:lnTo>
                      <a:pt x="121" y="16"/>
                    </a:lnTo>
                    <a:lnTo>
                      <a:pt x="41" y="61"/>
                    </a:lnTo>
                    <a:lnTo>
                      <a:pt x="24" y="211"/>
                    </a:lnTo>
                    <a:lnTo>
                      <a:pt x="185" y="180"/>
                    </a:lnTo>
                    <a:lnTo>
                      <a:pt x="211" y="111"/>
                    </a:lnTo>
                    <a:lnTo>
                      <a:pt x="230" y="116"/>
                    </a:lnTo>
                    <a:lnTo>
                      <a:pt x="199" y="199"/>
                    </a:lnTo>
                    <a:lnTo>
                      <a:pt x="0" y="23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spTree>
    <p:extLst>
      <p:ext uri="{BB962C8B-B14F-4D97-AF65-F5344CB8AC3E}">
        <p14:creationId xmlns:p14="http://schemas.microsoft.com/office/powerpoint/2010/main" val="32404247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08519D-5C63-6BDF-710A-96AC5001A9B0}"/>
            </a:ext>
          </a:extLst>
        </p:cNvPr>
        <p:cNvGrpSpPr/>
        <p:nvPr/>
      </p:nvGrpSpPr>
      <p:grpSpPr>
        <a:xfrm>
          <a:off x="0" y="0"/>
          <a:ext cx="0" cy="0"/>
          <a:chOff x="0" y="0"/>
          <a:chExt cx="0" cy="0"/>
        </a:xfrm>
      </p:grpSpPr>
      <p:sp>
        <p:nvSpPr>
          <p:cNvPr id="10" name="标题 9">
            <a:extLst>
              <a:ext uri="{FF2B5EF4-FFF2-40B4-BE49-F238E27FC236}">
                <a16:creationId xmlns:a16="http://schemas.microsoft.com/office/drawing/2014/main" id="{877D89FD-63BE-AB8A-E418-D9A9A9E2FDEC}"/>
              </a:ext>
            </a:extLst>
          </p:cNvPr>
          <p:cNvSpPr>
            <a:spLocks noGrp="1"/>
          </p:cNvSpPr>
          <p:nvPr>
            <p:ph type="title"/>
          </p:nvPr>
        </p:nvSpPr>
        <p:spPr/>
        <p:txBody>
          <a:bodyPr/>
          <a:lstStyle/>
          <a:p>
            <a:r>
              <a:rPr lang="en-US" altLang="zh-CN" dirty="0"/>
              <a:t>05 </a:t>
            </a:r>
            <a:r>
              <a:rPr lang="zh-CN" altLang="en-US" dirty="0"/>
              <a:t>实验验证与结果分析</a:t>
            </a:r>
          </a:p>
        </p:txBody>
      </p:sp>
      <p:sp>
        <p:nvSpPr>
          <p:cNvPr id="2" name="矩形 1">
            <a:extLst>
              <a:ext uri="{FF2B5EF4-FFF2-40B4-BE49-F238E27FC236}">
                <a16:creationId xmlns:a16="http://schemas.microsoft.com/office/drawing/2014/main" id="{206AEA00-A8A8-BFCC-2C7E-2181132E0914}"/>
              </a:ext>
            </a:extLst>
          </p:cNvPr>
          <p:cNvSpPr/>
          <p:nvPr/>
        </p:nvSpPr>
        <p:spPr>
          <a:xfrm>
            <a:off x="640934" y="1196391"/>
            <a:ext cx="2546647" cy="34187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latin typeface="Times New Roman" panose="02020603050405020304" pitchFamily="18" charset="0"/>
                <a:cs typeface="Times New Roman" panose="02020603050405020304" pitchFamily="18" charset="0"/>
              </a:rPr>
              <a:t>实验结果</a:t>
            </a:r>
          </a:p>
        </p:txBody>
      </p:sp>
      <p:pic>
        <p:nvPicPr>
          <p:cNvPr id="3" name="图片 2">
            <a:extLst>
              <a:ext uri="{FF2B5EF4-FFF2-40B4-BE49-F238E27FC236}">
                <a16:creationId xmlns:a16="http://schemas.microsoft.com/office/drawing/2014/main" id="{ABD01B89-B43F-78D6-3546-40FDAAB7BAF4}"/>
              </a:ext>
            </a:extLst>
          </p:cNvPr>
          <p:cNvPicPr>
            <a:picLocks noChangeAspect="1"/>
          </p:cNvPicPr>
          <p:nvPr/>
        </p:nvPicPr>
        <p:blipFill>
          <a:blip r:embed="rId3"/>
          <a:stretch>
            <a:fillRect/>
          </a:stretch>
        </p:blipFill>
        <p:spPr>
          <a:xfrm>
            <a:off x="640934" y="1624855"/>
            <a:ext cx="10021175" cy="4774113"/>
          </a:xfrm>
          <a:prstGeom prst="rect">
            <a:avLst/>
          </a:prstGeom>
        </p:spPr>
      </p:pic>
    </p:spTree>
    <p:extLst>
      <p:ext uri="{BB962C8B-B14F-4D97-AF65-F5344CB8AC3E}">
        <p14:creationId xmlns:p14="http://schemas.microsoft.com/office/powerpoint/2010/main" val="42675487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FC66E8-891E-32CD-5719-CD1258FAC880}"/>
            </a:ext>
          </a:extLst>
        </p:cNvPr>
        <p:cNvGrpSpPr/>
        <p:nvPr/>
      </p:nvGrpSpPr>
      <p:grpSpPr>
        <a:xfrm>
          <a:off x="0" y="0"/>
          <a:ext cx="0" cy="0"/>
          <a:chOff x="0" y="0"/>
          <a:chExt cx="0" cy="0"/>
        </a:xfrm>
      </p:grpSpPr>
      <p:sp>
        <p:nvSpPr>
          <p:cNvPr id="10" name="标题 9">
            <a:extLst>
              <a:ext uri="{FF2B5EF4-FFF2-40B4-BE49-F238E27FC236}">
                <a16:creationId xmlns:a16="http://schemas.microsoft.com/office/drawing/2014/main" id="{B72853C8-B3CB-2E05-C613-D523C0B4498B}"/>
              </a:ext>
            </a:extLst>
          </p:cNvPr>
          <p:cNvSpPr>
            <a:spLocks noGrp="1"/>
          </p:cNvSpPr>
          <p:nvPr>
            <p:ph type="title"/>
          </p:nvPr>
        </p:nvSpPr>
        <p:spPr/>
        <p:txBody>
          <a:bodyPr/>
          <a:lstStyle/>
          <a:p>
            <a:r>
              <a:rPr lang="en-US" altLang="zh-CN" dirty="0"/>
              <a:t>05 </a:t>
            </a:r>
            <a:r>
              <a:rPr lang="zh-CN" altLang="en-US" dirty="0"/>
              <a:t>实验验证与结果分析</a:t>
            </a:r>
          </a:p>
        </p:txBody>
      </p:sp>
      <p:sp>
        <p:nvSpPr>
          <p:cNvPr id="2" name="矩形 1">
            <a:extLst>
              <a:ext uri="{FF2B5EF4-FFF2-40B4-BE49-F238E27FC236}">
                <a16:creationId xmlns:a16="http://schemas.microsoft.com/office/drawing/2014/main" id="{4B1BF9C2-1475-6494-7636-B8BD3D8F4D25}"/>
              </a:ext>
            </a:extLst>
          </p:cNvPr>
          <p:cNvSpPr/>
          <p:nvPr/>
        </p:nvSpPr>
        <p:spPr>
          <a:xfrm>
            <a:off x="550499" y="1066337"/>
            <a:ext cx="2546647" cy="34187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latin typeface="Times New Roman" panose="02020603050405020304" pitchFamily="18" charset="0"/>
                <a:cs typeface="Times New Roman" panose="02020603050405020304" pitchFamily="18" charset="0"/>
              </a:rPr>
              <a:t>消融实验</a:t>
            </a:r>
          </a:p>
        </p:txBody>
      </p:sp>
      <p:pic>
        <p:nvPicPr>
          <p:cNvPr id="4" name="图片 3">
            <a:extLst>
              <a:ext uri="{FF2B5EF4-FFF2-40B4-BE49-F238E27FC236}">
                <a16:creationId xmlns:a16="http://schemas.microsoft.com/office/drawing/2014/main" id="{20AD186A-81CD-039F-F07A-28470AC4B477}"/>
              </a:ext>
            </a:extLst>
          </p:cNvPr>
          <p:cNvPicPr>
            <a:picLocks noChangeAspect="1"/>
          </p:cNvPicPr>
          <p:nvPr/>
        </p:nvPicPr>
        <p:blipFill>
          <a:blip r:embed="rId3"/>
          <a:stretch>
            <a:fillRect/>
          </a:stretch>
        </p:blipFill>
        <p:spPr>
          <a:xfrm>
            <a:off x="1247775" y="1408211"/>
            <a:ext cx="9696450" cy="2476500"/>
          </a:xfrm>
          <a:prstGeom prst="rect">
            <a:avLst/>
          </a:prstGeom>
        </p:spPr>
      </p:pic>
      <p:graphicFrame>
        <p:nvGraphicFramePr>
          <p:cNvPr id="5" name="表格 4">
            <a:extLst>
              <a:ext uri="{FF2B5EF4-FFF2-40B4-BE49-F238E27FC236}">
                <a16:creationId xmlns:a16="http://schemas.microsoft.com/office/drawing/2014/main" id="{63586152-1C67-F4D6-ACA0-9C266AF11AF0}"/>
              </a:ext>
            </a:extLst>
          </p:cNvPr>
          <p:cNvGraphicFramePr>
            <a:graphicFrameLocks noGrp="1"/>
          </p:cNvGraphicFramePr>
          <p:nvPr>
            <p:extLst>
              <p:ext uri="{D42A27DB-BD31-4B8C-83A1-F6EECF244321}">
                <p14:modId xmlns:p14="http://schemas.microsoft.com/office/powerpoint/2010/main" val="203726306"/>
              </p:ext>
            </p:extLst>
          </p:nvPr>
        </p:nvGraphicFramePr>
        <p:xfrm>
          <a:off x="1247775" y="3884711"/>
          <a:ext cx="9696450" cy="2592336"/>
        </p:xfrm>
        <a:graphic>
          <a:graphicData uri="http://schemas.openxmlformats.org/drawingml/2006/table">
            <a:tbl>
              <a:tblPr firstRow="1" bandRow="1">
                <a:tableStyleId>{5C22544A-7EE6-4342-B048-85BDC9FD1C3A}</a:tableStyleId>
              </a:tblPr>
              <a:tblGrid>
                <a:gridCol w="3232150">
                  <a:extLst>
                    <a:ext uri="{9D8B030D-6E8A-4147-A177-3AD203B41FA5}">
                      <a16:colId xmlns:a16="http://schemas.microsoft.com/office/drawing/2014/main" val="869270354"/>
                    </a:ext>
                  </a:extLst>
                </a:gridCol>
                <a:gridCol w="3347741">
                  <a:extLst>
                    <a:ext uri="{9D8B030D-6E8A-4147-A177-3AD203B41FA5}">
                      <a16:colId xmlns:a16="http://schemas.microsoft.com/office/drawing/2014/main" val="4072232607"/>
                    </a:ext>
                  </a:extLst>
                </a:gridCol>
                <a:gridCol w="3116559">
                  <a:extLst>
                    <a:ext uri="{9D8B030D-6E8A-4147-A177-3AD203B41FA5}">
                      <a16:colId xmlns:a16="http://schemas.microsoft.com/office/drawing/2014/main" val="884467087"/>
                    </a:ext>
                  </a:extLst>
                </a:gridCol>
              </a:tblGrid>
              <a:tr h="397776">
                <a:tc>
                  <a:txBody>
                    <a:bodyPr/>
                    <a:lstStyle/>
                    <a:p>
                      <a:pPr algn="ctr"/>
                      <a:r>
                        <a:rPr lang="zh-CN" altLang="en-US" dirty="0"/>
                        <a:t>操作</a:t>
                      </a:r>
                    </a:p>
                  </a:txBody>
                  <a:tcPr/>
                </a:tc>
                <a:tc>
                  <a:txBody>
                    <a:bodyPr/>
                    <a:lstStyle/>
                    <a:p>
                      <a:pPr algn="ctr"/>
                      <a:r>
                        <a:rPr lang="zh-CN" altLang="en-US" dirty="0"/>
                        <a:t>影响</a:t>
                      </a:r>
                    </a:p>
                  </a:txBody>
                  <a:tcPr/>
                </a:tc>
                <a:tc>
                  <a:txBody>
                    <a:bodyPr/>
                    <a:lstStyle/>
                    <a:p>
                      <a:pPr algn="ctr"/>
                      <a:r>
                        <a:rPr lang="zh-CN" altLang="en-US" dirty="0"/>
                        <a:t>结论</a:t>
                      </a:r>
                    </a:p>
                  </a:txBody>
                  <a:tcPr/>
                </a:tc>
                <a:extLst>
                  <a:ext uri="{0D108BD9-81ED-4DB2-BD59-A6C34878D82A}">
                    <a16:rowId xmlns:a16="http://schemas.microsoft.com/office/drawing/2014/main" val="336795976"/>
                  </a:ext>
                </a:extLst>
              </a:tr>
              <a:tr h="628311">
                <a:tc>
                  <a:txBody>
                    <a:bodyPr/>
                    <a:lstStyle/>
                    <a:p>
                      <a:r>
                        <a:rPr lang="zh-CN" altLang="en-US" dirty="0"/>
                        <a:t>移除 </a:t>
                      </a:r>
                      <a:r>
                        <a:rPr lang="en-US" altLang="zh-CN" dirty="0">
                          <a:latin typeface="Times New Roman" panose="02020603050405020304" pitchFamily="18" charset="0"/>
                          <a:cs typeface="Times New Roman" panose="02020603050405020304" pitchFamily="18" charset="0"/>
                        </a:rPr>
                        <a:t>DebateFlow</a:t>
                      </a: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Agents</a:t>
                      </a:r>
                      <a:endParaRPr lang="zh-CN" altLang="en-US" dirty="0">
                        <a:latin typeface="Times New Roman" panose="02020603050405020304" pitchFamily="18" charset="0"/>
                        <a:cs typeface="Times New Roman" panose="02020603050405020304" pitchFamily="18" charset="0"/>
                      </a:endParaRPr>
                    </a:p>
                  </a:txBody>
                  <a:tcPr/>
                </a:tc>
                <a:tc>
                  <a:txBody>
                    <a:bodyPr/>
                    <a:lstStyle/>
                    <a:p>
                      <a:pPr marL="285750" indent="-285750" algn="l" defTabSz="914400" rtl="0" eaLnBrk="1" latinLnBrk="0" hangingPunct="1">
                        <a:buFont typeface="Arial" panose="020B0604020202020204" pitchFamily="34" charset="0"/>
                        <a:buChar char="•"/>
                      </a:pPr>
                      <a:r>
                        <a:rPr lang="en-US" altLang="zh-CN" sz="1400" kern="1200" dirty="0">
                          <a:solidFill>
                            <a:schemeClr val="dk1"/>
                          </a:solidFill>
                          <a:latin typeface="Times New Roman" panose="02020603050405020304" pitchFamily="18" charset="0"/>
                          <a:ea typeface="+mn-ea"/>
                          <a:cs typeface="Times New Roman" panose="02020603050405020304" pitchFamily="18" charset="0"/>
                        </a:rPr>
                        <a:t>ARG‐EN</a:t>
                      </a:r>
                      <a:r>
                        <a:rPr lang="zh-CN" altLang="en-US" sz="1400" kern="1200" dirty="0">
                          <a:solidFill>
                            <a:schemeClr val="dk1"/>
                          </a:solidFill>
                          <a:latin typeface="Times New Roman" panose="02020603050405020304" pitchFamily="18" charset="0"/>
                          <a:ea typeface="+mn-ea"/>
                          <a:cs typeface="Times New Roman" panose="02020603050405020304" pitchFamily="18" charset="0"/>
                        </a:rPr>
                        <a:t>上的</a:t>
                      </a:r>
                      <a:r>
                        <a:rPr lang="en-US" altLang="zh-CN" sz="1400" kern="1200" dirty="0">
                          <a:solidFill>
                            <a:schemeClr val="dk1"/>
                          </a:solidFill>
                          <a:latin typeface="Times New Roman" panose="02020603050405020304" pitchFamily="18" charset="0"/>
                          <a:ea typeface="+mn-ea"/>
                          <a:cs typeface="Times New Roman" panose="02020603050405020304" pitchFamily="18" charset="0"/>
                        </a:rPr>
                        <a:t>macF1</a:t>
                      </a:r>
                      <a:r>
                        <a:rPr lang="zh-CN" altLang="en-US" sz="1400" kern="1200" dirty="0">
                          <a:solidFill>
                            <a:schemeClr val="dk1"/>
                          </a:solidFill>
                          <a:latin typeface="Times New Roman" panose="02020603050405020304" pitchFamily="18" charset="0"/>
                          <a:ea typeface="+mn-ea"/>
                          <a:cs typeface="Times New Roman" panose="02020603050405020304" pitchFamily="18" charset="0"/>
                        </a:rPr>
                        <a:t>分数降低约</a:t>
                      </a:r>
                      <a:r>
                        <a:rPr lang="en-US" altLang="zh-CN" sz="1400" kern="1200" dirty="0">
                          <a:solidFill>
                            <a:schemeClr val="dk1"/>
                          </a:solidFill>
                          <a:latin typeface="Times New Roman" panose="02020603050405020304" pitchFamily="18" charset="0"/>
                          <a:ea typeface="+mn-ea"/>
                          <a:cs typeface="Times New Roman" panose="02020603050405020304" pitchFamily="18" charset="0"/>
                        </a:rPr>
                        <a:t>2.3%</a:t>
                      </a:r>
                    </a:p>
                    <a:p>
                      <a:pPr marL="285750" indent="-285750" algn="l" defTabSz="914400" rtl="0" eaLnBrk="1" latinLnBrk="0" hangingPunct="1">
                        <a:buFont typeface="Arial" panose="020B0604020202020204" pitchFamily="34" charset="0"/>
                        <a:buChar char="•"/>
                      </a:pPr>
                      <a:r>
                        <a:rPr lang="en-US" altLang="zh-CN" sz="1400" kern="1200" dirty="0">
                          <a:solidFill>
                            <a:schemeClr val="dk1"/>
                          </a:solidFill>
                          <a:latin typeface="Times New Roman" panose="02020603050405020304" pitchFamily="18" charset="0"/>
                          <a:ea typeface="+mn-ea"/>
                          <a:cs typeface="Times New Roman" panose="02020603050405020304" pitchFamily="18" charset="0"/>
                        </a:rPr>
                        <a:t>ARG‐CN</a:t>
                      </a:r>
                      <a:r>
                        <a:rPr lang="zh-CN" altLang="en-US" sz="1400" kern="1200" dirty="0">
                          <a:solidFill>
                            <a:schemeClr val="dk1"/>
                          </a:solidFill>
                          <a:latin typeface="Times New Roman" panose="02020603050405020304" pitchFamily="18" charset="0"/>
                          <a:ea typeface="+mn-ea"/>
                          <a:cs typeface="Times New Roman" panose="02020603050405020304" pitchFamily="18" charset="0"/>
                        </a:rPr>
                        <a:t>上的</a:t>
                      </a:r>
                      <a:r>
                        <a:rPr lang="en-US" altLang="zh-CN" sz="1400" kern="1200" dirty="0">
                          <a:solidFill>
                            <a:schemeClr val="dk1"/>
                          </a:solidFill>
                          <a:latin typeface="Times New Roman" panose="02020603050405020304" pitchFamily="18" charset="0"/>
                          <a:ea typeface="+mn-ea"/>
                          <a:cs typeface="Times New Roman" panose="02020603050405020304" pitchFamily="18" charset="0"/>
                        </a:rPr>
                        <a:t>macF1</a:t>
                      </a:r>
                      <a:r>
                        <a:rPr lang="zh-CN" altLang="en-US" sz="1400" kern="1200" dirty="0">
                          <a:solidFill>
                            <a:schemeClr val="dk1"/>
                          </a:solidFill>
                          <a:latin typeface="Times New Roman" panose="02020603050405020304" pitchFamily="18" charset="0"/>
                          <a:ea typeface="+mn-ea"/>
                          <a:cs typeface="Times New Roman" panose="02020603050405020304" pitchFamily="18" charset="0"/>
                        </a:rPr>
                        <a:t>分数降低约</a:t>
                      </a:r>
                      <a:r>
                        <a:rPr lang="en-US" altLang="zh-CN" sz="1400" kern="1200" dirty="0">
                          <a:solidFill>
                            <a:schemeClr val="dk1"/>
                          </a:solidFill>
                          <a:latin typeface="Times New Roman" panose="02020603050405020304" pitchFamily="18" charset="0"/>
                          <a:ea typeface="+mn-ea"/>
                          <a:cs typeface="Times New Roman" panose="02020603050405020304" pitchFamily="18" charset="0"/>
                        </a:rPr>
                        <a:t>2.8%</a:t>
                      </a:r>
                      <a:endParaRPr lang="zh-CN" altLang="en-US" sz="1400" kern="1200" dirty="0">
                        <a:solidFill>
                          <a:schemeClr val="dk1"/>
                        </a:solidFill>
                        <a:latin typeface="Times New Roman" panose="02020603050405020304" pitchFamily="18" charset="0"/>
                        <a:ea typeface="+mn-ea"/>
                        <a:cs typeface="Times New Roman" panose="02020603050405020304" pitchFamily="18" charset="0"/>
                      </a:endParaRPr>
                    </a:p>
                  </a:txBody>
                  <a:tcPr/>
                </a:tc>
                <a:tc>
                  <a:txBody>
                    <a:bodyPr/>
                    <a:lstStyle/>
                    <a:p>
                      <a:r>
                        <a:rPr lang="zh-CN" altLang="en-US" sz="1400" kern="1200" dirty="0">
                          <a:solidFill>
                            <a:schemeClr val="dk1"/>
                          </a:solidFill>
                          <a:latin typeface="+mn-lt"/>
                          <a:ea typeface="+mn-ea"/>
                          <a:cs typeface="+mn-cs"/>
                        </a:rPr>
                        <a:t>突出了结构化辩论过程在促进多视角分析方面的重要性</a:t>
                      </a:r>
                      <a:r>
                        <a:rPr lang="en-US" altLang="zh-CN" sz="1400" kern="1200" dirty="0">
                          <a:solidFill>
                            <a:schemeClr val="dk1"/>
                          </a:solidFill>
                          <a:latin typeface="+mn-lt"/>
                          <a:ea typeface="+mn-ea"/>
                          <a:cs typeface="+mn-cs"/>
                        </a:rPr>
                        <a:t>,</a:t>
                      </a:r>
                      <a:r>
                        <a:rPr lang="zh-CN" altLang="en-US" sz="1400" kern="1200" dirty="0">
                          <a:solidFill>
                            <a:schemeClr val="dk1"/>
                          </a:solidFill>
                          <a:latin typeface="+mn-lt"/>
                          <a:ea typeface="+mn-ea"/>
                          <a:cs typeface="+mn-cs"/>
                        </a:rPr>
                        <a:t>这对于准确确定新闻项的真实性至关重要。</a:t>
                      </a:r>
                    </a:p>
                  </a:txBody>
                  <a:tcPr/>
                </a:tc>
                <a:extLst>
                  <a:ext uri="{0D108BD9-81ED-4DB2-BD59-A6C34878D82A}">
                    <a16:rowId xmlns:a16="http://schemas.microsoft.com/office/drawing/2014/main" val="3735728337"/>
                  </a:ext>
                </a:extLst>
              </a:tr>
              <a:tr h="628311">
                <a:tc>
                  <a:txBody>
                    <a:bodyPr/>
                    <a:lstStyle/>
                    <a:p>
                      <a:r>
                        <a:rPr lang="zh-CN" altLang="en-US" dirty="0"/>
                        <a:t>移除综合智能体</a:t>
                      </a:r>
                    </a:p>
                  </a:txBody>
                  <a:tcPr/>
                </a:tc>
                <a:tc>
                  <a:txBody>
                    <a:bodyPr/>
                    <a:lstStyle/>
                    <a:p>
                      <a:pPr marL="285750" indent="-285750" algn="l" defTabSz="914400" rtl="0" eaLnBrk="1" latinLnBrk="0" hangingPunct="1">
                        <a:buFont typeface="Arial" panose="020B0604020202020204" pitchFamily="34" charset="0"/>
                        <a:buChar char="•"/>
                      </a:pPr>
                      <a:r>
                        <a:rPr lang="en-US" altLang="zh-CN" sz="1400" kern="1200" dirty="0">
                          <a:solidFill>
                            <a:schemeClr val="dk1"/>
                          </a:solidFill>
                          <a:latin typeface="Times New Roman" panose="02020603050405020304" pitchFamily="18" charset="0"/>
                          <a:ea typeface="+mn-ea"/>
                          <a:cs typeface="Times New Roman" panose="02020603050405020304" pitchFamily="18" charset="0"/>
                        </a:rPr>
                        <a:t>ARG‐EN</a:t>
                      </a:r>
                      <a:r>
                        <a:rPr lang="zh-CN" altLang="en-US" sz="1400" kern="1200" dirty="0">
                          <a:solidFill>
                            <a:schemeClr val="dk1"/>
                          </a:solidFill>
                          <a:latin typeface="Times New Roman" panose="02020603050405020304" pitchFamily="18" charset="0"/>
                          <a:ea typeface="+mn-ea"/>
                          <a:cs typeface="Times New Roman" panose="02020603050405020304" pitchFamily="18" charset="0"/>
                        </a:rPr>
                        <a:t>上的</a:t>
                      </a:r>
                      <a:r>
                        <a:rPr lang="en-US" altLang="zh-CN" sz="1400" kern="1200" dirty="0">
                          <a:solidFill>
                            <a:schemeClr val="dk1"/>
                          </a:solidFill>
                          <a:latin typeface="Times New Roman" panose="02020603050405020304" pitchFamily="18" charset="0"/>
                          <a:ea typeface="+mn-ea"/>
                          <a:cs typeface="Times New Roman" panose="02020603050405020304" pitchFamily="18" charset="0"/>
                        </a:rPr>
                        <a:t>macF1</a:t>
                      </a:r>
                      <a:r>
                        <a:rPr lang="zh-CN" altLang="en-US" sz="1400" kern="1200" dirty="0">
                          <a:solidFill>
                            <a:schemeClr val="dk1"/>
                          </a:solidFill>
                          <a:latin typeface="Times New Roman" panose="02020603050405020304" pitchFamily="18" charset="0"/>
                          <a:ea typeface="+mn-ea"/>
                          <a:cs typeface="Times New Roman" panose="02020603050405020304" pitchFamily="18" charset="0"/>
                        </a:rPr>
                        <a:t>分数降低约</a:t>
                      </a:r>
                      <a:r>
                        <a:rPr lang="en-US" altLang="zh-CN" sz="1400" kern="1200" dirty="0">
                          <a:solidFill>
                            <a:schemeClr val="dk1"/>
                          </a:solidFill>
                          <a:latin typeface="Times New Roman" panose="02020603050405020304" pitchFamily="18" charset="0"/>
                          <a:ea typeface="+mn-ea"/>
                          <a:cs typeface="Times New Roman" panose="02020603050405020304" pitchFamily="18" charset="0"/>
                        </a:rPr>
                        <a:t>1.1%</a:t>
                      </a:r>
                    </a:p>
                    <a:p>
                      <a:pPr marL="285750" indent="-285750" algn="l" defTabSz="914400" rtl="0" eaLnBrk="1" latinLnBrk="0" hangingPunct="1">
                        <a:buFont typeface="Arial" panose="020B0604020202020204" pitchFamily="34" charset="0"/>
                        <a:buChar char="•"/>
                      </a:pPr>
                      <a:r>
                        <a:rPr lang="en-US" altLang="zh-CN" sz="1400" kern="1200" dirty="0">
                          <a:solidFill>
                            <a:schemeClr val="dk1"/>
                          </a:solidFill>
                          <a:latin typeface="Times New Roman" panose="02020603050405020304" pitchFamily="18" charset="0"/>
                          <a:ea typeface="+mn-ea"/>
                          <a:cs typeface="Times New Roman" panose="02020603050405020304" pitchFamily="18" charset="0"/>
                        </a:rPr>
                        <a:t>ARG‐CN</a:t>
                      </a:r>
                      <a:r>
                        <a:rPr lang="zh-CN" altLang="en-US" sz="1400" kern="1200" dirty="0">
                          <a:solidFill>
                            <a:schemeClr val="dk1"/>
                          </a:solidFill>
                          <a:latin typeface="Times New Roman" panose="02020603050405020304" pitchFamily="18" charset="0"/>
                          <a:ea typeface="+mn-ea"/>
                          <a:cs typeface="Times New Roman" panose="02020603050405020304" pitchFamily="18" charset="0"/>
                        </a:rPr>
                        <a:t>上的</a:t>
                      </a:r>
                      <a:r>
                        <a:rPr lang="en-US" altLang="zh-CN" sz="1400" kern="1200" dirty="0">
                          <a:solidFill>
                            <a:schemeClr val="dk1"/>
                          </a:solidFill>
                          <a:latin typeface="Times New Roman" panose="02020603050405020304" pitchFamily="18" charset="0"/>
                          <a:ea typeface="+mn-ea"/>
                          <a:cs typeface="Times New Roman" panose="02020603050405020304" pitchFamily="18" charset="0"/>
                        </a:rPr>
                        <a:t>macF1</a:t>
                      </a:r>
                      <a:r>
                        <a:rPr lang="zh-CN" altLang="en-US" sz="1400" kern="1200" dirty="0">
                          <a:solidFill>
                            <a:schemeClr val="dk1"/>
                          </a:solidFill>
                          <a:latin typeface="Times New Roman" panose="02020603050405020304" pitchFamily="18" charset="0"/>
                          <a:ea typeface="+mn-ea"/>
                          <a:cs typeface="Times New Roman" panose="02020603050405020304" pitchFamily="18" charset="0"/>
                        </a:rPr>
                        <a:t>分数降低约</a:t>
                      </a:r>
                      <a:r>
                        <a:rPr lang="en-US" altLang="zh-CN" sz="1400" kern="1200" dirty="0">
                          <a:solidFill>
                            <a:schemeClr val="dk1"/>
                          </a:solidFill>
                          <a:latin typeface="Times New Roman" panose="02020603050405020304" pitchFamily="18" charset="0"/>
                          <a:ea typeface="+mn-ea"/>
                          <a:cs typeface="Times New Roman" panose="02020603050405020304" pitchFamily="18" charset="0"/>
                        </a:rPr>
                        <a:t>2.4%</a:t>
                      </a:r>
                      <a:endParaRPr lang="zh-CN" altLang="en-US" sz="1400" kern="1200" dirty="0">
                        <a:solidFill>
                          <a:schemeClr val="dk1"/>
                        </a:solidFill>
                        <a:latin typeface="Times New Roman" panose="02020603050405020304" pitchFamily="18" charset="0"/>
                        <a:ea typeface="+mn-ea"/>
                        <a:cs typeface="Times New Roman" panose="02020603050405020304" pitchFamily="18" charset="0"/>
                      </a:endParaRPr>
                    </a:p>
                    <a:p>
                      <a:pPr marL="285750" indent="-285750" algn="l" defTabSz="914400" rtl="0" eaLnBrk="1" latinLnBrk="0" hangingPunct="1">
                        <a:buFont typeface="Arial" panose="020B0604020202020204" pitchFamily="34" charset="0"/>
                        <a:buChar char="•"/>
                      </a:pPr>
                      <a:endParaRPr lang="zh-CN" altLang="en-US" sz="1400" kern="1200" dirty="0">
                        <a:solidFill>
                          <a:schemeClr val="dk1"/>
                        </a:solidFill>
                        <a:latin typeface="Times New Roman" panose="02020603050405020304" pitchFamily="18" charset="0"/>
                        <a:ea typeface="+mn-ea"/>
                        <a:cs typeface="Times New Roman" panose="02020603050405020304" pitchFamily="18" charset="0"/>
                      </a:endParaRPr>
                    </a:p>
                  </a:txBody>
                  <a:tcPr/>
                </a:tc>
                <a:tc>
                  <a:txBody>
                    <a:bodyPr/>
                    <a:lstStyle/>
                    <a:p>
                      <a:pPr marL="0" algn="l" defTabSz="914400" rtl="0" eaLnBrk="1" latinLnBrk="0" hangingPunct="1"/>
                      <a:r>
                        <a:rPr lang="zh-CN" altLang="en-US" sz="1400" kern="1200" dirty="0">
                          <a:solidFill>
                            <a:schemeClr val="dk1"/>
                          </a:solidFill>
                          <a:latin typeface="+mn-lt"/>
                          <a:ea typeface="+mn-ea"/>
                          <a:cs typeface="+mn-cs"/>
                        </a:rPr>
                        <a:t>突出了合成智能体在将辩论交互整合 为连贯摘要中的关键作用</a:t>
                      </a:r>
                      <a:r>
                        <a:rPr lang="en-US" altLang="zh-CN" sz="1400" kern="1200" dirty="0">
                          <a:solidFill>
                            <a:schemeClr val="dk1"/>
                          </a:solidFill>
                          <a:latin typeface="+mn-lt"/>
                          <a:ea typeface="+mn-ea"/>
                          <a:cs typeface="+mn-cs"/>
                        </a:rPr>
                        <a:t>,</a:t>
                      </a:r>
                      <a:r>
                        <a:rPr lang="zh-CN" altLang="en-US" sz="1400" kern="1200" dirty="0">
                          <a:solidFill>
                            <a:schemeClr val="dk1"/>
                          </a:solidFill>
                          <a:latin typeface="+mn-lt"/>
                          <a:ea typeface="+mn-ea"/>
                          <a:cs typeface="+mn-cs"/>
                        </a:rPr>
                        <a:t>从而增强了模型整合不同论点进行 精确分类的能力</a:t>
                      </a:r>
                    </a:p>
                  </a:txBody>
                  <a:tcPr/>
                </a:tc>
                <a:extLst>
                  <a:ext uri="{0D108BD9-81ED-4DB2-BD59-A6C34878D82A}">
                    <a16:rowId xmlns:a16="http://schemas.microsoft.com/office/drawing/2014/main" val="3614201220"/>
                  </a:ext>
                </a:extLst>
              </a:tr>
              <a:tr h="34773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移除分析智能体</a:t>
                      </a:r>
                    </a:p>
                  </a:txBody>
                  <a:tcPr/>
                </a:tc>
                <a:tc>
                  <a:txBody>
                    <a:bodyPr/>
                    <a:lstStyle/>
                    <a:p>
                      <a:pPr marL="285750" indent="-285750" algn="l" defTabSz="914400" rtl="0" eaLnBrk="1" latinLnBrk="0" hangingPunct="1">
                        <a:buFont typeface="Arial" panose="020B0604020202020204" pitchFamily="34" charset="0"/>
                        <a:buChar char="•"/>
                      </a:pPr>
                      <a:r>
                        <a:rPr lang="en-US" altLang="zh-CN" sz="1400" kern="1200" dirty="0">
                          <a:solidFill>
                            <a:schemeClr val="dk1"/>
                          </a:solidFill>
                          <a:latin typeface="Times New Roman" panose="02020603050405020304" pitchFamily="18" charset="0"/>
                          <a:ea typeface="+mn-ea"/>
                          <a:cs typeface="Times New Roman" panose="02020603050405020304" pitchFamily="18" charset="0"/>
                        </a:rPr>
                        <a:t>ARG‐EN</a:t>
                      </a:r>
                      <a:r>
                        <a:rPr lang="zh-CN" altLang="en-US" sz="1400" kern="1200" dirty="0">
                          <a:solidFill>
                            <a:schemeClr val="dk1"/>
                          </a:solidFill>
                          <a:latin typeface="Times New Roman" panose="02020603050405020304" pitchFamily="18" charset="0"/>
                          <a:ea typeface="+mn-ea"/>
                          <a:cs typeface="Times New Roman" panose="02020603050405020304" pitchFamily="18" charset="0"/>
                        </a:rPr>
                        <a:t>上的</a:t>
                      </a:r>
                      <a:r>
                        <a:rPr lang="en-US" altLang="zh-CN" sz="1400" kern="1200" dirty="0">
                          <a:solidFill>
                            <a:schemeClr val="dk1"/>
                          </a:solidFill>
                          <a:latin typeface="Times New Roman" panose="02020603050405020304" pitchFamily="18" charset="0"/>
                          <a:ea typeface="+mn-ea"/>
                          <a:cs typeface="Times New Roman" panose="02020603050405020304" pitchFamily="18" charset="0"/>
                        </a:rPr>
                        <a:t>macF1</a:t>
                      </a:r>
                      <a:r>
                        <a:rPr lang="zh-CN" altLang="en-US" sz="1400" kern="1200" dirty="0">
                          <a:solidFill>
                            <a:schemeClr val="dk1"/>
                          </a:solidFill>
                          <a:latin typeface="Times New Roman" panose="02020603050405020304" pitchFamily="18" charset="0"/>
                          <a:ea typeface="+mn-ea"/>
                          <a:cs typeface="Times New Roman" panose="02020603050405020304" pitchFamily="18" charset="0"/>
                        </a:rPr>
                        <a:t>分数降低约</a:t>
                      </a:r>
                      <a:r>
                        <a:rPr lang="en-US" altLang="zh-CN" sz="1400" kern="1200" dirty="0">
                          <a:solidFill>
                            <a:schemeClr val="dk1"/>
                          </a:solidFill>
                          <a:latin typeface="Times New Roman" panose="02020603050405020304" pitchFamily="18" charset="0"/>
                          <a:ea typeface="+mn-ea"/>
                          <a:cs typeface="Times New Roman" panose="02020603050405020304" pitchFamily="18" charset="0"/>
                        </a:rPr>
                        <a:t>8.0%</a:t>
                      </a:r>
                    </a:p>
                    <a:p>
                      <a:pPr marL="285750" indent="-285750" algn="l" defTabSz="914400" rtl="0" eaLnBrk="1" latinLnBrk="0" hangingPunct="1">
                        <a:buFont typeface="Arial" panose="020B0604020202020204" pitchFamily="34" charset="0"/>
                        <a:buChar char="•"/>
                      </a:pPr>
                      <a:r>
                        <a:rPr lang="en-US" altLang="zh-CN" sz="1400" kern="1200" dirty="0">
                          <a:solidFill>
                            <a:schemeClr val="dk1"/>
                          </a:solidFill>
                          <a:latin typeface="Times New Roman" panose="02020603050405020304" pitchFamily="18" charset="0"/>
                          <a:ea typeface="+mn-ea"/>
                          <a:cs typeface="Times New Roman" panose="02020603050405020304" pitchFamily="18" charset="0"/>
                        </a:rPr>
                        <a:t>ARG‐CN</a:t>
                      </a:r>
                      <a:r>
                        <a:rPr lang="zh-CN" altLang="en-US" sz="1400" kern="1200" dirty="0">
                          <a:solidFill>
                            <a:schemeClr val="dk1"/>
                          </a:solidFill>
                          <a:latin typeface="Times New Roman" panose="02020603050405020304" pitchFamily="18" charset="0"/>
                          <a:ea typeface="+mn-ea"/>
                          <a:cs typeface="Times New Roman" panose="02020603050405020304" pitchFamily="18" charset="0"/>
                        </a:rPr>
                        <a:t>上的</a:t>
                      </a:r>
                      <a:r>
                        <a:rPr lang="en-US" altLang="zh-CN" sz="1400" kern="1200" dirty="0">
                          <a:solidFill>
                            <a:schemeClr val="dk1"/>
                          </a:solidFill>
                          <a:latin typeface="Times New Roman" panose="02020603050405020304" pitchFamily="18" charset="0"/>
                          <a:ea typeface="+mn-ea"/>
                          <a:cs typeface="Times New Roman" panose="02020603050405020304" pitchFamily="18" charset="0"/>
                        </a:rPr>
                        <a:t>macF1</a:t>
                      </a:r>
                      <a:r>
                        <a:rPr lang="zh-CN" altLang="en-US" sz="1400" kern="1200" dirty="0">
                          <a:solidFill>
                            <a:schemeClr val="dk1"/>
                          </a:solidFill>
                          <a:latin typeface="Times New Roman" panose="02020603050405020304" pitchFamily="18" charset="0"/>
                          <a:ea typeface="+mn-ea"/>
                          <a:cs typeface="Times New Roman" panose="02020603050405020304" pitchFamily="18" charset="0"/>
                        </a:rPr>
                        <a:t>分数降低约</a:t>
                      </a:r>
                      <a:r>
                        <a:rPr lang="en-US" altLang="zh-CN" sz="1400" kern="1200" dirty="0">
                          <a:solidFill>
                            <a:schemeClr val="dk1"/>
                          </a:solidFill>
                          <a:latin typeface="Times New Roman" panose="02020603050405020304" pitchFamily="18" charset="0"/>
                          <a:ea typeface="+mn-ea"/>
                          <a:cs typeface="Times New Roman" panose="02020603050405020304" pitchFamily="18" charset="0"/>
                        </a:rPr>
                        <a:t>4.5%</a:t>
                      </a:r>
                      <a:endParaRPr lang="zh-CN" altLang="en-US" sz="1400" kern="1200" dirty="0">
                        <a:solidFill>
                          <a:schemeClr val="dk1"/>
                        </a:solidFill>
                        <a:latin typeface="Times New Roman" panose="02020603050405020304" pitchFamily="18" charset="0"/>
                        <a:ea typeface="+mn-ea"/>
                        <a:cs typeface="Times New Roman" panose="02020603050405020304" pitchFamily="18" charset="0"/>
                      </a:endParaRPr>
                    </a:p>
                  </a:txBody>
                  <a:tcPr/>
                </a:tc>
                <a:tc>
                  <a:txBody>
                    <a:bodyPr/>
                    <a:lstStyle/>
                    <a:p>
                      <a:pPr marL="0" algn="l" defTabSz="914400" rtl="0" eaLnBrk="1" latinLnBrk="0" hangingPunct="1"/>
                      <a:r>
                        <a:rPr lang="zh-CN" altLang="en-US" sz="1400" kern="1200" dirty="0">
                          <a:solidFill>
                            <a:schemeClr val="dk1"/>
                          </a:solidFill>
                          <a:latin typeface="+mn-lt"/>
                          <a:ea typeface="+mn-ea"/>
                          <a:cs typeface="+mn-cs"/>
                        </a:rPr>
                        <a:t>强调了分析智能体在将辩论见解与新闻内容整合中的关键功能。</a:t>
                      </a:r>
                    </a:p>
                  </a:txBody>
                  <a:tcPr/>
                </a:tc>
                <a:extLst>
                  <a:ext uri="{0D108BD9-81ED-4DB2-BD59-A6C34878D82A}">
                    <a16:rowId xmlns:a16="http://schemas.microsoft.com/office/drawing/2014/main" val="1075339810"/>
                  </a:ext>
                </a:extLst>
              </a:tr>
            </a:tbl>
          </a:graphicData>
        </a:graphic>
      </p:graphicFrame>
    </p:spTree>
    <p:extLst>
      <p:ext uri="{BB962C8B-B14F-4D97-AF65-F5344CB8AC3E}">
        <p14:creationId xmlns:p14="http://schemas.microsoft.com/office/powerpoint/2010/main" val="21763257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占位符 5">
            <a:extLst>
              <a:ext uri="{FF2B5EF4-FFF2-40B4-BE49-F238E27FC236}">
                <a16:creationId xmlns:a16="http://schemas.microsoft.com/office/drawing/2014/main" id="{FF10B8FB-2273-41B7-8E1F-926DBE78890B}"/>
              </a:ext>
            </a:extLst>
          </p:cNvPr>
          <p:cNvSpPr>
            <a:spLocks noGrp="1"/>
          </p:cNvSpPr>
          <p:nvPr>
            <p:ph type="body" sz="quarter" idx="10"/>
          </p:nvPr>
        </p:nvSpPr>
        <p:spPr/>
        <p:txBody>
          <a:bodyPr/>
          <a:lstStyle/>
          <a:p>
            <a:r>
              <a:rPr lang="en-US" altLang="zh-CN" dirty="0"/>
              <a:t>06</a:t>
            </a:r>
            <a:endParaRPr lang="zh-CN" altLang="en-US" dirty="0"/>
          </a:p>
        </p:txBody>
      </p:sp>
      <p:sp>
        <p:nvSpPr>
          <p:cNvPr id="4" name="标题 3">
            <a:extLst>
              <a:ext uri="{FF2B5EF4-FFF2-40B4-BE49-F238E27FC236}">
                <a16:creationId xmlns:a16="http://schemas.microsoft.com/office/drawing/2014/main" id="{E0FF230A-246B-4B62-806B-74825E33A6CA}"/>
              </a:ext>
            </a:extLst>
          </p:cNvPr>
          <p:cNvSpPr>
            <a:spLocks noGrp="1"/>
          </p:cNvSpPr>
          <p:nvPr>
            <p:ph type="title"/>
          </p:nvPr>
        </p:nvSpPr>
        <p:spPr>
          <a:xfrm>
            <a:off x="1842552" y="3689995"/>
            <a:ext cx="4253448" cy="552357"/>
          </a:xfrm>
        </p:spPr>
        <p:txBody>
          <a:bodyPr/>
          <a:lstStyle/>
          <a:p>
            <a:r>
              <a:rPr lang="zh-CN" altLang="en-US" dirty="0"/>
              <a:t>典型案例展示</a:t>
            </a:r>
          </a:p>
        </p:txBody>
      </p:sp>
      <p:sp>
        <p:nvSpPr>
          <p:cNvPr id="18" name="文本占位符 17">
            <a:extLst>
              <a:ext uri="{FF2B5EF4-FFF2-40B4-BE49-F238E27FC236}">
                <a16:creationId xmlns:a16="http://schemas.microsoft.com/office/drawing/2014/main" id="{BA7A27FB-D900-4265-A649-5670F758F572}"/>
              </a:ext>
            </a:extLst>
          </p:cNvPr>
          <p:cNvSpPr>
            <a:spLocks noGrp="1"/>
          </p:cNvSpPr>
          <p:nvPr>
            <p:ph type="body" sz="quarter" idx="11"/>
          </p:nvPr>
        </p:nvSpPr>
        <p:spPr/>
        <p:txBody>
          <a:bodyPr/>
          <a:lstStyle/>
          <a:p>
            <a:r>
              <a:rPr lang="en-US" altLang="zh-CN" dirty="0"/>
              <a:t>Future Plan of Project</a:t>
            </a:r>
            <a:endParaRPr lang="zh-CN" altLang="en-US" dirty="0"/>
          </a:p>
        </p:txBody>
      </p:sp>
      <p:sp>
        <p:nvSpPr>
          <p:cNvPr id="23" name="文本占位符 22">
            <a:extLst>
              <a:ext uri="{FF2B5EF4-FFF2-40B4-BE49-F238E27FC236}">
                <a16:creationId xmlns:a16="http://schemas.microsoft.com/office/drawing/2014/main" id="{CD512192-B602-40AF-AD7D-06B990B43C57}"/>
              </a:ext>
            </a:extLst>
          </p:cNvPr>
          <p:cNvSpPr>
            <a:spLocks noGrp="1"/>
          </p:cNvSpPr>
          <p:nvPr>
            <p:ph type="body" sz="quarter" idx="12"/>
          </p:nvPr>
        </p:nvSpPr>
        <p:spPr/>
        <p:txBody>
          <a:bodyPr>
            <a:normAutofit/>
          </a:bodyPr>
          <a:lstStyle/>
          <a:p>
            <a:r>
              <a:rPr lang="zh-CN" altLang="en-US" dirty="0"/>
              <a:t>典型案例展示</a:t>
            </a:r>
          </a:p>
        </p:txBody>
      </p:sp>
      <p:sp>
        <p:nvSpPr>
          <p:cNvPr id="7" name="矩形 6">
            <a:extLst>
              <a:ext uri="{FF2B5EF4-FFF2-40B4-BE49-F238E27FC236}">
                <a16:creationId xmlns:a16="http://schemas.microsoft.com/office/drawing/2014/main" id="{D820D1AB-7AB0-46B9-A544-5A22C9D2AD6A}"/>
              </a:ext>
            </a:extLst>
          </p:cNvPr>
          <p:cNvSpPr/>
          <p:nvPr/>
        </p:nvSpPr>
        <p:spPr>
          <a:xfrm>
            <a:off x="1682750" y="5999480"/>
            <a:ext cx="134620" cy="134620"/>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2D46A45-1469-4EBB-8A8D-82D3787D02BA}"/>
              </a:ext>
            </a:extLst>
          </p:cNvPr>
          <p:cNvSpPr/>
          <p:nvPr/>
        </p:nvSpPr>
        <p:spPr>
          <a:xfrm>
            <a:off x="660400" y="5999480"/>
            <a:ext cx="134620" cy="134620"/>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62289554-1D42-469B-83B0-740899C01652}"/>
              </a:ext>
            </a:extLst>
          </p:cNvPr>
          <p:cNvSpPr/>
          <p:nvPr/>
        </p:nvSpPr>
        <p:spPr>
          <a:xfrm>
            <a:off x="1069340" y="5999480"/>
            <a:ext cx="134620" cy="134620"/>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0C5FF172-CB5F-43BB-81CB-9E1FFA866959}"/>
              </a:ext>
            </a:extLst>
          </p:cNvPr>
          <p:cNvSpPr/>
          <p:nvPr/>
        </p:nvSpPr>
        <p:spPr>
          <a:xfrm>
            <a:off x="1273810" y="5999480"/>
            <a:ext cx="134620" cy="134620"/>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6372E00D-D69E-4470-A41F-1819A83C2FA3}"/>
              </a:ext>
            </a:extLst>
          </p:cNvPr>
          <p:cNvSpPr/>
          <p:nvPr/>
        </p:nvSpPr>
        <p:spPr>
          <a:xfrm>
            <a:off x="1478280" y="5999480"/>
            <a:ext cx="134620" cy="134620"/>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a:extLst>
              <a:ext uri="{FF2B5EF4-FFF2-40B4-BE49-F238E27FC236}">
                <a16:creationId xmlns:a16="http://schemas.microsoft.com/office/drawing/2014/main" id="{D207B1B1-F689-46DE-956A-24EC1FBD99EA}"/>
              </a:ext>
            </a:extLst>
          </p:cNvPr>
          <p:cNvSpPr/>
          <p:nvPr/>
        </p:nvSpPr>
        <p:spPr>
          <a:xfrm>
            <a:off x="864870" y="5999480"/>
            <a:ext cx="134620" cy="134620"/>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3178857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335928-0220-739D-898A-22C4F58F8397}"/>
            </a:ext>
          </a:extLst>
        </p:cNvPr>
        <p:cNvGrpSpPr/>
        <p:nvPr/>
      </p:nvGrpSpPr>
      <p:grpSpPr>
        <a:xfrm>
          <a:off x="0" y="0"/>
          <a:ext cx="0" cy="0"/>
          <a:chOff x="0" y="0"/>
          <a:chExt cx="0" cy="0"/>
        </a:xfrm>
      </p:grpSpPr>
      <p:sp>
        <p:nvSpPr>
          <p:cNvPr id="10" name="标题 9">
            <a:extLst>
              <a:ext uri="{FF2B5EF4-FFF2-40B4-BE49-F238E27FC236}">
                <a16:creationId xmlns:a16="http://schemas.microsoft.com/office/drawing/2014/main" id="{F57A52F4-1A48-0ABE-0031-7AAEE24D4307}"/>
              </a:ext>
            </a:extLst>
          </p:cNvPr>
          <p:cNvSpPr>
            <a:spLocks noGrp="1"/>
          </p:cNvSpPr>
          <p:nvPr>
            <p:ph type="title"/>
          </p:nvPr>
        </p:nvSpPr>
        <p:spPr/>
        <p:txBody>
          <a:bodyPr/>
          <a:lstStyle/>
          <a:p>
            <a:r>
              <a:rPr lang="en-US" altLang="zh-CN" dirty="0"/>
              <a:t>06 </a:t>
            </a:r>
            <a:r>
              <a:rPr lang="zh-CN" altLang="en-US" dirty="0"/>
              <a:t>典型案例展示</a:t>
            </a:r>
          </a:p>
        </p:txBody>
      </p:sp>
      <p:pic>
        <p:nvPicPr>
          <p:cNvPr id="2" name="图片 1">
            <a:extLst>
              <a:ext uri="{FF2B5EF4-FFF2-40B4-BE49-F238E27FC236}">
                <a16:creationId xmlns:a16="http://schemas.microsoft.com/office/drawing/2014/main" id="{E130B1BF-8114-8D25-E453-475024D16D62}"/>
              </a:ext>
            </a:extLst>
          </p:cNvPr>
          <p:cNvPicPr>
            <a:picLocks noChangeAspect="1"/>
          </p:cNvPicPr>
          <p:nvPr/>
        </p:nvPicPr>
        <p:blipFill>
          <a:blip r:embed="rId3"/>
          <a:stretch>
            <a:fillRect/>
          </a:stretch>
        </p:blipFill>
        <p:spPr>
          <a:xfrm>
            <a:off x="713431" y="1118778"/>
            <a:ext cx="5161399" cy="5076554"/>
          </a:xfrm>
          <a:prstGeom prst="rect">
            <a:avLst/>
          </a:prstGeom>
        </p:spPr>
      </p:pic>
      <p:sp>
        <p:nvSpPr>
          <p:cNvPr id="3" name="箭头: 右 2">
            <a:extLst>
              <a:ext uri="{FF2B5EF4-FFF2-40B4-BE49-F238E27FC236}">
                <a16:creationId xmlns:a16="http://schemas.microsoft.com/office/drawing/2014/main" id="{3891DCE5-323B-1A71-EB3F-E2D01FC46482}"/>
              </a:ext>
            </a:extLst>
          </p:cNvPr>
          <p:cNvSpPr/>
          <p:nvPr/>
        </p:nvSpPr>
        <p:spPr>
          <a:xfrm>
            <a:off x="6317172" y="2080009"/>
            <a:ext cx="978408"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a:extLst>
              <a:ext uri="{FF2B5EF4-FFF2-40B4-BE49-F238E27FC236}">
                <a16:creationId xmlns:a16="http://schemas.microsoft.com/office/drawing/2014/main" id="{F015B843-E69C-183A-001F-A9BB0454E535}"/>
              </a:ext>
            </a:extLst>
          </p:cNvPr>
          <p:cNvSpPr/>
          <p:nvPr/>
        </p:nvSpPr>
        <p:spPr>
          <a:xfrm>
            <a:off x="8330083" y="1865125"/>
            <a:ext cx="1708219"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t>开场询问</a:t>
            </a:r>
          </a:p>
        </p:txBody>
      </p:sp>
      <p:sp>
        <p:nvSpPr>
          <p:cNvPr id="5" name="矩形 4">
            <a:extLst>
              <a:ext uri="{FF2B5EF4-FFF2-40B4-BE49-F238E27FC236}">
                <a16:creationId xmlns:a16="http://schemas.microsoft.com/office/drawing/2014/main" id="{00CF5C9D-05D4-D964-AA90-2F54C5ED8625}"/>
              </a:ext>
            </a:extLst>
          </p:cNvPr>
          <p:cNvSpPr/>
          <p:nvPr/>
        </p:nvSpPr>
        <p:spPr>
          <a:xfrm>
            <a:off x="8330083" y="3199855"/>
            <a:ext cx="1708219"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a:t>交叉质问</a:t>
            </a:r>
            <a:r>
              <a:rPr lang="en-US" altLang="zh-CN"/>
              <a:t>+</a:t>
            </a:r>
            <a:r>
              <a:rPr lang="zh-CN" altLang="en-US" dirty="0"/>
              <a:t>反驳</a:t>
            </a:r>
          </a:p>
        </p:txBody>
      </p:sp>
      <p:sp>
        <p:nvSpPr>
          <p:cNvPr id="6" name="箭头: 右 5">
            <a:extLst>
              <a:ext uri="{FF2B5EF4-FFF2-40B4-BE49-F238E27FC236}">
                <a16:creationId xmlns:a16="http://schemas.microsoft.com/office/drawing/2014/main" id="{7990E309-6EA8-93C5-B292-9434EE686F47}"/>
              </a:ext>
            </a:extLst>
          </p:cNvPr>
          <p:cNvSpPr/>
          <p:nvPr/>
        </p:nvSpPr>
        <p:spPr>
          <a:xfrm>
            <a:off x="6317172" y="3243749"/>
            <a:ext cx="978408"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箭头: 右 6">
            <a:extLst>
              <a:ext uri="{FF2B5EF4-FFF2-40B4-BE49-F238E27FC236}">
                <a16:creationId xmlns:a16="http://schemas.microsoft.com/office/drawing/2014/main" id="{755DC3D1-0541-B7E1-D46F-35B6C202D9A3}"/>
              </a:ext>
            </a:extLst>
          </p:cNvPr>
          <p:cNvSpPr/>
          <p:nvPr/>
        </p:nvSpPr>
        <p:spPr>
          <a:xfrm>
            <a:off x="6317172" y="4601951"/>
            <a:ext cx="978408"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2BD09BB6-722F-FC6B-D19D-0DEB7D86AF92}"/>
              </a:ext>
            </a:extLst>
          </p:cNvPr>
          <p:cNvSpPr/>
          <p:nvPr/>
        </p:nvSpPr>
        <p:spPr>
          <a:xfrm>
            <a:off x="8330082" y="4534585"/>
            <a:ext cx="1708219"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t>总结陈词</a:t>
            </a:r>
          </a:p>
        </p:txBody>
      </p:sp>
      <p:sp>
        <p:nvSpPr>
          <p:cNvPr id="9" name="箭头: 下 8">
            <a:extLst>
              <a:ext uri="{FF2B5EF4-FFF2-40B4-BE49-F238E27FC236}">
                <a16:creationId xmlns:a16="http://schemas.microsoft.com/office/drawing/2014/main" id="{6FFCD11D-AB56-5AAA-AC44-DE3F699D7D14}"/>
              </a:ext>
            </a:extLst>
          </p:cNvPr>
          <p:cNvSpPr/>
          <p:nvPr/>
        </p:nvSpPr>
        <p:spPr>
          <a:xfrm>
            <a:off x="9108252" y="2859660"/>
            <a:ext cx="151878" cy="260059"/>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箭头: 下 10">
            <a:extLst>
              <a:ext uri="{FF2B5EF4-FFF2-40B4-BE49-F238E27FC236}">
                <a16:creationId xmlns:a16="http://schemas.microsoft.com/office/drawing/2014/main" id="{1E2415EC-EC80-A4B0-B6E2-5CA893BD43E6}"/>
              </a:ext>
            </a:extLst>
          </p:cNvPr>
          <p:cNvSpPr/>
          <p:nvPr/>
        </p:nvSpPr>
        <p:spPr>
          <a:xfrm>
            <a:off x="9108252" y="4168975"/>
            <a:ext cx="151878" cy="260059"/>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264910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2778D92-EA5C-41D1-B4B9-5C7AA82EB514}"/>
              </a:ext>
            </a:extLst>
          </p:cNvPr>
          <p:cNvSpPr>
            <a:spLocks noGrp="1"/>
          </p:cNvSpPr>
          <p:nvPr>
            <p:ph type="ctrTitle"/>
          </p:nvPr>
        </p:nvSpPr>
        <p:spPr/>
        <p:txBody>
          <a:bodyPr/>
          <a:lstStyle/>
          <a:p>
            <a:r>
              <a:rPr lang="zh-CN" altLang="en-US" dirty="0"/>
              <a:t>请各位老师批评指正</a:t>
            </a:r>
            <a:r>
              <a:rPr lang="en-US" altLang="zh-CN" dirty="0"/>
              <a:t>!</a:t>
            </a:r>
            <a:endParaRPr lang="zh-CN" altLang="en-US" dirty="0"/>
          </a:p>
        </p:txBody>
      </p:sp>
    </p:spTree>
    <p:extLst>
      <p:ext uri="{BB962C8B-B14F-4D97-AF65-F5344CB8AC3E}">
        <p14:creationId xmlns:p14="http://schemas.microsoft.com/office/powerpoint/2010/main" val="219017150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LIDE.GUIDESSETTING" val="{&quot;Id&quot;:&quot;GuidesStyle_Normal&quot;,&quot;Name&quot;:&quot;正常&quot;,&quot;HeaderHeight&quot;:15.0,&quot;FooterHeight&quot;:9.0,&quot;SideMargin&quot;:5.5,&quot;TopMargin&quot;:0.0,&quot;BottomMargin&quot;:0.0,&quot;IntervalMargin&quot;:1.5,&quot;SettingType&quot;:&quot;System&quot;}"/>
</p:tagLst>
</file>

<file path=ppt/theme/theme1.xml><?xml version="1.0" encoding="utf-8"?>
<a:theme xmlns:a="http://schemas.openxmlformats.org/drawingml/2006/main" name="Office 主题​​">
  <a:themeElements>
    <a:clrScheme name="UPC专属模板配色方案">
      <a:dk1>
        <a:srgbClr val="000000"/>
      </a:dk1>
      <a:lt1>
        <a:srgbClr val="FFFFFF"/>
      </a:lt1>
      <a:dk2>
        <a:srgbClr val="768395"/>
      </a:dk2>
      <a:lt2>
        <a:srgbClr val="F0F0F0"/>
      </a:lt2>
      <a:accent1>
        <a:srgbClr val="003778"/>
      </a:accent1>
      <a:accent2>
        <a:srgbClr val="D00746"/>
      </a:accent2>
      <a:accent3>
        <a:srgbClr val="FEA200"/>
      </a:accent3>
      <a:accent4>
        <a:srgbClr val="14BAB0"/>
      </a:accent4>
      <a:accent5>
        <a:srgbClr val="CFDC2A"/>
      </a:accent5>
      <a:accent6>
        <a:srgbClr val="73B1C8"/>
      </a:accent6>
      <a:hlink>
        <a:srgbClr val="4472C4"/>
      </a:hlink>
      <a:folHlink>
        <a:srgbClr val="BFBFBF"/>
      </a:folHlink>
    </a:clrScheme>
    <a:fontScheme name="UPC专属模板字体方案">
      <a:majorFont>
        <a:latin typeface="Segoe UI"/>
        <a:ea typeface="微软雅黑"/>
        <a:cs typeface=""/>
      </a:majorFont>
      <a:minorFont>
        <a:latin typeface="Segoe UI Light"/>
        <a:ea typeface="微软雅黑 Light"/>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lgn="l">
          <a:lnSpc>
            <a:spcPct val="130000"/>
          </a:lnSpc>
          <a:defRPr dirty="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PLUS">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5290</TotalTime>
  <Words>3413</Words>
  <Application>Microsoft Office PowerPoint</Application>
  <PresentationFormat>宽屏</PresentationFormat>
  <Paragraphs>290</Paragraphs>
  <Slides>21</Slides>
  <Notes>17</Notes>
  <HiddenSlides>0</HiddenSlides>
  <MMClips>0</MMClips>
  <ScaleCrop>false</ScaleCrop>
  <HeadingPairs>
    <vt:vector size="6" baseType="variant">
      <vt:variant>
        <vt:lpstr>已用的字体</vt:lpstr>
      </vt:variant>
      <vt:variant>
        <vt:i4>10</vt:i4>
      </vt:variant>
      <vt:variant>
        <vt:lpstr>主题</vt:lpstr>
      </vt:variant>
      <vt:variant>
        <vt:i4>2</vt:i4>
      </vt:variant>
      <vt:variant>
        <vt:lpstr>幻灯片标题</vt:lpstr>
      </vt:variant>
      <vt:variant>
        <vt:i4>21</vt:i4>
      </vt:variant>
    </vt:vector>
  </HeadingPairs>
  <TitlesOfParts>
    <vt:vector size="33" baseType="lpstr">
      <vt:lpstr>Microsoft YaHei UI</vt:lpstr>
      <vt:lpstr>等线</vt:lpstr>
      <vt:lpstr>微软雅黑</vt:lpstr>
      <vt:lpstr>Arial</vt:lpstr>
      <vt:lpstr>Calibri</vt:lpstr>
      <vt:lpstr>Impact</vt:lpstr>
      <vt:lpstr>Roboto Light</vt:lpstr>
      <vt:lpstr>Segoe UI</vt:lpstr>
      <vt:lpstr>Segoe UI Light</vt:lpstr>
      <vt:lpstr>Times New Roman</vt:lpstr>
      <vt:lpstr>Office 主题​​</vt:lpstr>
      <vt:lpstr>2_OfficePLUS</vt:lpstr>
      <vt:lpstr>The Truth Becomes Clearer Through Debate!  Multi-Agent Systems with Large Language Models Unmask Fake News</vt:lpstr>
      <vt:lpstr>PowerPoint 演示文稿</vt:lpstr>
      <vt:lpstr>研究背景</vt:lpstr>
      <vt:lpstr>01 研究背景</vt:lpstr>
      <vt:lpstr>现有方法的核心局限</vt:lpstr>
      <vt:lpstr>02 现有方法的核心局限</vt:lpstr>
      <vt:lpstr>02 现有方法的核心局限</vt:lpstr>
      <vt:lpstr>核心思路与创新点</vt:lpstr>
      <vt:lpstr>03 核心思路与创新点</vt:lpstr>
      <vt:lpstr>TED 框架核心设计</vt:lpstr>
      <vt:lpstr>04 TED 框架核心设计</vt:lpstr>
      <vt:lpstr>04 TED 框架核心设计</vt:lpstr>
      <vt:lpstr>04 TED 框架核心设计</vt:lpstr>
      <vt:lpstr>实验验证与结果分析</vt:lpstr>
      <vt:lpstr>05 实验验证与结果分析</vt:lpstr>
      <vt:lpstr>05 实验验证与结果分析</vt:lpstr>
      <vt:lpstr>05 实验验证与结果分析</vt:lpstr>
      <vt:lpstr>05 实验验证与结果分析</vt:lpstr>
      <vt:lpstr>典型案例展示</vt:lpstr>
      <vt:lpstr>06 典型案例展示</vt:lpstr>
      <vt:lpstr>请各位老师批评指正!</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志浩 王</dc:creator>
  <cp:lastModifiedBy>春阳 李</cp:lastModifiedBy>
  <cp:revision>469</cp:revision>
  <dcterms:created xsi:type="dcterms:W3CDTF">2018-12-20T13:10:20Z</dcterms:created>
  <dcterms:modified xsi:type="dcterms:W3CDTF">2026-03-30T08:00:00Z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42aa342-8706-4288-bd11-ebb85995028c_Enabled">
    <vt:lpwstr>True</vt:lpwstr>
  </property>
  <property fmtid="{D5CDD505-2E9C-101B-9397-08002B2CF9AE}" pid="3" name="MSIP_Label_f42aa342-8706-4288-bd11-ebb85995028c_SiteId">
    <vt:lpwstr>72f988bf-86f1-41af-91ab-2d7cd011db47</vt:lpwstr>
  </property>
  <property fmtid="{D5CDD505-2E9C-101B-9397-08002B2CF9AE}" pid="4" name="MSIP_Label_f42aa342-8706-4288-bd11-ebb85995028c_Owner">
    <vt:lpwstr>v-yunxl@microsoft.com</vt:lpwstr>
  </property>
  <property fmtid="{D5CDD505-2E9C-101B-9397-08002B2CF9AE}" pid="5" name="MSIP_Label_f42aa342-8706-4288-bd11-ebb85995028c_SetDate">
    <vt:lpwstr>2019-04-12T02:32:11.3712254Z</vt:lpwstr>
  </property>
  <property fmtid="{D5CDD505-2E9C-101B-9397-08002B2CF9AE}" pid="6" name="MSIP_Label_f42aa342-8706-4288-bd11-ebb85995028c_Name">
    <vt:lpwstr>General</vt:lpwstr>
  </property>
  <property fmtid="{D5CDD505-2E9C-101B-9397-08002B2CF9AE}" pid="7" name="MSIP_Label_f42aa342-8706-4288-bd11-ebb85995028c_Application">
    <vt:lpwstr>Microsoft Azure Information Protection</vt:lpwstr>
  </property>
  <property fmtid="{D5CDD505-2E9C-101B-9397-08002B2CF9AE}" pid="8" name="MSIP_Label_f42aa342-8706-4288-bd11-ebb85995028c_ActionId">
    <vt:lpwstr>33fb340e-0a7b-4f47-a53e-1f796744a0fc</vt:lpwstr>
  </property>
  <property fmtid="{D5CDD505-2E9C-101B-9397-08002B2CF9AE}" pid="9" name="MSIP_Label_f42aa342-8706-4288-bd11-ebb85995028c_Extended_MSFT_Method">
    <vt:lpwstr>Automatic</vt:lpwstr>
  </property>
  <property fmtid="{D5CDD505-2E9C-101B-9397-08002B2CF9AE}" pid="10" name="Sensitivity">
    <vt:lpwstr>General</vt:lpwstr>
  </property>
</Properties>
</file>